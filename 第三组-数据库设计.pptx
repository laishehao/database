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7" r:id="rId10"/>
    <p:sldId id="268" r:id="rId11"/>
    <p:sldId id="263" r:id="rId12"/>
    <p:sldId id="264" r:id="rId13"/>
    <p:sldId id="265" r:id="rId14"/>
    <p:sldId id="269" r:id="rId15"/>
    <p:sldId id="270" r:id="rId16"/>
    <p:sldId id="271" r:id="rId17"/>
    <p:sldId id="272" r:id="rId18"/>
    <p:sldId id="266" r:id="rId19"/>
  </p:sldIdLst>
  <p:sldSz cx="12192000" cy="6858000"/>
  <p:notesSz cx="6858000" cy="9144000"/>
  <p:custDataLst>
    <p:tags r:id="rId24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416" userDrawn="1">
          <p15:clr>
            <a:srgbClr val="A4A3A4"/>
          </p15:clr>
        </p15:guide>
        <p15:guide id="2" pos="7256" userDrawn="1">
          <p15:clr>
            <a:srgbClr val="A4A3A4"/>
          </p15:clr>
        </p15:guide>
        <p15:guide id="3" orient="horz" pos="648" userDrawn="1">
          <p15:clr>
            <a:srgbClr val="A4A3A4"/>
          </p15:clr>
        </p15:guide>
        <p15:guide id="4" orient="horz" pos="648" userDrawn="1">
          <p15:clr>
            <a:srgbClr val="A4A3A4"/>
          </p15:clr>
        </p15:guide>
        <p15:guide id="5" orient="horz" pos="3928" userDrawn="1">
          <p15:clr>
            <a:srgbClr val="A4A3A4"/>
          </p15:clr>
        </p15:guide>
        <p15:guide id="6" orient="horz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6" autoAdjust="0"/>
    <p:restoredTop sz="86451" autoAdjust="0"/>
  </p:normalViewPr>
  <p:slideViewPr>
    <p:cSldViewPr snapToGrid="0" showGuides="1">
      <p:cViewPr>
        <p:scale>
          <a:sx n="60" d="100"/>
          <a:sy n="60" d="100"/>
        </p:scale>
        <p:origin x="474" y="774"/>
      </p:cViewPr>
      <p:guideLst>
        <p:guide pos="416"/>
        <p:guide pos="7256"/>
        <p:guide orient="horz" pos="648"/>
        <p:guide orient="horz" pos="648"/>
        <p:guide orient="horz" pos="3928"/>
        <p:guide orient="horz" pos="383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1" d="100"/>
          <a:sy n="1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4" Type="http://schemas.openxmlformats.org/officeDocument/2006/relationships/tags" Target="tags/tag8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notesMaster" Target="notesMasters/notesMaster1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A15A08-84A5-4CAA-80B9-A47AD4F60E15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0C89EF-23F5-4653-BE4D-D4C53799807C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1" name="Group 310" descr="055fd035-73f9-4f7b-a29f-b0e7e4440626"/>
          <p:cNvGrpSpPr/>
          <p:nvPr/>
        </p:nvGrpSpPr>
        <p:grpSpPr>
          <a:xfrm>
            <a:off x="0" y="0"/>
            <a:ext cx="12191999" cy="6858000"/>
            <a:chOff x="0" y="0"/>
            <a:chExt cx="12191999" cy="6858000"/>
          </a:xfrm>
        </p:grpSpPr>
        <p:sp>
          <p:nvSpPr>
            <p:cNvPr id="7" name="Freeform: Shape 6" descr="4bd5c4cf-0beb-495b-9a9b-210657f4042f"/>
            <p:cNvSpPr/>
            <p:nvPr/>
          </p:nvSpPr>
          <p:spPr>
            <a:xfrm>
              <a:off x="0" y="1"/>
              <a:ext cx="5509372" cy="6857999"/>
            </a:xfrm>
            <a:custGeom>
              <a:avLst/>
              <a:gdLst>
                <a:gd name="connsiteX0" fmla="*/ 0 w 12192000"/>
                <a:gd name="connsiteY0" fmla="*/ 0 h 6857999"/>
                <a:gd name="connsiteX1" fmla="*/ 12192000 w 12192000"/>
                <a:gd name="connsiteY1" fmla="*/ 0 h 6857999"/>
                <a:gd name="connsiteX2" fmla="*/ 12192000 w 12192000"/>
                <a:gd name="connsiteY2" fmla="*/ 6858000 h 6857999"/>
                <a:gd name="connsiteX3" fmla="*/ 0 w 12192000"/>
                <a:gd name="connsiteY3" fmla="*/ 6858000 h 685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6857999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  <a:alpha val="30000"/>
              </a:schemeClr>
            </a:solidFill>
            <a:ln w="199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" name="Freeform: Shape 5" descr="27d7d0c3-41a9-44d7-a2ba-451226705152"/>
            <p:cNvSpPr/>
            <p:nvPr/>
          </p:nvSpPr>
          <p:spPr>
            <a:xfrm>
              <a:off x="5101538" y="0"/>
              <a:ext cx="7090461" cy="6857999"/>
            </a:xfrm>
            <a:custGeom>
              <a:avLst/>
              <a:gdLst>
                <a:gd name="connsiteX0" fmla="*/ 0 w 12192000"/>
                <a:gd name="connsiteY0" fmla="*/ 0 h 6857999"/>
                <a:gd name="connsiteX1" fmla="*/ 12192000 w 12192000"/>
                <a:gd name="connsiteY1" fmla="*/ 0 h 6857999"/>
                <a:gd name="connsiteX2" fmla="*/ 12192000 w 12192000"/>
                <a:gd name="connsiteY2" fmla="*/ 6858000 h 6857999"/>
                <a:gd name="connsiteX3" fmla="*/ 0 w 12192000"/>
                <a:gd name="connsiteY3" fmla="*/ 6858000 h 685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6857999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accent1"/>
            </a:solidFill>
            <a:ln w="199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grpSp>
          <p:nvGrpSpPr>
            <p:cNvPr id="14" name="Group 13" descr="a7187196-d679-4d3e-a509-3eadee38ca42"/>
            <p:cNvGrpSpPr/>
            <p:nvPr/>
          </p:nvGrpSpPr>
          <p:grpSpPr>
            <a:xfrm>
              <a:off x="6172403" y="703534"/>
              <a:ext cx="5280246" cy="5919288"/>
              <a:chOff x="4171953" y="1273166"/>
              <a:chExt cx="3843338" cy="4308450"/>
            </a:xfrm>
          </p:grpSpPr>
          <p:grpSp>
            <p:nvGrpSpPr>
              <p:cNvPr id="15" name="Group 14" descr="dae991c8-a35c-4f65-af17-044e815789cf"/>
              <p:cNvGrpSpPr/>
              <p:nvPr/>
            </p:nvGrpSpPr>
            <p:grpSpPr>
              <a:xfrm>
                <a:off x="4171953" y="1620827"/>
                <a:ext cx="3563940" cy="3960789"/>
                <a:chOff x="2628" y="1021"/>
                <a:chExt cx="2245" cy="2495"/>
              </a:xfrm>
            </p:grpSpPr>
            <p:sp>
              <p:nvSpPr>
                <p:cNvPr id="111" name="Freeform: Shape 110" descr="0cc6d150-2a14-4a1b-9d97-bef85ba8122d"/>
                <p:cNvSpPr/>
                <p:nvPr/>
              </p:nvSpPr>
              <p:spPr bwMode="auto">
                <a:xfrm>
                  <a:off x="2628" y="2263"/>
                  <a:ext cx="1846" cy="1003"/>
                </a:xfrm>
                <a:custGeom>
                  <a:avLst/>
                  <a:gdLst>
                    <a:gd name="T0" fmla="*/ 985 w 1846"/>
                    <a:gd name="T1" fmla="*/ 0 h 1003"/>
                    <a:gd name="T2" fmla="*/ 0 w 1846"/>
                    <a:gd name="T3" fmla="*/ 568 h 1003"/>
                    <a:gd name="T4" fmla="*/ 666 w 1846"/>
                    <a:gd name="T5" fmla="*/ 951 h 1003"/>
                    <a:gd name="T6" fmla="*/ 952 w 1846"/>
                    <a:gd name="T7" fmla="*/ 951 h 1003"/>
                    <a:gd name="T8" fmla="*/ 1037 w 1846"/>
                    <a:gd name="T9" fmla="*/ 1003 h 1003"/>
                    <a:gd name="T10" fmla="*/ 1185 w 1846"/>
                    <a:gd name="T11" fmla="*/ 1003 h 1003"/>
                    <a:gd name="T12" fmla="*/ 1351 w 1846"/>
                    <a:gd name="T13" fmla="*/ 906 h 1003"/>
                    <a:gd name="T14" fmla="*/ 1237 w 1846"/>
                    <a:gd name="T15" fmla="*/ 841 h 1003"/>
                    <a:gd name="T16" fmla="*/ 1846 w 1846"/>
                    <a:gd name="T17" fmla="*/ 490 h 1003"/>
                    <a:gd name="T18" fmla="*/ 985 w 1846"/>
                    <a:gd name="T19" fmla="*/ 0 h 100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846" h="1003">
                      <a:moveTo>
                        <a:pt x="985" y="0"/>
                      </a:moveTo>
                      <a:lnTo>
                        <a:pt x="0" y="568"/>
                      </a:lnTo>
                      <a:lnTo>
                        <a:pt x="666" y="951"/>
                      </a:lnTo>
                      <a:lnTo>
                        <a:pt x="952" y="951"/>
                      </a:lnTo>
                      <a:lnTo>
                        <a:pt x="1037" y="1003"/>
                      </a:lnTo>
                      <a:lnTo>
                        <a:pt x="1185" y="1003"/>
                      </a:lnTo>
                      <a:lnTo>
                        <a:pt x="1351" y="906"/>
                      </a:lnTo>
                      <a:lnTo>
                        <a:pt x="1237" y="841"/>
                      </a:lnTo>
                      <a:lnTo>
                        <a:pt x="1846" y="490"/>
                      </a:lnTo>
                      <a:lnTo>
                        <a:pt x="985" y="0"/>
                      </a:lnTo>
                      <a:close/>
                    </a:path>
                  </a:pathLst>
                </a:custGeom>
                <a:solidFill>
                  <a:srgbClr val="285CD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12" name="Freeform: Shape 111" descr="dc06f4a8-5017-46b5-8444-314616896da6"/>
                <p:cNvSpPr/>
                <p:nvPr/>
              </p:nvSpPr>
              <p:spPr bwMode="auto">
                <a:xfrm>
                  <a:off x="3344" y="3116"/>
                  <a:ext cx="916" cy="164"/>
                </a:xfrm>
                <a:custGeom>
                  <a:avLst/>
                  <a:gdLst>
                    <a:gd name="T0" fmla="*/ 906 w 916"/>
                    <a:gd name="T1" fmla="*/ 88 h 164"/>
                    <a:gd name="T2" fmla="*/ 916 w 916"/>
                    <a:gd name="T3" fmla="*/ 69 h 164"/>
                    <a:gd name="T4" fmla="*/ 159 w 916"/>
                    <a:gd name="T5" fmla="*/ 0 h 164"/>
                    <a:gd name="T6" fmla="*/ 126 w 916"/>
                    <a:gd name="T7" fmla="*/ 17 h 164"/>
                    <a:gd name="T8" fmla="*/ 659 w 916"/>
                    <a:gd name="T9" fmla="*/ 67 h 164"/>
                    <a:gd name="T10" fmla="*/ 559 w 916"/>
                    <a:gd name="T11" fmla="*/ 124 h 164"/>
                    <a:gd name="T12" fmla="*/ 31 w 916"/>
                    <a:gd name="T13" fmla="*/ 76 h 164"/>
                    <a:gd name="T14" fmla="*/ 0 w 916"/>
                    <a:gd name="T15" fmla="*/ 93 h 164"/>
                    <a:gd name="T16" fmla="*/ 778 w 916"/>
                    <a:gd name="T17" fmla="*/ 164 h 164"/>
                    <a:gd name="T18" fmla="*/ 787 w 916"/>
                    <a:gd name="T19" fmla="*/ 145 h 164"/>
                    <a:gd name="T20" fmla="*/ 709 w 916"/>
                    <a:gd name="T21" fmla="*/ 138 h 164"/>
                    <a:gd name="T22" fmla="*/ 811 w 916"/>
                    <a:gd name="T23" fmla="*/ 79 h 164"/>
                    <a:gd name="T24" fmla="*/ 906 w 916"/>
                    <a:gd name="T25" fmla="*/ 88 h 164"/>
                    <a:gd name="T26" fmla="*/ 683 w 916"/>
                    <a:gd name="T27" fmla="*/ 136 h 164"/>
                    <a:gd name="T28" fmla="*/ 585 w 916"/>
                    <a:gd name="T29" fmla="*/ 126 h 164"/>
                    <a:gd name="T30" fmla="*/ 687 w 916"/>
                    <a:gd name="T31" fmla="*/ 69 h 164"/>
                    <a:gd name="T32" fmla="*/ 782 w 916"/>
                    <a:gd name="T33" fmla="*/ 76 h 164"/>
                    <a:gd name="T34" fmla="*/ 683 w 916"/>
                    <a:gd name="T35" fmla="*/ 136 h 16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916" h="164">
                      <a:moveTo>
                        <a:pt x="906" y="88"/>
                      </a:moveTo>
                      <a:lnTo>
                        <a:pt x="916" y="69"/>
                      </a:lnTo>
                      <a:lnTo>
                        <a:pt x="159" y="0"/>
                      </a:lnTo>
                      <a:lnTo>
                        <a:pt x="126" y="17"/>
                      </a:lnTo>
                      <a:lnTo>
                        <a:pt x="659" y="67"/>
                      </a:lnTo>
                      <a:lnTo>
                        <a:pt x="559" y="124"/>
                      </a:lnTo>
                      <a:lnTo>
                        <a:pt x="31" y="76"/>
                      </a:lnTo>
                      <a:lnTo>
                        <a:pt x="0" y="93"/>
                      </a:lnTo>
                      <a:lnTo>
                        <a:pt x="778" y="164"/>
                      </a:lnTo>
                      <a:lnTo>
                        <a:pt x="787" y="145"/>
                      </a:lnTo>
                      <a:lnTo>
                        <a:pt x="709" y="138"/>
                      </a:lnTo>
                      <a:lnTo>
                        <a:pt x="811" y="79"/>
                      </a:lnTo>
                      <a:lnTo>
                        <a:pt x="906" y="88"/>
                      </a:lnTo>
                      <a:close/>
                      <a:moveTo>
                        <a:pt x="683" y="136"/>
                      </a:moveTo>
                      <a:lnTo>
                        <a:pt x="585" y="126"/>
                      </a:lnTo>
                      <a:lnTo>
                        <a:pt x="687" y="69"/>
                      </a:lnTo>
                      <a:lnTo>
                        <a:pt x="782" y="76"/>
                      </a:lnTo>
                      <a:lnTo>
                        <a:pt x="683" y="136"/>
                      </a:lnTo>
                      <a:close/>
                    </a:path>
                  </a:pathLst>
                </a:custGeom>
                <a:solidFill>
                  <a:srgbClr val="093D89">
                    <a:alpha val="46000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13" name="Freeform: Shape 112" descr="01e749fe-d3a2-4b88-a374-0495b47e6cc8"/>
                <p:cNvSpPr/>
                <p:nvPr/>
              </p:nvSpPr>
              <p:spPr bwMode="auto">
                <a:xfrm>
                  <a:off x="2940" y="3169"/>
                  <a:ext cx="238" cy="168"/>
                </a:xfrm>
                <a:custGeom>
                  <a:avLst/>
                  <a:gdLst>
                    <a:gd name="T0" fmla="*/ 100 w 100"/>
                    <a:gd name="T1" fmla="*/ 29 h 71"/>
                    <a:gd name="T2" fmla="*/ 71 w 100"/>
                    <a:gd name="T3" fmla="*/ 0 h 71"/>
                    <a:gd name="T4" fmla="*/ 0 w 100"/>
                    <a:gd name="T5" fmla="*/ 42 h 71"/>
                    <a:gd name="T6" fmla="*/ 51 w 100"/>
                    <a:gd name="T7" fmla="*/ 71 h 71"/>
                    <a:gd name="T8" fmla="*/ 96 w 100"/>
                    <a:gd name="T9" fmla="*/ 71 h 71"/>
                    <a:gd name="T10" fmla="*/ 82 w 100"/>
                    <a:gd name="T11" fmla="*/ 29 h 71"/>
                    <a:gd name="T12" fmla="*/ 100 w 100"/>
                    <a:gd name="T13" fmla="*/ 29 h 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71">
                      <a:moveTo>
                        <a:pt x="100" y="29"/>
                      </a:moveTo>
                      <a:cubicBezTo>
                        <a:pt x="91" y="20"/>
                        <a:pt x="81" y="9"/>
                        <a:pt x="71" y="0"/>
                      </a:cubicBezTo>
                      <a:cubicBezTo>
                        <a:pt x="0" y="42"/>
                        <a:pt x="0" y="42"/>
                        <a:pt x="0" y="42"/>
                      </a:cubicBezTo>
                      <a:cubicBezTo>
                        <a:pt x="51" y="71"/>
                        <a:pt x="51" y="71"/>
                        <a:pt x="51" y="71"/>
                      </a:cubicBezTo>
                      <a:cubicBezTo>
                        <a:pt x="96" y="71"/>
                        <a:pt x="96" y="71"/>
                        <a:pt x="96" y="71"/>
                      </a:cubicBezTo>
                      <a:cubicBezTo>
                        <a:pt x="82" y="29"/>
                        <a:pt x="82" y="29"/>
                        <a:pt x="82" y="29"/>
                      </a:cubicBezTo>
                      <a:lnTo>
                        <a:pt x="100" y="29"/>
                      </a:lnTo>
                      <a:close/>
                    </a:path>
                  </a:pathLst>
                </a:custGeom>
                <a:solidFill>
                  <a:srgbClr val="093D8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14" name="Freeform: Shape 113" descr="f049b745-6866-4843-9ede-65ff7878f7fd"/>
                <p:cNvSpPr/>
                <p:nvPr/>
              </p:nvSpPr>
              <p:spPr bwMode="auto">
                <a:xfrm>
                  <a:off x="4704" y="3002"/>
                  <a:ext cx="107" cy="100"/>
                </a:xfrm>
                <a:custGeom>
                  <a:avLst/>
                  <a:gdLst>
                    <a:gd name="T0" fmla="*/ 107 w 107"/>
                    <a:gd name="T1" fmla="*/ 0 h 100"/>
                    <a:gd name="T2" fmla="*/ 0 w 107"/>
                    <a:gd name="T3" fmla="*/ 62 h 100"/>
                    <a:gd name="T4" fmla="*/ 67 w 107"/>
                    <a:gd name="T5" fmla="*/ 100 h 100"/>
                    <a:gd name="T6" fmla="*/ 98 w 107"/>
                    <a:gd name="T7" fmla="*/ 100 h 100"/>
                    <a:gd name="T8" fmla="*/ 107 w 107"/>
                    <a:gd name="T9" fmla="*/ 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7" h="100">
                      <a:moveTo>
                        <a:pt x="107" y="0"/>
                      </a:moveTo>
                      <a:lnTo>
                        <a:pt x="0" y="62"/>
                      </a:lnTo>
                      <a:lnTo>
                        <a:pt x="67" y="100"/>
                      </a:lnTo>
                      <a:lnTo>
                        <a:pt x="98" y="100"/>
                      </a:lnTo>
                      <a:lnTo>
                        <a:pt x="107" y="0"/>
                      </a:lnTo>
                      <a:close/>
                    </a:path>
                  </a:pathLst>
                </a:custGeom>
                <a:solidFill>
                  <a:srgbClr val="2F62E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15" name="Freeform: Shape 114" descr="40d8d7a8-3582-431c-a4e8-01dfe4b91e43"/>
                <p:cNvSpPr/>
                <p:nvPr/>
              </p:nvSpPr>
              <p:spPr bwMode="auto">
                <a:xfrm>
                  <a:off x="3737" y="3378"/>
                  <a:ext cx="145" cy="138"/>
                </a:xfrm>
                <a:custGeom>
                  <a:avLst/>
                  <a:gdLst>
                    <a:gd name="T0" fmla="*/ 145 w 145"/>
                    <a:gd name="T1" fmla="*/ 0 h 138"/>
                    <a:gd name="T2" fmla="*/ 0 w 145"/>
                    <a:gd name="T3" fmla="*/ 85 h 138"/>
                    <a:gd name="T4" fmla="*/ 92 w 145"/>
                    <a:gd name="T5" fmla="*/ 138 h 138"/>
                    <a:gd name="T6" fmla="*/ 133 w 145"/>
                    <a:gd name="T7" fmla="*/ 138 h 138"/>
                    <a:gd name="T8" fmla="*/ 145 w 145"/>
                    <a:gd name="T9" fmla="*/ 0 h 1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5" h="138">
                      <a:moveTo>
                        <a:pt x="145" y="0"/>
                      </a:moveTo>
                      <a:lnTo>
                        <a:pt x="0" y="85"/>
                      </a:lnTo>
                      <a:lnTo>
                        <a:pt x="92" y="138"/>
                      </a:lnTo>
                      <a:lnTo>
                        <a:pt x="133" y="138"/>
                      </a:lnTo>
                      <a:lnTo>
                        <a:pt x="145" y="0"/>
                      </a:lnTo>
                      <a:close/>
                    </a:path>
                  </a:pathLst>
                </a:custGeom>
                <a:solidFill>
                  <a:srgbClr val="2F62E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16" name="Freeform: Shape 115" descr="c31090c3-1552-4f1d-8022-433021dc7b07"/>
                <p:cNvSpPr/>
                <p:nvPr/>
              </p:nvSpPr>
              <p:spPr bwMode="auto">
                <a:xfrm>
                  <a:off x="4516" y="2729"/>
                  <a:ext cx="134" cy="128"/>
                </a:xfrm>
                <a:custGeom>
                  <a:avLst/>
                  <a:gdLst>
                    <a:gd name="T0" fmla="*/ 134 w 134"/>
                    <a:gd name="T1" fmla="*/ 0 h 128"/>
                    <a:gd name="T2" fmla="*/ 0 w 134"/>
                    <a:gd name="T3" fmla="*/ 76 h 128"/>
                    <a:gd name="T4" fmla="*/ 93 w 134"/>
                    <a:gd name="T5" fmla="*/ 128 h 128"/>
                    <a:gd name="T6" fmla="*/ 134 w 134"/>
                    <a:gd name="T7" fmla="*/ 128 h 128"/>
                    <a:gd name="T8" fmla="*/ 134 w 134"/>
                    <a:gd name="T9" fmla="*/ 0 h 1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4" h="128">
                      <a:moveTo>
                        <a:pt x="134" y="0"/>
                      </a:moveTo>
                      <a:lnTo>
                        <a:pt x="0" y="76"/>
                      </a:lnTo>
                      <a:lnTo>
                        <a:pt x="93" y="128"/>
                      </a:lnTo>
                      <a:lnTo>
                        <a:pt x="134" y="128"/>
                      </a:lnTo>
                      <a:lnTo>
                        <a:pt x="134" y="0"/>
                      </a:lnTo>
                      <a:close/>
                    </a:path>
                  </a:pathLst>
                </a:custGeom>
                <a:solidFill>
                  <a:srgbClr val="2F62E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17" name="Freeform: Shape 116" descr="39707494-0e69-4993-98e9-927dc16a9886"/>
                <p:cNvSpPr/>
                <p:nvPr/>
              </p:nvSpPr>
              <p:spPr bwMode="auto">
                <a:xfrm>
                  <a:off x="2702" y="2627"/>
                  <a:ext cx="136" cy="131"/>
                </a:xfrm>
                <a:custGeom>
                  <a:avLst/>
                  <a:gdLst>
                    <a:gd name="T0" fmla="*/ 133 w 136"/>
                    <a:gd name="T1" fmla="*/ 0 h 131"/>
                    <a:gd name="T2" fmla="*/ 0 w 136"/>
                    <a:gd name="T3" fmla="*/ 76 h 131"/>
                    <a:gd name="T4" fmla="*/ 95 w 136"/>
                    <a:gd name="T5" fmla="*/ 131 h 131"/>
                    <a:gd name="T6" fmla="*/ 136 w 136"/>
                    <a:gd name="T7" fmla="*/ 131 h 131"/>
                    <a:gd name="T8" fmla="*/ 133 w 136"/>
                    <a:gd name="T9" fmla="*/ 0 h 1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6" h="131">
                      <a:moveTo>
                        <a:pt x="133" y="0"/>
                      </a:moveTo>
                      <a:lnTo>
                        <a:pt x="0" y="76"/>
                      </a:lnTo>
                      <a:lnTo>
                        <a:pt x="95" y="131"/>
                      </a:lnTo>
                      <a:lnTo>
                        <a:pt x="136" y="131"/>
                      </a:lnTo>
                      <a:lnTo>
                        <a:pt x="133" y="0"/>
                      </a:lnTo>
                      <a:close/>
                    </a:path>
                  </a:pathLst>
                </a:custGeom>
                <a:solidFill>
                  <a:srgbClr val="2F62E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18" name="Freeform: Shape 117" descr="1c7740c5-d441-4ed4-84fb-7167aaf9caa5"/>
                <p:cNvSpPr/>
                <p:nvPr/>
              </p:nvSpPr>
              <p:spPr bwMode="auto">
                <a:xfrm>
                  <a:off x="2747" y="2665"/>
                  <a:ext cx="91" cy="93"/>
                </a:xfrm>
                <a:custGeom>
                  <a:avLst/>
                  <a:gdLst>
                    <a:gd name="T0" fmla="*/ 91 w 91"/>
                    <a:gd name="T1" fmla="*/ 93 h 93"/>
                    <a:gd name="T2" fmla="*/ 0 w 91"/>
                    <a:gd name="T3" fmla="*/ 40 h 93"/>
                    <a:gd name="T4" fmla="*/ 0 w 91"/>
                    <a:gd name="T5" fmla="*/ 0 h 93"/>
                    <a:gd name="T6" fmla="*/ 91 w 91"/>
                    <a:gd name="T7" fmla="*/ 52 h 93"/>
                    <a:gd name="T8" fmla="*/ 91 w 91"/>
                    <a:gd name="T9" fmla="*/ 93 h 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1" h="93">
                      <a:moveTo>
                        <a:pt x="91" y="93"/>
                      </a:moveTo>
                      <a:lnTo>
                        <a:pt x="0" y="40"/>
                      </a:lnTo>
                      <a:lnTo>
                        <a:pt x="0" y="0"/>
                      </a:lnTo>
                      <a:lnTo>
                        <a:pt x="91" y="52"/>
                      </a:lnTo>
                      <a:lnTo>
                        <a:pt x="91" y="93"/>
                      </a:lnTo>
                      <a:close/>
                    </a:path>
                  </a:pathLst>
                </a:custGeom>
                <a:solidFill>
                  <a:srgbClr val="0647A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19" name="Freeform: Shape 118" descr="bec4010a-e185-44b3-ad35-bfb439f5b4fd"/>
                <p:cNvSpPr/>
                <p:nvPr/>
              </p:nvSpPr>
              <p:spPr bwMode="auto">
                <a:xfrm>
                  <a:off x="2838" y="2634"/>
                  <a:ext cx="142" cy="124"/>
                </a:xfrm>
                <a:custGeom>
                  <a:avLst/>
                  <a:gdLst>
                    <a:gd name="T0" fmla="*/ 142 w 142"/>
                    <a:gd name="T1" fmla="*/ 40 h 124"/>
                    <a:gd name="T2" fmla="*/ 0 w 142"/>
                    <a:gd name="T3" fmla="*/ 124 h 124"/>
                    <a:gd name="T4" fmla="*/ 0 w 142"/>
                    <a:gd name="T5" fmla="*/ 83 h 124"/>
                    <a:gd name="T6" fmla="*/ 142 w 142"/>
                    <a:gd name="T7" fmla="*/ 0 h 124"/>
                    <a:gd name="T8" fmla="*/ 142 w 142"/>
                    <a:gd name="T9" fmla="*/ 40 h 12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2" h="124">
                      <a:moveTo>
                        <a:pt x="142" y="40"/>
                      </a:moveTo>
                      <a:lnTo>
                        <a:pt x="0" y="124"/>
                      </a:lnTo>
                      <a:lnTo>
                        <a:pt x="0" y="83"/>
                      </a:lnTo>
                      <a:lnTo>
                        <a:pt x="142" y="0"/>
                      </a:lnTo>
                      <a:lnTo>
                        <a:pt x="142" y="40"/>
                      </a:lnTo>
                      <a:close/>
                    </a:path>
                  </a:pathLst>
                </a:custGeom>
                <a:solidFill>
                  <a:srgbClr val="1C64D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20" name="Freeform: Shape 119" descr="db7caeb7-f165-4bd2-ae37-15c8769deacf"/>
                <p:cNvSpPr/>
                <p:nvPr/>
              </p:nvSpPr>
              <p:spPr bwMode="auto">
                <a:xfrm>
                  <a:off x="2747" y="2582"/>
                  <a:ext cx="233" cy="135"/>
                </a:xfrm>
                <a:custGeom>
                  <a:avLst/>
                  <a:gdLst>
                    <a:gd name="T0" fmla="*/ 91 w 233"/>
                    <a:gd name="T1" fmla="*/ 135 h 135"/>
                    <a:gd name="T2" fmla="*/ 0 w 233"/>
                    <a:gd name="T3" fmla="*/ 83 h 135"/>
                    <a:gd name="T4" fmla="*/ 143 w 233"/>
                    <a:gd name="T5" fmla="*/ 0 h 135"/>
                    <a:gd name="T6" fmla="*/ 233 w 233"/>
                    <a:gd name="T7" fmla="*/ 52 h 135"/>
                    <a:gd name="T8" fmla="*/ 91 w 233"/>
                    <a:gd name="T9" fmla="*/ 135 h 1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33" h="135">
                      <a:moveTo>
                        <a:pt x="91" y="135"/>
                      </a:moveTo>
                      <a:lnTo>
                        <a:pt x="0" y="83"/>
                      </a:lnTo>
                      <a:lnTo>
                        <a:pt x="143" y="0"/>
                      </a:lnTo>
                      <a:lnTo>
                        <a:pt x="233" y="52"/>
                      </a:lnTo>
                      <a:lnTo>
                        <a:pt x="91" y="135"/>
                      </a:lnTo>
                      <a:close/>
                    </a:path>
                  </a:pathLst>
                </a:custGeom>
                <a:solidFill>
                  <a:srgbClr val="2D83EE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21" name="Freeform: Shape 120" descr="1cd14166-2d9b-4fe6-bec6-55cc07f94d32"/>
                <p:cNvSpPr/>
                <p:nvPr/>
              </p:nvSpPr>
              <p:spPr bwMode="auto">
                <a:xfrm>
                  <a:off x="4735" y="3036"/>
                  <a:ext cx="67" cy="66"/>
                </a:xfrm>
                <a:custGeom>
                  <a:avLst/>
                  <a:gdLst>
                    <a:gd name="T0" fmla="*/ 67 w 67"/>
                    <a:gd name="T1" fmla="*/ 66 h 66"/>
                    <a:gd name="T2" fmla="*/ 0 w 67"/>
                    <a:gd name="T3" fmla="*/ 28 h 66"/>
                    <a:gd name="T4" fmla="*/ 0 w 67"/>
                    <a:gd name="T5" fmla="*/ 0 h 66"/>
                    <a:gd name="T6" fmla="*/ 67 w 67"/>
                    <a:gd name="T7" fmla="*/ 38 h 66"/>
                    <a:gd name="T8" fmla="*/ 67 w 67"/>
                    <a:gd name="T9" fmla="*/ 66 h 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6">
                      <a:moveTo>
                        <a:pt x="67" y="66"/>
                      </a:moveTo>
                      <a:lnTo>
                        <a:pt x="0" y="28"/>
                      </a:lnTo>
                      <a:lnTo>
                        <a:pt x="0" y="0"/>
                      </a:lnTo>
                      <a:lnTo>
                        <a:pt x="67" y="38"/>
                      </a:lnTo>
                      <a:lnTo>
                        <a:pt x="67" y="66"/>
                      </a:lnTo>
                      <a:close/>
                    </a:path>
                  </a:pathLst>
                </a:custGeom>
                <a:solidFill>
                  <a:srgbClr val="0647A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22" name="Freeform: Shape 121" descr="c8437962-fca6-4b28-9f0e-edf464884deb"/>
                <p:cNvSpPr/>
                <p:nvPr/>
              </p:nvSpPr>
              <p:spPr bwMode="auto">
                <a:xfrm>
                  <a:off x="4802" y="3033"/>
                  <a:ext cx="71" cy="69"/>
                </a:xfrm>
                <a:custGeom>
                  <a:avLst/>
                  <a:gdLst>
                    <a:gd name="T0" fmla="*/ 71 w 71"/>
                    <a:gd name="T1" fmla="*/ 29 h 69"/>
                    <a:gd name="T2" fmla="*/ 0 w 71"/>
                    <a:gd name="T3" fmla="*/ 69 h 69"/>
                    <a:gd name="T4" fmla="*/ 0 w 71"/>
                    <a:gd name="T5" fmla="*/ 41 h 69"/>
                    <a:gd name="T6" fmla="*/ 71 w 71"/>
                    <a:gd name="T7" fmla="*/ 0 h 69"/>
                    <a:gd name="T8" fmla="*/ 71 w 71"/>
                    <a:gd name="T9" fmla="*/ 29 h 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1" h="69">
                      <a:moveTo>
                        <a:pt x="71" y="29"/>
                      </a:moveTo>
                      <a:lnTo>
                        <a:pt x="0" y="69"/>
                      </a:lnTo>
                      <a:lnTo>
                        <a:pt x="0" y="41"/>
                      </a:lnTo>
                      <a:lnTo>
                        <a:pt x="71" y="0"/>
                      </a:lnTo>
                      <a:lnTo>
                        <a:pt x="71" y="29"/>
                      </a:lnTo>
                      <a:close/>
                    </a:path>
                  </a:pathLst>
                </a:custGeom>
                <a:solidFill>
                  <a:srgbClr val="1C64D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23" name="Freeform: Shape 122" descr="ed19ff34-6e75-44e7-bf6d-ffcecdff5e34"/>
                <p:cNvSpPr/>
                <p:nvPr/>
              </p:nvSpPr>
              <p:spPr bwMode="auto">
                <a:xfrm>
                  <a:off x="4735" y="2995"/>
                  <a:ext cx="138" cy="79"/>
                </a:xfrm>
                <a:custGeom>
                  <a:avLst/>
                  <a:gdLst>
                    <a:gd name="T0" fmla="*/ 67 w 138"/>
                    <a:gd name="T1" fmla="*/ 79 h 79"/>
                    <a:gd name="T2" fmla="*/ 0 w 138"/>
                    <a:gd name="T3" fmla="*/ 41 h 79"/>
                    <a:gd name="T4" fmla="*/ 71 w 138"/>
                    <a:gd name="T5" fmla="*/ 0 h 79"/>
                    <a:gd name="T6" fmla="*/ 138 w 138"/>
                    <a:gd name="T7" fmla="*/ 38 h 79"/>
                    <a:gd name="T8" fmla="*/ 67 w 138"/>
                    <a:gd name="T9" fmla="*/ 79 h 7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8" h="79">
                      <a:moveTo>
                        <a:pt x="67" y="79"/>
                      </a:moveTo>
                      <a:lnTo>
                        <a:pt x="0" y="41"/>
                      </a:lnTo>
                      <a:lnTo>
                        <a:pt x="71" y="0"/>
                      </a:lnTo>
                      <a:lnTo>
                        <a:pt x="138" y="38"/>
                      </a:lnTo>
                      <a:lnTo>
                        <a:pt x="67" y="79"/>
                      </a:lnTo>
                      <a:close/>
                    </a:path>
                  </a:pathLst>
                </a:custGeom>
                <a:solidFill>
                  <a:srgbClr val="2D83EE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24" name="Freeform: Shape 123" descr="5e2fdb4c-3d77-42bc-8474-24b212d930a7"/>
                <p:cNvSpPr/>
                <p:nvPr/>
              </p:nvSpPr>
              <p:spPr bwMode="auto">
                <a:xfrm>
                  <a:off x="3779" y="3425"/>
                  <a:ext cx="91" cy="91"/>
                </a:xfrm>
                <a:custGeom>
                  <a:avLst/>
                  <a:gdLst>
                    <a:gd name="T0" fmla="*/ 91 w 91"/>
                    <a:gd name="T1" fmla="*/ 91 h 91"/>
                    <a:gd name="T2" fmla="*/ 0 w 91"/>
                    <a:gd name="T3" fmla="*/ 38 h 91"/>
                    <a:gd name="T4" fmla="*/ 0 w 91"/>
                    <a:gd name="T5" fmla="*/ 0 h 91"/>
                    <a:gd name="T6" fmla="*/ 91 w 91"/>
                    <a:gd name="T7" fmla="*/ 50 h 91"/>
                    <a:gd name="T8" fmla="*/ 91 w 91"/>
                    <a:gd name="T9" fmla="*/ 91 h 9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1" h="91">
                      <a:moveTo>
                        <a:pt x="91" y="91"/>
                      </a:moveTo>
                      <a:lnTo>
                        <a:pt x="0" y="38"/>
                      </a:lnTo>
                      <a:lnTo>
                        <a:pt x="0" y="0"/>
                      </a:lnTo>
                      <a:lnTo>
                        <a:pt x="91" y="50"/>
                      </a:lnTo>
                      <a:lnTo>
                        <a:pt x="91" y="91"/>
                      </a:lnTo>
                      <a:close/>
                    </a:path>
                  </a:pathLst>
                </a:custGeom>
                <a:solidFill>
                  <a:srgbClr val="0647A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25" name="Freeform: Shape 124" descr="d126fb21-aa19-44e2-af5c-2b2a4d75824a"/>
                <p:cNvSpPr/>
                <p:nvPr/>
              </p:nvSpPr>
              <p:spPr bwMode="auto">
                <a:xfrm>
                  <a:off x="3870" y="3420"/>
                  <a:ext cx="97" cy="96"/>
                </a:xfrm>
                <a:custGeom>
                  <a:avLst/>
                  <a:gdLst>
                    <a:gd name="T0" fmla="*/ 97 w 97"/>
                    <a:gd name="T1" fmla="*/ 39 h 96"/>
                    <a:gd name="T2" fmla="*/ 0 w 97"/>
                    <a:gd name="T3" fmla="*/ 96 h 96"/>
                    <a:gd name="T4" fmla="*/ 0 w 97"/>
                    <a:gd name="T5" fmla="*/ 55 h 96"/>
                    <a:gd name="T6" fmla="*/ 97 w 97"/>
                    <a:gd name="T7" fmla="*/ 0 h 96"/>
                    <a:gd name="T8" fmla="*/ 97 w 97"/>
                    <a:gd name="T9" fmla="*/ 3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7" h="96">
                      <a:moveTo>
                        <a:pt x="97" y="39"/>
                      </a:moveTo>
                      <a:lnTo>
                        <a:pt x="0" y="96"/>
                      </a:lnTo>
                      <a:lnTo>
                        <a:pt x="0" y="55"/>
                      </a:lnTo>
                      <a:lnTo>
                        <a:pt x="97" y="0"/>
                      </a:lnTo>
                      <a:lnTo>
                        <a:pt x="97" y="39"/>
                      </a:lnTo>
                      <a:close/>
                    </a:path>
                  </a:pathLst>
                </a:custGeom>
                <a:solidFill>
                  <a:srgbClr val="1C64D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26" name="Freeform: Shape 125" descr="97038ee1-6647-4ccd-af21-78ac59cf7fb2"/>
                <p:cNvSpPr/>
                <p:nvPr/>
              </p:nvSpPr>
              <p:spPr bwMode="auto">
                <a:xfrm>
                  <a:off x="3779" y="3368"/>
                  <a:ext cx="188" cy="107"/>
                </a:xfrm>
                <a:custGeom>
                  <a:avLst/>
                  <a:gdLst>
                    <a:gd name="T0" fmla="*/ 91 w 188"/>
                    <a:gd name="T1" fmla="*/ 107 h 107"/>
                    <a:gd name="T2" fmla="*/ 0 w 188"/>
                    <a:gd name="T3" fmla="*/ 57 h 107"/>
                    <a:gd name="T4" fmla="*/ 98 w 188"/>
                    <a:gd name="T5" fmla="*/ 0 h 107"/>
                    <a:gd name="T6" fmla="*/ 188 w 188"/>
                    <a:gd name="T7" fmla="*/ 52 h 107"/>
                    <a:gd name="T8" fmla="*/ 91 w 188"/>
                    <a:gd name="T9" fmla="*/ 107 h 10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88" h="107">
                      <a:moveTo>
                        <a:pt x="91" y="107"/>
                      </a:moveTo>
                      <a:lnTo>
                        <a:pt x="0" y="57"/>
                      </a:lnTo>
                      <a:lnTo>
                        <a:pt x="98" y="0"/>
                      </a:lnTo>
                      <a:lnTo>
                        <a:pt x="188" y="52"/>
                      </a:lnTo>
                      <a:lnTo>
                        <a:pt x="91" y="107"/>
                      </a:lnTo>
                      <a:close/>
                    </a:path>
                  </a:pathLst>
                </a:custGeom>
                <a:solidFill>
                  <a:srgbClr val="2D83EE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27" name="Freeform: Shape 126" descr="4a82c536-76aa-4f2a-9431-e3221142d2e0"/>
                <p:cNvSpPr/>
                <p:nvPr/>
              </p:nvSpPr>
              <p:spPr bwMode="auto">
                <a:xfrm>
                  <a:off x="3052" y="3169"/>
                  <a:ext cx="116" cy="168"/>
                </a:xfrm>
                <a:custGeom>
                  <a:avLst/>
                  <a:gdLst>
                    <a:gd name="T0" fmla="*/ 116 w 116"/>
                    <a:gd name="T1" fmla="*/ 168 h 168"/>
                    <a:gd name="T2" fmla="*/ 0 w 116"/>
                    <a:gd name="T3" fmla="*/ 99 h 168"/>
                    <a:gd name="T4" fmla="*/ 0 w 116"/>
                    <a:gd name="T5" fmla="*/ 0 h 168"/>
                    <a:gd name="T6" fmla="*/ 116 w 116"/>
                    <a:gd name="T7" fmla="*/ 66 h 168"/>
                    <a:gd name="T8" fmla="*/ 116 w 116"/>
                    <a:gd name="T9" fmla="*/ 168 h 1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15" h="168">
                      <a:moveTo>
                        <a:pt x="116" y="168"/>
                      </a:moveTo>
                      <a:lnTo>
                        <a:pt x="0" y="99"/>
                      </a:lnTo>
                      <a:lnTo>
                        <a:pt x="0" y="0"/>
                      </a:lnTo>
                      <a:lnTo>
                        <a:pt x="116" y="66"/>
                      </a:lnTo>
                      <a:lnTo>
                        <a:pt x="116" y="168"/>
                      </a:lnTo>
                      <a:close/>
                    </a:path>
                  </a:pathLst>
                </a:custGeom>
                <a:solidFill>
                  <a:srgbClr val="0647A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28" name="Freeform: Shape 127" descr="45f2eeb7-b7fd-4000-a104-0c391cb48964"/>
                <p:cNvSpPr/>
                <p:nvPr/>
              </p:nvSpPr>
              <p:spPr bwMode="auto">
                <a:xfrm>
                  <a:off x="3168" y="3128"/>
                  <a:ext cx="186" cy="209"/>
                </a:xfrm>
                <a:custGeom>
                  <a:avLst/>
                  <a:gdLst>
                    <a:gd name="T0" fmla="*/ 0 w 186"/>
                    <a:gd name="T1" fmla="*/ 107 h 209"/>
                    <a:gd name="T2" fmla="*/ 0 w 186"/>
                    <a:gd name="T3" fmla="*/ 209 h 209"/>
                    <a:gd name="T4" fmla="*/ 186 w 186"/>
                    <a:gd name="T5" fmla="*/ 102 h 209"/>
                    <a:gd name="T6" fmla="*/ 186 w 186"/>
                    <a:gd name="T7" fmla="*/ 0 h 209"/>
                    <a:gd name="T8" fmla="*/ 0 w 186"/>
                    <a:gd name="T9" fmla="*/ 107 h 20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86" h="209">
                      <a:moveTo>
                        <a:pt x="0" y="107"/>
                      </a:moveTo>
                      <a:lnTo>
                        <a:pt x="0" y="209"/>
                      </a:lnTo>
                      <a:lnTo>
                        <a:pt x="186" y="102"/>
                      </a:lnTo>
                      <a:lnTo>
                        <a:pt x="186" y="0"/>
                      </a:lnTo>
                      <a:lnTo>
                        <a:pt x="0" y="107"/>
                      </a:lnTo>
                      <a:close/>
                    </a:path>
                  </a:pathLst>
                </a:custGeom>
                <a:solidFill>
                  <a:srgbClr val="1C64D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29" name="Freeform: Shape 128" descr="96b14536-2560-42f5-821e-57ca03efcc06"/>
                <p:cNvSpPr/>
                <p:nvPr/>
              </p:nvSpPr>
              <p:spPr bwMode="auto">
                <a:xfrm>
                  <a:off x="3052" y="3062"/>
                  <a:ext cx="302" cy="173"/>
                </a:xfrm>
                <a:custGeom>
                  <a:avLst/>
                  <a:gdLst>
                    <a:gd name="T0" fmla="*/ 116 w 302"/>
                    <a:gd name="T1" fmla="*/ 173 h 173"/>
                    <a:gd name="T2" fmla="*/ 0 w 302"/>
                    <a:gd name="T3" fmla="*/ 107 h 173"/>
                    <a:gd name="T4" fmla="*/ 185 w 302"/>
                    <a:gd name="T5" fmla="*/ 0 h 173"/>
                    <a:gd name="T6" fmla="*/ 302 w 302"/>
                    <a:gd name="T7" fmla="*/ 66 h 173"/>
                    <a:gd name="T8" fmla="*/ 116 w 302"/>
                    <a:gd name="T9" fmla="*/ 173 h 17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02" h="173">
                      <a:moveTo>
                        <a:pt x="116" y="173"/>
                      </a:moveTo>
                      <a:lnTo>
                        <a:pt x="0" y="107"/>
                      </a:lnTo>
                      <a:lnTo>
                        <a:pt x="185" y="0"/>
                      </a:lnTo>
                      <a:lnTo>
                        <a:pt x="302" y="66"/>
                      </a:lnTo>
                      <a:lnTo>
                        <a:pt x="116" y="173"/>
                      </a:lnTo>
                      <a:close/>
                    </a:path>
                  </a:pathLst>
                </a:custGeom>
                <a:solidFill>
                  <a:srgbClr val="2D83EE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30" name="Freeform: Shape 129" descr="fcd3cba8-0240-4cce-bdb1-27fb53f8af1d"/>
                <p:cNvSpPr/>
                <p:nvPr/>
              </p:nvSpPr>
              <p:spPr bwMode="auto">
                <a:xfrm>
                  <a:off x="4559" y="2767"/>
                  <a:ext cx="91" cy="90"/>
                </a:xfrm>
                <a:custGeom>
                  <a:avLst/>
                  <a:gdLst>
                    <a:gd name="T0" fmla="*/ 91 w 91"/>
                    <a:gd name="T1" fmla="*/ 90 h 90"/>
                    <a:gd name="T2" fmla="*/ 0 w 91"/>
                    <a:gd name="T3" fmla="*/ 38 h 90"/>
                    <a:gd name="T4" fmla="*/ 0 w 91"/>
                    <a:gd name="T5" fmla="*/ 0 h 90"/>
                    <a:gd name="T6" fmla="*/ 91 w 91"/>
                    <a:gd name="T7" fmla="*/ 52 h 90"/>
                    <a:gd name="T8" fmla="*/ 91 w 91"/>
                    <a:gd name="T9" fmla="*/ 90 h 9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1" h="90">
                      <a:moveTo>
                        <a:pt x="91" y="90"/>
                      </a:moveTo>
                      <a:lnTo>
                        <a:pt x="0" y="38"/>
                      </a:lnTo>
                      <a:lnTo>
                        <a:pt x="0" y="0"/>
                      </a:lnTo>
                      <a:lnTo>
                        <a:pt x="91" y="52"/>
                      </a:lnTo>
                      <a:lnTo>
                        <a:pt x="91" y="90"/>
                      </a:lnTo>
                      <a:close/>
                    </a:path>
                  </a:pathLst>
                </a:custGeom>
                <a:solidFill>
                  <a:srgbClr val="0647A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31" name="Freeform: Shape 130" descr="77407a89-e6de-4775-ade3-2ddd8c51d2b3"/>
                <p:cNvSpPr/>
                <p:nvPr/>
              </p:nvSpPr>
              <p:spPr bwMode="auto">
                <a:xfrm>
                  <a:off x="4650" y="2736"/>
                  <a:ext cx="145" cy="121"/>
                </a:xfrm>
                <a:custGeom>
                  <a:avLst/>
                  <a:gdLst>
                    <a:gd name="T0" fmla="*/ 145 w 145"/>
                    <a:gd name="T1" fmla="*/ 41 h 121"/>
                    <a:gd name="T2" fmla="*/ 0 w 145"/>
                    <a:gd name="T3" fmla="*/ 121 h 121"/>
                    <a:gd name="T4" fmla="*/ 0 w 145"/>
                    <a:gd name="T5" fmla="*/ 83 h 121"/>
                    <a:gd name="T6" fmla="*/ 145 w 145"/>
                    <a:gd name="T7" fmla="*/ 0 h 121"/>
                    <a:gd name="T8" fmla="*/ 145 w 145"/>
                    <a:gd name="T9" fmla="*/ 41 h 1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5" h="120">
                      <a:moveTo>
                        <a:pt x="145" y="41"/>
                      </a:moveTo>
                      <a:lnTo>
                        <a:pt x="0" y="121"/>
                      </a:lnTo>
                      <a:lnTo>
                        <a:pt x="0" y="83"/>
                      </a:lnTo>
                      <a:lnTo>
                        <a:pt x="145" y="0"/>
                      </a:lnTo>
                      <a:lnTo>
                        <a:pt x="145" y="41"/>
                      </a:lnTo>
                      <a:close/>
                    </a:path>
                  </a:pathLst>
                </a:custGeom>
                <a:solidFill>
                  <a:srgbClr val="1C64D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32" name="Freeform: Shape 131" descr="d8fdac81-cb8d-4199-9fff-da561b0f79ed"/>
                <p:cNvSpPr/>
                <p:nvPr/>
              </p:nvSpPr>
              <p:spPr bwMode="auto">
                <a:xfrm>
                  <a:off x="4559" y="2684"/>
                  <a:ext cx="236" cy="135"/>
                </a:xfrm>
                <a:custGeom>
                  <a:avLst/>
                  <a:gdLst>
                    <a:gd name="T0" fmla="*/ 91 w 236"/>
                    <a:gd name="T1" fmla="*/ 135 h 135"/>
                    <a:gd name="T2" fmla="*/ 0 w 236"/>
                    <a:gd name="T3" fmla="*/ 83 h 135"/>
                    <a:gd name="T4" fmla="*/ 143 w 236"/>
                    <a:gd name="T5" fmla="*/ 0 h 135"/>
                    <a:gd name="T6" fmla="*/ 236 w 236"/>
                    <a:gd name="T7" fmla="*/ 52 h 135"/>
                    <a:gd name="T8" fmla="*/ 91 w 236"/>
                    <a:gd name="T9" fmla="*/ 135 h 1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36" h="135">
                      <a:moveTo>
                        <a:pt x="91" y="135"/>
                      </a:moveTo>
                      <a:lnTo>
                        <a:pt x="0" y="83"/>
                      </a:lnTo>
                      <a:lnTo>
                        <a:pt x="143" y="0"/>
                      </a:lnTo>
                      <a:lnTo>
                        <a:pt x="236" y="52"/>
                      </a:lnTo>
                      <a:lnTo>
                        <a:pt x="91" y="135"/>
                      </a:lnTo>
                      <a:close/>
                    </a:path>
                  </a:pathLst>
                </a:custGeom>
                <a:solidFill>
                  <a:srgbClr val="2D83EE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33" name="Freeform: Shape 132" descr="5c085975-5aee-4b03-84a9-43bd8c5f1283"/>
                <p:cNvSpPr/>
                <p:nvPr/>
              </p:nvSpPr>
              <p:spPr bwMode="auto">
                <a:xfrm>
                  <a:off x="3725" y="1976"/>
                  <a:ext cx="294" cy="169"/>
                </a:xfrm>
                <a:custGeom>
                  <a:avLst/>
                  <a:gdLst>
                    <a:gd name="T0" fmla="*/ 147 w 294"/>
                    <a:gd name="T1" fmla="*/ 169 h 169"/>
                    <a:gd name="T2" fmla="*/ 0 w 294"/>
                    <a:gd name="T3" fmla="*/ 83 h 169"/>
                    <a:gd name="T4" fmla="*/ 147 w 294"/>
                    <a:gd name="T5" fmla="*/ 0 h 169"/>
                    <a:gd name="T6" fmla="*/ 294 w 294"/>
                    <a:gd name="T7" fmla="*/ 83 h 169"/>
                    <a:gd name="T8" fmla="*/ 147 w 294"/>
                    <a:gd name="T9" fmla="*/ 169 h 1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4" h="169">
                      <a:moveTo>
                        <a:pt x="147" y="169"/>
                      </a:moveTo>
                      <a:lnTo>
                        <a:pt x="0" y="83"/>
                      </a:lnTo>
                      <a:lnTo>
                        <a:pt x="147" y="0"/>
                      </a:lnTo>
                      <a:lnTo>
                        <a:pt x="294" y="83"/>
                      </a:lnTo>
                      <a:lnTo>
                        <a:pt x="147" y="169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34" name="Freeform: Shape 133" descr="1084933f-7e68-4cb1-80b0-0407981d2a2f"/>
                <p:cNvSpPr/>
                <p:nvPr/>
              </p:nvSpPr>
              <p:spPr bwMode="auto">
                <a:xfrm>
                  <a:off x="3725" y="2059"/>
                  <a:ext cx="147" cy="245"/>
                </a:xfrm>
                <a:custGeom>
                  <a:avLst/>
                  <a:gdLst>
                    <a:gd name="T0" fmla="*/ 147 w 147"/>
                    <a:gd name="T1" fmla="*/ 245 h 245"/>
                    <a:gd name="T2" fmla="*/ 0 w 147"/>
                    <a:gd name="T3" fmla="*/ 159 h 245"/>
                    <a:gd name="T4" fmla="*/ 0 w 147"/>
                    <a:gd name="T5" fmla="*/ 0 h 245"/>
                    <a:gd name="T6" fmla="*/ 147 w 147"/>
                    <a:gd name="T7" fmla="*/ 86 h 245"/>
                    <a:gd name="T8" fmla="*/ 147 w 147"/>
                    <a:gd name="T9" fmla="*/ 245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245"/>
                      </a:moveTo>
                      <a:lnTo>
                        <a:pt x="0" y="159"/>
                      </a:lnTo>
                      <a:lnTo>
                        <a:pt x="0" y="0"/>
                      </a:lnTo>
                      <a:lnTo>
                        <a:pt x="147" y="86"/>
                      </a:lnTo>
                      <a:lnTo>
                        <a:pt x="147" y="245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35" name="Freeform: Shape 134" descr="cb3bbcb1-c064-479a-971f-8b354df8f66c"/>
                <p:cNvSpPr/>
                <p:nvPr/>
              </p:nvSpPr>
              <p:spPr bwMode="auto">
                <a:xfrm>
                  <a:off x="3872" y="2059"/>
                  <a:ext cx="147" cy="245"/>
                </a:xfrm>
                <a:custGeom>
                  <a:avLst/>
                  <a:gdLst>
                    <a:gd name="T0" fmla="*/ 147 w 147"/>
                    <a:gd name="T1" fmla="*/ 159 h 245"/>
                    <a:gd name="T2" fmla="*/ 0 w 147"/>
                    <a:gd name="T3" fmla="*/ 245 h 245"/>
                    <a:gd name="T4" fmla="*/ 0 w 147"/>
                    <a:gd name="T5" fmla="*/ 86 h 245"/>
                    <a:gd name="T6" fmla="*/ 147 w 147"/>
                    <a:gd name="T7" fmla="*/ 0 h 245"/>
                    <a:gd name="T8" fmla="*/ 147 w 147"/>
                    <a:gd name="T9" fmla="*/ 159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159"/>
                      </a:moveTo>
                      <a:lnTo>
                        <a:pt x="0" y="245"/>
                      </a:lnTo>
                      <a:lnTo>
                        <a:pt x="0" y="86"/>
                      </a:lnTo>
                      <a:lnTo>
                        <a:pt x="147" y="0"/>
                      </a:lnTo>
                      <a:lnTo>
                        <a:pt x="147" y="159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36" name="Freeform: Shape 135" descr="39986951-0a4a-486b-bb42-8f554cb391e5"/>
                <p:cNvSpPr/>
                <p:nvPr/>
              </p:nvSpPr>
              <p:spPr bwMode="auto">
                <a:xfrm>
                  <a:off x="3889" y="2071"/>
                  <a:ext cx="297" cy="169"/>
                </a:xfrm>
                <a:custGeom>
                  <a:avLst/>
                  <a:gdLst>
                    <a:gd name="T0" fmla="*/ 147 w 297"/>
                    <a:gd name="T1" fmla="*/ 169 h 169"/>
                    <a:gd name="T2" fmla="*/ 0 w 297"/>
                    <a:gd name="T3" fmla="*/ 85 h 169"/>
                    <a:gd name="T4" fmla="*/ 147 w 297"/>
                    <a:gd name="T5" fmla="*/ 0 h 169"/>
                    <a:gd name="T6" fmla="*/ 297 w 297"/>
                    <a:gd name="T7" fmla="*/ 85 h 169"/>
                    <a:gd name="T8" fmla="*/ 147 w 297"/>
                    <a:gd name="T9" fmla="*/ 169 h 1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7" h="169">
                      <a:moveTo>
                        <a:pt x="147" y="169"/>
                      </a:moveTo>
                      <a:lnTo>
                        <a:pt x="0" y="85"/>
                      </a:lnTo>
                      <a:lnTo>
                        <a:pt x="147" y="0"/>
                      </a:lnTo>
                      <a:lnTo>
                        <a:pt x="297" y="85"/>
                      </a:lnTo>
                      <a:lnTo>
                        <a:pt x="147" y="169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37" name="Freeform: Shape 136" descr="f0c37e23-36c4-4bce-9b37-5f758ccc58b4"/>
                <p:cNvSpPr/>
                <p:nvPr/>
              </p:nvSpPr>
              <p:spPr bwMode="auto">
                <a:xfrm>
                  <a:off x="3889" y="2156"/>
                  <a:ext cx="147" cy="243"/>
                </a:xfrm>
                <a:custGeom>
                  <a:avLst/>
                  <a:gdLst>
                    <a:gd name="T0" fmla="*/ 147 w 147"/>
                    <a:gd name="T1" fmla="*/ 243 h 243"/>
                    <a:gd name="T2" fmla="*/ 0 w 147"/>
                    <a:gd name="T3" fmla="*/ 157 h 243"/>
                    <a:gd name="T4" fmla="*/ 0 w 147"/>
                    <a:gd name="T5" fmla="*/ 0 h 243"/>
                    <a:gd name="T6" fmla="*/ 147 w 147"/>
                    <a:gd name="T7" fmla="*/ 84 h 243"/>
                    <a:gd name="T8" fmla="*/ 147 w 147"/>
                    <a:gd name="T9" fmla="*/ 243 h 2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3">
                      <a:moveTo>
                        <a:pt x="147" y="243"/>
                      </a:moveTo>
                      <a:lnTo>
                        <a:pt x="0" y="157"/>
                      </a:lnTo>
                      <a:lnTo>
                        <a:pt x="0" y="0"/>
                      </a:lnTo>
                      <a:lnTo>
                        <a:pt x="147" y="84"/>
                      </a:lnTo>
                      <a:lnTo>
                        <a:pt x="147" y="243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38" name="Freeform: Shape 137" descr="fa232b70-64c0-4351-a65c-695ac04ba271"/>
                <p:cNvSpPr/>
                <p:nvPr/>
              </p:nvSpPr>
              <p:spPr bwMode="auto">
                <a:xfrm>
                  <a:off x="4036" y="2156"/>
                  <a:ext cx="150" cy="243"/>
                </a:xfrm>
                <a:custGeom>
                  <a:avLst/>
                  <a:gdLst>
                    <a:gd name="T0" fmla="*/ 150 w 150"/>
                    <a:gd name="T1" fmla="*/ 157 h 243"/>
                    <a:gd name="T2" fmla="*/ 0 w 150"/>
                    <a:gd name="T3" fmla="*/ 243 h 243"/>
                    <a:gd name="T4" fmla="*/ 0 w 150"/>
                    <a:gd name="T5" fmla="*/ 84 h 243"/>
                    <a:gd name="T6" fmla="*/ 150 w 150"/>
                    <a:gd name="T7" fmla="*/ 0 h 243"/>
                    <a:gd name="T8" fmla="*/ 150 w 150"/>
                    <a:gd name="T9" fmla="*/ 157 h 2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50" h="243">
                      <a:moveTo>
                        <a:pt x="150" y="157"/>
                      </a:moveTo>
                      <a:lnTo>
                        <a:pt x="0" y="243"/>
                      </a:lnTo>
                      <a:lnTo>
                        <a:pt x="0" y="84"/>
                      </a:lnTo>
                      <a:lnTo>
                        <a:pt x="150" y="0"/>
                      </a:lnTo>
                      <a:lnTo>
                        <a:pt x="150" y="157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39" name="Freeform: Shape 138" descr="d7db37d1-9179-453c-acdd-d4f39ec4a7c7"/>
                <p:cNvSpPr/>
                <p:nvPr/>
              </p:nvSpPr>
              <p:spPr bwMode="auto">
                <a:xfrm>
                  <a:off x="4055" y="2166"/>
                  <a:ext cx="295" cy="171"/>
                </a:xfrm>
                <a:custGeom>
                  <a:avLst/>
                  <a:gdLst>
                    <a:gd name="T0" fmla="*/ 148 w 295"/>
                    <a:gd name="T1" fmla="*/ 171 h 171"/>
                    <a:gd name="T2" fmla="*/ 0 w 295"/>
                    <a:gd name="T3" fmla="*/ 85 h 171"/>
                    <a:gd name="T4" fmla="*/ 148 w 295"/>
                    <a:gd name="T5" fmla="*/ 0 h 171"/>
                    <a:gd name="T6" fmla="*/ 295 w 295"/>
                    <a:gd name="T7" fmla="*/ 85 h 171"/>
                    <a:gd name="T8" fmla="*/ 148 w 295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71">
                      <a:moveTo>
                        <a:pt x="148" y="171"/>
                      </a:moveTo>
                      <a:lnTo>
                        <a:pt x="0" y="85"/>
                      </a:lnTo>
                      <a:lnTo>
                        <a:pt x="148" y="0"/>
                      </a:lnTo>
                      <a:lnTo>
                        <a:pt x="295" y="85"/>
                      </a:lnTo>
                      <a:lnTo>
                        <a:pt x="148" y="17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40" name="Freeform: Shape 139" descr="fe560909-fb25-4bc4-a6c7-5799102d0b0b"/>
                <p:cNvSpPr/>
                <p:nvPr/>
              </p:nvSpPr>
              <p:spPr bwMode="auto">
                <a:xfrm>
                  <a:off x="4055" y="2251"/>
                  <a:ext cx="148" cy="245"/>
                </a:xfrm>
                <a:custGeom>
                  <a:avLst/>
                  <a:gdLst>
                    <a:gd name="T0" fmla="*/ 148 w 148"/>
                    <a:gd name="T1" fmla="*/ 245 h 245"/>
                    <a:gd name="T2" fmla="*/ 0 w 148"/>
                    <a:gd name="T3" fmla="*/ 160 h 245"/>
                    <a:gd name="T4" fmla="*/ 0 w 148"/>
                    <a:gd name="T5" fmla="*/ 0 h 245"/>
                    <a:gd name="T6" fmla="*/ 148 w 148"/>
                    <a:gd name="T7" fmla="*/ 86 h 245"/>
                    <a:gd name="T8" fmla="*/ 148 w 148"/>
                    <a:gd name="T9" fmla="*/ 245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5">
                      <a:moveTo>
                        <a:pt x="148" y="245"/>
                      </a:moveTo>
                      <a:lnTo>
                        <a:pt x="0" y="160"/>
                      </a:lnTo>
                      <a:lnTo>
                        <a:pt x="0" y="0"/>
                      </a:lnTo>
                      <a:lnTo>
                        <a:pt x="148" y="86"/>
                      </a:lnTo>
                      <a:lnTo>
                        <a:pt x="148" y="245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41" name="Freeform: Shape 140" descr="49f8b658-b145-433b-98ee-9d661c9315d4"/>
                <p:cNvSpPr/>
                <p:nvPr/>
              </p:nvSpPr>
              <p:spPr bwMode="auto">
                <a:xfrm>
                  <a:off x="4203" y="2251"/>
                  <a:ext cx="147" cy="245"/>
                </a:xfrm>
                <a:custGeom>
                  <a:avLst/>
                  <a:gdLst>
                    <a:gd name="T0" fmla="*/ 147 w 147"/>
                    <a:gd name="T1" fmla="*/ 160 h 245"/>
                    <a:gd name="T2" fmla="*/ 0 w 147"/>
                    <a:gd name="T3" fmla="*/ 245 h 245"/>
                    <a:gd name="T4" fmla="*/ 0 w 147"/>
                    <a:gd name="T5" fmla="*/ 86 h 245"/>
                    <a:gd name="T6" fmla="*/ 147 w 147"/>
                    <a:gd name="T7" fmla="*/ 0 h 245"/>
                    <a:gd name="T8" fmla="*/ 147 w 147"/>
                    <a:gd name="T9" fmla="*/ 160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160"/>
                      </a:moveTo>
                      <a:lnTo>
                        <a:pt x="0" y="245"/>
                      </a:lnTo>
                      <a:lnTo>
                        <a:pt x="0" y="86"/>
                      </a:lnTo>
                      <a:lnTo>
                        <a:pt x="147" y="0"/>
                      </a:lnTo>
                      <a:lnTo>
                        <a:pt x="147" y="160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42" name="Freeform: Shape 141" descr="6deb1308-6de5-4a16-801b-1bb40be12ec1"/>
                <p:cNvSpPr/>
                <p:nvPr/>
              </p:nvSpPr>
              <p:spPr bwMode="auto">
                <a:xfrm>
                  <a:off x="4222" y="2261"/>
                  <a:ext cx="294" cy="171"/>
                </a:xfrm>
                <a:custGeom>
                  <a:avLst/>
                  <a:gdLst>
                    <a:gd name="T0" fmla="*/ 147 w 294"/>
                    <a:gd name="T1" fmla="*/ 171 h 171"/>
                    <a:gd name="T2" fmla="*/ 0 w 294"/>
                    <a:gd name="T3" fmla="*/ 86 h 171"/>
                    <a:gd name="T4" fmla="*/ 147 w 294"/>
                    <a:gd name="T5" fmla="*/ 0 h 171"/>
                    <a:gd name="T6" fmla="*/ 294 w 294"/>
                    <a:gd name="T7" fmla="*/ 86 h 171"/>
                    <a:gd name="T8" fmla="*/ 147 w 294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4" h="171">
                      <a:moveTo>
                        <a:pt x="147" y="171"/>
                      </a:moveTo>
                      <a:lnTo>
                        <a:pt x="0" y="86"/>
                      </a:lnTo>
                      <a:lnTo>
                        <a:pt x="147" y="0"/>
                      </a:lnTo>
                      <a:lnTo>
                        <a:pt x="294" y="86"/>
                      </a:lnTo>
                      <a:lnTo>
                        <a:pt x="147" y="17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43" name="Freeform: Shape 142" descr="9da74bda-ed7e-4b52-9f93-b3cc8b45a6f7"/>
                <p:cNvSpPr/>
                <p:nvPr/>
              </p:nvSpPr>
              <p:spPr bwMode="auto">
                <a:xfrm>
                  <a:off x="4222" y="2347"/>
                  <a:ext cx="147" cy="244"/>
                </a:xfrm>
                <a:custGeom>
                  <a:avLst/>
                  <a:gdLst>
                    <a:gd name="T0" fmla="*/ 147 w 147"/>
                    <a:gd name="T1" fmla="*/ 244 h 244"/>
                    <a:gd name="T2" fmla="*/ 0 w 147"/>
                    <a:gd name="T3" fmla="*/ 159 h 244"/>
                    <a:gd name="T4" fmla="*/ 0 w 147"/>
                    <a:gd name="T5" fmla="*/ 0 h 244"/>
                    <a:gd name="T6" fmla="*/ 147 w 147"/>
                    <a:gd name="T7" fmla="*/ 85 h 244"/>
                    <a:gd name="T8" fmla="*/ 147 w 147"/>
                    <a:gd name="T9" fmla="*/ 244 h 2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4">
                      <a:moveTo>
                        <a:pt x="147" y="244"/>
                      </a:moveTo>
                      <a:lnTo>
                        <a:pt x="0" y="159"/>
                      </a:lnTo>
                      <a:lnTo>
                        <a:pt x="0" y="0"/>
                      </a:lnTo>
                      <a:lnTo>
                        <a:pt x="147" y="85"/>
                      </a:lnTo>
                      <a:lnTo>
                        <a:pt x="147" y="244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44" name="Freeform: Shape 143" descr="df7cf755-9ac6-42d1-99e6-9df9aa7e2750"/>
                <p:cNvSpPr/>
                <p:nvPr/>
              </p:nvSpPr>
              <p:spPr bwMode="auto">
                <a:xfrm>
                  <a:off x="4369" y="2347"/>
                  <a:ext cx="147" cy="244"/>
                </a:xfrm>
                <a:custGeom>
                  <a:avLst/>
                  <a:gdLst>
                    <a:gd name="T0" fmla="*/ 147 w 147"/>
                    <a:gd name="T1" fmla="*/ 159 h 244"/>
                    <a:gd name="T2" fmla="*/ 0 w 147"/>
                    <a:gd name="T3" fmla="*/ 244 h 244"/>
                    <a:gd name="T4" fmla="*/ 0 w 147"/>
                    <a:gd name="T5" fmla="*/ 85 h 244"/>
                    <a:gd name="T6" fmla="*/ 147 w 147"/>
                    <a:gd name="T7" fmla="*/ 0 h 244"/>
                    <a:gd name="T8" fmla="*/ 147 w 147"/>
                    <a:gd name="T9" fmla="*/ 159 h 2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4">
                      <a:moveTo>
                        <a:pt x="147" y="159"/>
                      </a:moveTo>
                      <a:lnTo>
                        <a:pt x="0" y="244"/>
                      </a:lnTo>
                      <a:lnTo>
                        <a:pt x="0" y="85"/>
                      </a:lnTo>
                      <a:lnTo>
                        <a:pt x="147" y="0"/>
                      </a:lnTo>
                      <a:lnTo>
                        <a:pt x="147" y="159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45" name="Freeform: Shape 144" descr="6ad0ec44-311f-4a19-bbb8-60e54843f21d"/>
                <p:cNvSpPr/>
                <p:nvPr/>
              </p:nvSpPr>
              <p:spPr bwMode="auto">
                <a:xfrm>
                  <a:off x="3558" y="2071"/>
                  <a:ext cx="295" cy="171"/>
                </a:xfrm>
                <a:custGeom>
                  <a:avLst/>
                  <a:gdLst>
                    <a:gd name="T0" fmla="*/ 148 w 295"/>
                    <a:gd name="T1" fmla="*/ 171 h 171"/>
                    <a:gd name="T2" fmla="*/ 0 w 295"/>
                    <a:gd name="T3" fmla="*/ 85 h 171"/>
                    <a:gd name="T4" fmla="*/ 148 w 295"/>
                    <a:gd name="T5" fmla="*/ 0 h 171"/>
                    <a:gd name="T6" fmla="*/ 295 w 295"/>
                    <a:gd name="T7" fmla="*/ 85 h 171"/>
                    <a:gd name="T8" fmla="*/ 148 w 295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71">
                      <a:moveTo>
                        <a:pt x="148" y="171"/>
                      </a:moveTo>
                      <a:lnTo>
                        <a:pt x="0" y="85"/>
                      </a:lnTo>
                      <a:lnTo>
                        <a:pt x="148" y="0"/>
                      </a:lnTo>
                      <a:lnTo>
                        <a:pt x="295" y="85"/>
                      </a:lnTo>
                      <a:lnTo>
                        <a:pt x="148" y="17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46" name="Freeform: Shape 145" descr="b4adb22a-8411-45e6-b23a-304c398f9019"/>
                <p:cNvSpPr/>
                <p:nvPr/>
              </p:nvSpPr>
              <p:spPr bwMode="auto">
                <a:xfrm>
                  <a:off x="3558" y="2156"/>
                  <a:ext cx="148" cy="243"/>
                </a:xfrm>
                <a:custGeom>
                  <a:avLst/>
                  <a:gdLst>
                    <a:gd name="T0" fmla="*/ 148 w 148"/>
                    <a:gd name="T1" fmla="*/ 243 h 243"/>
                    <a:gd name="T2" fmla="*/ 0 w 148"/>
                    <a:gd name="T3" fmla="*/ 160 h 243"/>
                    <a:gd name="T4" fmla="*/ 0 w 148"/>
                    <a:gd name="T5" fmla="*/ 0 h 243"/>
                    <a:gd name="T6" fmla="*/ 148 w 148"/>
                    <a:gd name="T7" fmla="*/ 86 h 243"/>
                    <a:gd name="T8" fmla="*/ 148 w 148"/>
                    <a:gd name="T9" fmla="*/ 243 h 2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3">
                      <a:moveTo>
                        <a:pt x="148" y="243"/>
                      </a:moveTo>
                      <a:lnTo>
                        <a:pt x="0" y="160"/>
                      </a:lnTo>
                      <a:lnTo>
                        <a:pt x="0" y="0"/>
                      </a:lnTo>
                      <a:lnTo>
                        <a:pt x="148" y="86"/>
                      </a:lnTo>
                      <a:lnTo>
                        <a:pt x="148" y="243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47" name="Freeform: Shape 146" descr="b4d40049-aa18-4053-b9f2-68da02c5b149"/>
                <p:cNvSpPr/>
                <p:nvPr/>
              </p:nvSpPr>
              <p:spPr bwMode="auto">
                <a:xfrm>
                  <a:off x="3706" y="2156"/>
                  <a:ext cx="147" cy="243"/>
                </a:xfrm>
                <a:custGeom>
                  <a:avLst/>
                  <a:gdLst>
                    <a:gd name="T0" fmla="*/ 147 w 147"/>
                    <a:gd name="T1" fmla="*/ 160 h 243"/>
                    <a:gd name="T2" fmla="*/ 0 w 147"/>
                    <a:gd name="T3" fmla="*/ 243 h 243"/>
                    <a:gd name="T4" fmla="*/ 0 w 147"/>
                    <a:gd name="T5" fmla="*/ 86 h 243"/>
                    <a:gd name="T6" fmla="*/ 147 w 147"/>
                    <a:gd name="T7" fmla="*/ 0 h 243"/>
                    <a:gd name="T8" fmla="*/ 147 w 147"/>
                    <a:gd name="T9" fmla="*/ 160 h 2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3">
                      <a:moveTo>
                        <a:pt x="147" y="160"/>
                      </a:moveTo>
                      <a:lnTo>
                        <a:pt x="0" y="243"/>
                      </a:lnTo>
                      <a:lnTo>
                        <a:pt x="0" y="86"/>
                      </a:lnTo>
                      <a:lnTo>
                        <a:pt x="147" y="0"/>
                      </a:lnTo>
                      <a:lnTo>
                        <a:pt x="147" y="160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48" name="Freeform: Shape 147" descr="12fdcc71-4e07-4046-bec6-4d84ea88e359"/>
                <p:cNvSpPr/>
                <p:nvPr/>
              </p:nvSpPr>
              <p:spPr bwMode="auto">
                <a:xfrm>
                  <a:off x="3722" y="2166"/>
                  <a:ext cx="295" cy="171"/>
                </a:xfrm>
                <a:custGeom>
                  <a:avLst/>
                  <a:gdLst>
                    <a:gd name="T0" fmla="*/ 148 w 295"/>
                    <a:gd name="T1" fmla="*/ 171 h 171"/>
                    <a:gd name="T2" fmla="*/ 0 w 295"/>
                    <a:gd name="T3" fmla="*/ 85 h 171"/>
                    <a:gd name="T4" fmla="*/ 148 w 295"/>
                    <a:gd name="T5" fmla="*/ 0 h 171"/>
                    <a:gd name="T6" fmla="*/ 295 w 295"/>
                    <a:gd name="T7" fmla="*/ 85 h 171"/>
                    <a:gd name="T8" fmla="*/ 148 w 295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71">
                      <a:moveTo>
                        <a:pt x="148" y="171"/>
                      </a:moveTo>
                      <a:lnTo>
                        <a:pt x="0" y="85"/>
                      </a:lnTo>
                      <a:lnTo>
                        <a:pt x="148" y="0"/>
                      </a:lnTo>
                      <a:lnTo>
                        <a:pt x="295" y="85"/>
                      </a:lnTo>
                      <a:lnTo>
                        <a:pt x="148" y="17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49" name="Freeform: Shape 148" descr="4153645a-6f71-4ba6-b4a4-6f29557a13dd"/>
                <p:cNvSpPr/>
                <p:nvPr/>
              </p:nvSpPr>
              <p:spPr bwMode="auto">
                <a:xfrm>
                  <a:off x="3722" y="2251"/>
                  <a:ext cx="148" cy="245"/>
                </a:xfrm>
                <a:custGeom>
                  <a:avLst/>
                  <a:gdLst>
                    <a:gd name="T0" fmla="*/ 148 w 148"/>
                    <a:gd name="T1" fmla="*/ 245 h 245"/>
                    <a:gd name="T2" fmla="*/ 0 w 148"/>
                    <a:gd name="T3" fmla="*/ 160 h 245"/>
                    <a:gd name="T4" fmla="*/ 0 w 148"/>
                    <a:gd name="T5" fmla="*/ 0 h 245"/>
                    <a:gd name="T6" fmla="*/ 148 w 148"/>
                    <a:gd name="T7" fmla="*/ 86 h 245"/>
                    <a:gd name="T8" fmla="*/ 148 w 148"/>
                    <a:gd name="T9" fmla="*/ 245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5">
                      <a:moveTo>
                        <a:pt x="148" y="245"/>
                      </a:moveTo>
                      <a:lnTo>
                        <a:pt x="0" y="160"/>
                      </a:lnTo>
                      <a:lnTo>
                        <a:pt x="0" y="0"/>
                      </a:lnTo>
                      <a:lnTo>
                        <a:pt x="148" y="86"/>
                      </a:lnTo>
                      <a:lnTo>
                        <a:pt x="148" y="245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50" name="Freeform: Shape 149" descr="49c6240e-d34d-47b4-ab11-5de7d4bdfb39"/>
                <p:cNvSpPr/>
                <p:nvPr/>
              </p:nvSpPr>
              <p:spPr bwMode="auto">
                <a:xfrm>
                  <a:off x="3870" y="2251"/>
                  <a:ext cx="147" cy="245"/>
                </a:xfrm>
                <a:custGeom>
                  <a:avLst/>
                  <a:gdLst>
                    <a:gd name="T0" fmla="*/ 147 w 147"/>
                    <a:gd name="T1" fmla="*/ 160 h 245"/>
                    <a:gd name="T2" fmla="*/ 0 w 147"/>
                    <a:gd name="T3" fmla="*/ 245 h 245"/>
                    <a:gd name="T4" fmla="*/ 0 w 147"/>
                    <a:gd name="T5" fmla="*/ 86 h 245"/>
                    <a:gd name="T6" fmla="*/ 147 w 147"/>
                    <a:gd name="T7" fmla="*/ 0 h 245"/>
                    <a:gd name="T8" fmla="*/ 147 w 147"/>
                    <a:gd name="T9" fmla="*/ 160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160"/>
                      </a:moveTo>
                      <a:lnTo>
                        <a:pt x="0" y="245"/>
                      </a:lnTo>
                      <a:lnTo>
                        <a:pt x="0" y="86"/>
                      </a:lnTo>
                      <a:lnTo>
                        <a:pt x="147" y="0"/>
                      </a:lnTo>
                      <a:lnTo>
                        <a:pt x="147" y="160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51" name="Freeform: Shape 150" descr="0942d11d-3f9d-4d43-adb4-5b1096176ed0"/>
                <p:cNvSpPr/>
                <p:nvPr/>
              </p:nvSpPr>
              <p:spPr bwMode="auto">
                <a:xfrm>
                  <a:off x="3889" y="2263"/>
                  <a:ext cx="295" cy="169"/>
                </a:xfrm>
                <a:custGeom>
                  <a:avLst/>
                  <a:gdLst>
                    <a:gd name="T0" fmla="*/ 147 w 295"/>
                    <a:gd name="T1" fmla="*/ 169 h 169"/>
                    <a:gd name="T2" fmla="*/ 0 w 295"/>
                    <a:gd name="T3" fmla="*/ 84 h 169"/>
                    <a:gd name="T4" fmla="*/ 147 w 295"/>
                    <a:gd name="T5" fmla="*/ 0 h 169"/>
                    <a:gd name="T6" fmla="*/ 295 w 295"/>
                    <a:gd name="T7" fmla="*/ 84 h 169"/>
                    <a:gd name="T8" fmla="*/ 147 w 295"/>
                    <a:gd name="T9" fmla="*/ 169 h 1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69">
                      <a:moveTo>
                        <a:pt x="147" y="169"/>
                      </a:moveTo>
                      <a:lnTo>
                        <a:pt x="0" y="84"/>
                      </a:lnTo>
                      <a:lnTo>
                        <a:pt x="147" y="0"/>
                      </a:lnTo>
                      <a:lnTo>
                        <a:pt x="295" y="84"/>
                      </a:lnTo>
                      <a:lnTo>
                        <a:pt x="147" y="169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52" name="Freeform: Shape 151" descr="0c4e8931-5354-46dd-b3f0-b2344332359c"/>
                <p:cNvSpPr/>
                <p:nvPr/>
              </p:nvSpPr>
              <p:spPr bwMode="auto">
                <a:xfrm>
                  <a:off x="3889" y="2347"/>
                  <a:ext cx="147" cy="244"/>
                </a:xfrm>
                <a:custGeom>
                  <a:avLst/>
                  <a:gdLst>
                    <a:gd name="T0" fmla="*/ 147 w 147"/>
                    <a:gd name="T1" fmla="*/ 244 h 244"/>
                    <a:gd name="T2" fmla="*/ 0 w 147"/>
                    <a:gd name="T3" fmla="*/ 159 h 244"/>
                    <a:gd name="T4" fmla="*/ 0 w 147"/>
                    <a:gd name="T5" fmla="*/ 0 h 244"/>
                    <a:gd name="T6" fmla="*/ 147 w 147"/>
                    <a:gd name="T7" fmla="*/ 85 h 244"/>
                    <a:gd name="T8" fmla="*/ 147 w 147"/>
                    <a:gd name="T9" fmla="*/ 244 h 2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4">
                      <a:moveTo>
                        <a:pt x="147" y="244"/>
                      </a:moveTo>
                      <a:lnTo>
                        <a:pt x="0" y="159"/>
                      </a:lnTo>
                      <a:lnTo>
                        <a:pt x="0" y="0"/>
                      </a:lnTo>
                      <a:lnTo>
                        <a:pt x="147" y="85"/>
                      </a:lnTo>
                      <a:lnTo>
                        <a:pt x="147" y="244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53" name="Freeform: Shape 152" descr="95b865d9-2318-47e9-bb75-84383bc2d0e3"/>
                <p:cNvSpPr/>
                <p:nvPr/>
              </p:nvSpPr>
              <p:spPr bwMode="auto">
                <a:xfrm>
                  <a:off x="4036" y="2347"/>
                  <a:ext cx="148" cy="244"/>
                </a:xfrm>
                <a:custGeom>
                  <a:avLst/>
                  <a:gdLst>
                    <a:gd name="T0" fmla="*/ 148 w 148"/>
                    <a:gd name="T1" fmla="*/ 159 h 244"/>
                    <a:gd name="T2" fmla="*/ 0 w 148"/>
                    <a:gd name="T3" fmla="*/ 244 h 244"/>
                    <a:gd name="T4" fmla="*/ 0 w 148"/>
                    <a:gd name="T5" fmla="*/ 85 h 244"/>
                    <a:gd name="T6" fmla="*/ 148 w 148"/>
                    <a:gd name="T7" fmla="*/ 0 h 244"/>
                    <a:gd name="T8" fmla="*/ 148 w 148"/>
                    <a:gd name="T9" fmla="*/ 159 h 2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4">
                      <a:moveTo>
                        <a:pt x="148" y="159"/>
                      </a:moveTo>
                      <a:lnTo>
                        <a:pt x="0" y="244"/>
                      </a:lnTo>
                      <a:lnTo>
                        <a:pt x="0" y="85"/>
                      </a:lnTo>
                      <a:lnTo>
                        <a:pt x="148" y="0"/>
                      </a:lnTo>
                      <a:lnTo>
                        <a:pt x="148" y="159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54" name="Freeform: Shape 153" descr="e83cbb33-e93c-47b5-a398-7d4393cdf07f"/>
                <p:cNvSpPr/>
                <p:nvPr/>
              </p:nvSpPr>
              <p:spPr bwMode="auto">
                <a:xfrm>
                  <a:off x="4148" y="2411"/>
                  <a:ext cx="295" cy="171"/>
                </a:xfrm>
                <a:custGeom>
                  <a:avLst/>
                  <a:gdLst>
                    <a:gd name="T0" fmla="*/ 147 w 295"/>
                    <a:gd name="T1" fmla="*/ 171 h 171"/>
                    <a:gd name="T2" fmla="*/ 0 w 295"/>
                    <a:gd name="T3" fmla="*/ 85 h 171"/>
                    <a:gd name="T4" fmla="*/ 147 w 295"/>
                    <a:gd name="T5" fmla="*/ 0 h 171"/>
                    <a:gd name="T6" fmla="*/ 295 w 295"/>
                    <a:gd name="T7" fmla="*/ 85 h 171"/>
                    <a:gd name="T8" fmla="*/ 147 w 295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71">
                      <a:moveTo>
                        <a:pt x="147" y="171"/>
                      </a:moveTo>
                      <a:lnTo>
                        <a:pt x="0" y="85"/>
                      </a:lnTo>
                      <a:lnTo>
                        <a:pt x="147" y="0"/>
                      </a:lnTo>
                      <a:lnTo>
                        <a:pt x="295" y="85"/>
                      </a:lnTo>
                      <a:lnTo>
                        <a:pt x="147" y="171"/>
                      </a:lnTo>
                      <a:close/>
                    </a:path>
                  </a:pathLst>
                </a:custGeom>
                <a:solidFill>
                  <a:srgbClr val="2D83EE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55" name="Freeform: Shape 154" descr="1342ad2f-2b24-4e78-b20a-c3252a569623"/>
                <p:cNvSpPr/>
                <p:nvPr/>
              </p:nvSpPr>
              <p:spPr bwMode="auto">
                <a:xfrm>
                  <a:off x="4148" y="2496"/>
                  <a:ext cx="147" cy="245"/>
                </a:xfrm>
                <a:custGeom>
                  <a:avLst/>
                  <a:gdLst>
                    <a:gd name="T0" fmla="*/ 147 w 147"/>
                    <a:gd name="T1" fmla="*/ 245 h 245"/>
                    <a:gd name="T2" fmla="*/ 0 w 147"/>
                    <a:gd name="T3" fmla="*/ 159 h 245"/>
                    <a:gd name="T4" fmla="*/ 0 w 147"/>
                    <a:gd name="T5" fmla="*/ 0 h 245"/>
                    <a:gd name="T6" fmla="*/ 147 w 147"/>
                    <a:gd name="T7" fmla="*/ 86 h 245"/>
                    <a:gd name="T8" fmla="*/ 147 w 147"/>
                    <a:gd name="T9" fmla="*/ 245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245"/>
                      </a:moveTo>
                      <a:lnTo>
                        <a:pt x="0" y="159"/>
                      </a:lnTo>
                      <a:lnTo>
                        <a:pt x="0" y="0"/>
                      </a:lnTo>
                      <a:lnTo>
                        <a:pt x="147" y="86"/>
                      </a:lnTo>
                      <a:lnTo>
                        <a:pt x="147" y="245"/>
                      </a:lnTo>
                      <a:close/>
                    </a:path>
                  </a:pathLst>
                </a:custGeom>
                <a:solidFill>
                  <a:srgbClr val="0647A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56" name="Freeform: Shape 155" descr="612bfcc0-1c2d-4e0c-b671-3d4d579a16e4"/>
                <p:cNvSpPr/>
                <p:nvPr/>
              </p:nvSpPr>
              <p:spPr bwMode="auto">
                <a:xfrm>
                  <a:off x="4295" y="2496"/>
                  <a:ext cx="148" cy="245"/>
                </a:xfrm>
                <a:custGeom>
                  <a:avLst/>
                  <a:gdLst>
                    <a:gd name="T0" fmla="*/ 148 w 148"/>
                    <a:gd name="T1" fmla="*/ 159 h 245"/>
                    <a:gd name="T2" fmla="*/ 0 w 148"/>
                    <a:gd name="T3" fmla="*/ 245 h 245"/>
                    <a:gd name="T4" fmla="*/ 0 w 148"/>
                    <a:gd name="T5" fmla="*/ 86 h 245"/>
                    <a:gd name="T6" fmla="*/ 148 w 148"/>
                    <a:gd name="T7" fmla="*/ 0 h 245"/>
                    <a:gd name="T8" fmla="*/ 148 w 148"/>
                    <a:gd name="T9" fmla="*/ 159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5">
                      <a:moveTo>
                        <a:pt x="148" y="159"/>
                      </a:moveTo>
                      <a:lnTo>
                        <a:pt x="0" y="245"/>
                      </a:lnTo>
                      <a:lnTo>
                        <a:pt x="0" y="86"/>
                      </a:lnTo>
                      <a:lnTo>
                        <a:pt x="148" y="0"/>
                      </a:lnTo>
                      <a:lnTo>
                        <a:pt x="148" y="159"/>
                      </a:lnTo>
                      <a:close/>
                    </a:path>
                  </a:pathLst>
                </a:custGeom>
                <a:solidFill>
                  <a:srgbClr val="1C64D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57" name="Freeform: Shape 156" descr="c46be5af-d8f6-4fed-b246-4c2f2bb600ad"/>
                <p:cNvSpPr/>
                <p:nvPr/>
              </p:nvSpPr>
              <p:spPr bwMode="auto">
                <a:xfrm>
                  <a:off x="3392" y="2166"/>
                  <a:ext cx="295" cy="171"/>
                </a:xfrm>
                <a:custGeom>
                  <a:avLst/>
                  <a:gdLst>
                    <a:gd name="T0" fmla="*/ 147 w 295"/>
                    <a:gd name="T1" fmla="*/ 171 h 171"/>
                    <a:gd name="T2" fmla="*/ 0 w 295"/>
                    <a:gd name="T3" fmla="*/ 85 h 171"/>
                    <a:gd name="T4" fmla="*/ 147 w 295"/>
                    <a:gd name="T5" fmla="*/ 0 h 171"/>
                    <a:gd name="T6" fmla="*/ 295 w 295"/>
                    <a:gd name="T7" fmla="*/ 85 h 171"/>
                    <a:gd name="T8" fmla="*/ 147 w 295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71">
                      <a:moveTo>
                        <a:pt x="147" y="171"/>
                      </a:moveTo>
                      <a:lnTo>
                        <a:pt x="0" y="85"/>
                      </a:lnTo>
                      <a:lnTo>
                        <a:pt x="147" y="0"/>
                      </a:lnTo>
                      <a:lnTo>
                        <a:pt x="295" y="85"/>
                      </a:lnTo>
                      <a:lnTo>
                        <a:pt x="147" y="17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58" name="Freeform: Shape 157" descr="c82f9b67-44ef-4f73-bdf1-a440af8aebb8"/>
                <p:cNvSpPr/>
                <p:nvPr/>
              </p:nvSpPr>
              <p:spPr bwMode="auto">
                <a:xfrm>
                  <a:off x="3392" y="2251"/>
                  <a:ext cx="147" cy="245"/>
                </a:xfrm>
                <a:custGeom>
                  <a:avLst/>
                  <a:gdLst>
                    <a:gd name="T0" fmla="*/ 147 w 147"/>
                    <a:gd name="T1" fmla="*/ 245 h 245"/>
                    <a:gd name="T2" fmla="*/ 0 w 147"/>
                    <a:gd name="T3" fmla="*/ 160 h 245"/>
                    <a:gd name="T4" fmla="*/ 0 w 147"/>
                    <a:gd name="T5" fmla="*/ 0 h 245"/>
                    <a:gd name="T6" fmla="*/ 147 w 147"/>
                    <a:gd name="T7" fmla="*/ 86 h 245"/>
                    <a:gd name="T8" fmla="*/ 147 w 147"/>
                    <a:gd name="T9" fmla="*/ 245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245"/>
                      </a:moveTo>
                      <a:lnTo>
                        <a:pt x="0" y="160"/>
                      </a:lnTo>
                      <a:lnTo>
                        <a:pt x="0" y="0"/>
                      </a:lnTo>
                      <a:lnTo>
                        <a:pt x="147" y="86"/>
                      </a:lnTo>
                      <a:lnTo>
                        <a:pt x="147" y="245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59" name="Freeform: Shape 158" descr="1324aa34-0ad7-43db-9872-0427d2430b22"/>
                <p:cNvSpPr/>
                <p:nvPr/>
              </p:nvSpPr>
              <p:spPr bwMode="auto">
                <a:xfrm>
                  <a:off x="3539" y="2251"/>
                  <a:ext cx="148" cy="245"/>
                </a:xfrm>
                <a:custGeom>
                  <a:avLst/>
                  <a:gdLst>
                    <a:gd name="T0" fmla="*/ 148 w 148"/>
                    <a:gd name="T1" fmla="*/ 160 h 245"/>
                    <a:gd name="T2" fmla="*/ 0 w 148"/>
                    <a:gd name="T3" fmla="*/ 245 h 245"/>
                    <a:gd name="T4" fmla="*/ 0 w 148"/>
                    <a:gd name="T5" fmla="*/ 86 h 245"/>
                    <a:gd name="T6" fmla="*/ 148 w 148"/>
                    <a:gd name="T7" fmla="*/ 0 h 245"/>
                    <a:gd name="T8" fmla="*/ 148 w 148"/>
                    <a:gd name="T9" fmla="*/ 160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5">
                      <a:moveTo>
                        <a:pt x="148" y="160"/>
                      </a:moveTo>
                      <a:lnTo>
                        <a:pt x="0" y="245"/>
                      </a:lnTo>
                      <a:lnTo>
                        <a:pt x="0" y="86"/>
                      </a:lnTo>
                      <a:lnTo>
                        <a:pt x="148" y="0"/>
                      </a:lnTo>
                      <a:lnTo>
                        <a:pt x="148" y="160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60" name="Freeform: Shape 159" descr="e7e3513a-ce70-45a3-bfd1-8835cce63ac9"/>
                <p:cNvSpPr/>
                <p:nvPr/>
              </p:nvSpPr>
              <p:spPr bwMode="auto">
                <a:xfrm>
                  <a:off x="3556" y="2263"/>
                  <a:ext cx="295" cy="169"/>
                </a:xfrm>
                <a:custGeom>
                  <a:avLst/>
                  <a:gdLst>
                    <a:gd name="T0" fmla="*/ 147 w 295"/>
                    <a:gd name="T1" fmla="*/ 169 h 169"/>
                    <a:gd name="T2" fmla="*/ 0 w 295"/>
                    <a:gd name="T3" fmla="*/ 86 h 169"/>
                    <a:gd name="T4" fmla="*/ 147 w 295"/>
                    <a:gd name="T5" fmla="*/ 0 h 169"/>
                    <a:gd name="T6" fmla="*/ 295 w 295"/>
                    <a:gd name="T7" fmla="*/ 86 h 169"/>
                    <a:gd name="T8" fmla="*/ 147 w 295"/>
                    <a:gd name="T9" fmla="*/ 169 h 1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69">
                      <a:moveTo>
                        <a:pt x="147" y="169"/>
                      </a:moveTo>
                      <a:lnTo>
                        <a:pt x="0" y="86"/>
                      </a:lnTo>
                      <a:lnTo>
                        <a:pt x="147" y="0"/>
                      </a:lnTo>
                      <a:lnTo>
                        <a:pt x="295" y="86"/>
                      </a:lnTo>
                      <a:lnTo>
                        <a:pt x="147" y="169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61" name="Freeform: Shape 160" descr="a789fca1-77fe-4fea-b178-70ae39242b1d"/>
                <p:cNvSpPr/>
                <p:nvPr/>
              </p:nvSpPr>
              <p:spPr bwMode="auto">
                <a:xfrm>
                  <a:off x="3556" y="2349"/>
                  <a:ext cx="147" cy="242"/>
                </a:xfrm>
                <a:custGeom>
                  <a:avLst/>
                  <a:gdLst>
                    <a:gd name="T0" fmla="*/ 147 w 147"/>
                    <a:gd name="T1" fmla="*/ 242 h 242"/>
                    <a:gd name="T2" fmla="*/ 0 w 147"/>
                    <a:gd name="T3" fmla="*/ 157 h 242"/>
                    <a:gd name="T4" fmla="*/ 0 w 147"/>
                    <a:gd name="T5" fmla="*/ 0 h 242"/>
                    <a:gd name="T6" fmla="*/ 147 w 147"/>
                    <a:gd name="T7" fmla="*/ 83 h 242"/>
                    <a:gd name="T8" fmla="*/ 147 w 147"/>
                    <a:gd name="T9" fmla="*/ 242 h 2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1">
                      <a:moveTo>
                        <a:pt x="147" y="242"/>
                      </a:moveTo>
                      <a:lnTo>
                        <a:pt x="0" y="157"/>
                      </a:lnTo>
                      <a:lnTo>
                        <a:pt x="0" y="0"/>
                      </a:lnTo>
                      <a:lnTo>
                        <a:pt x="147" y="83"/>
                      </a:lnTo>
                      <a:lnTo>
                        <a:pt x="147" y="242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62" name="Freeform: Shape 161" descr="8047ef8d-c899-4359-b2fe-6f809532756f"/>
                <p:cNvSpPr/>
                <p:nvPr/>
              </p:nvSpPr>
              <p:spPr bwMode="auto">
                <a:xfrm>
                  <a:off x="3703" y="2349"/>
                  <a:ext cx="148" cy="242"/>
                </a:xfrm>
                <a:custGeom>
                  <a:avLst/>
                  <a:gdLst>
                    <a:gd name="T0" fmla="*/ 148 w 148"/>
                    <a:gd name="T1" fmla="*/ 157 h 242"/>
                    <a:gd name="T2" fmla="*/ 0 w 148"/>
                    <a:gd name="T3" fmla="*/ 242 h 242"/>
                    <a:gd name="T4" fmla="*/ 0 w 148"/>
                    <a:gd name="T5" fmla="*/ 83 h 242"/>
                    <a:gd name="T6" fmla="*/ 148 w 148"/>
                    <a:gd name="T7" fmla="*/ 0 h 242"/>
                    <a:gd name="T8" fmla="*/ 148 w 148"/>
                    <a:gd name="T9" fmla="*/ 157 h 2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1">
                      <a:moveTo>
                        <a:pt x="148" y="157"/>
                      </a:moveTo>
                      <a:lnTo>
                        <a:pt x="0" y="242"/>
                      </a:lnTo>
                      <a:lnTo>
                        <a:pt x="0" y="83"/>
                      </a:lnTo>
                      <a:lnTo>
                        <a:pt x="148" y="0"/>
                      </a:lnTo>
                      <a:lnTo>
                        <a:pt x="148" y="157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63" name="Freeform: Shape 162" descr="57778c3a-7470-4375-9b05-b359dc0cc97d"/>
                <p:cNvSpPr/>
                <p:nvPr/>
              </p:nvSpPr>
              <p:spPr bwMode="auto">
                <a:xfrm>
                  <a:off x="3722" y="2358"/>
                  <a:ext cx="295" cy="171"/>
                </a:xfrm>
                <a:custGeom>
                  <a:avLst/>
                  <a:gdLst>
                    <a:gd name="T0" fmla="*/ 148 w 295"/>
                    <a:gd name="T1" fmla="*/ 171 h 171"/>
                    <a:gd name="T2" fmla="*/ 0 w 295"/>
                    <a:gd name="T3" fmla="*/ 86 h 171"/>
                    <a:gd name="T4" fmla="*/ 148 w 295"/>
                    <a:gd name="T5" fmla="*/ 0 h 171"/>
                    <a:gd name="T6" fmla="*/ 295 w 295"/>
                    <a:gd name="T7" fmla="*/ 86 h 171"/>
                    <a:gd name="T8" fmla="*/ 148 w 295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71">
                      <a:moveTo>
                        <a:pt x="148" y="171"/>
                      </a:moveTo>
                      <a:lnTo>
                        <a:pt x="0" y="86"/>
                      </a:lnTo>
                      <a:lnTo>
                        <a:pt x="148" y="0"/>
                      </a:lnTo>
                      <a:lnTo>
                        <a:pt x="295" y="86"/>
                      </a:lnTo>
                      <a:lnTo>
                        <a:pt x="148" y="17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64" name="Freeform: Shape 163" descr="eb0c0827-5e68-4cd4-b091-c3cf1482a45b"/>
                <p:cNvSpPr/>
                <p:nvPr/>
              </p:nvSpPr>
              <p:spPr bwMode="auto">
                <a:xfrm>
                  <a:off x="3722" y="2444"/>
                  <a:ext cx="148" cy="242"/>
                </a:xfrm>
                <a:custGeom>
                  <a:avLst/>
                  <a:gdLst>
                    <a:gd name="T0" fmla="*/ 148 w 148"/>
                    <a:gd name="T1" fmla="*/ 242 h 242"/>
                    <a:gd name="T2" fmla="*/ 0 w 148"/>
                    <a:gd name="T3" fmla="*/ 159 h 242"/>
                    <a:gd name="T4" fmla="*/ 0 w 148"/>
                    <a:gd name="T5" fmla="*/ 0 h 242"/>
                    <a:gd name="T6" fmla="*/ 148 w 148"/>
                    <a:gd name="T7" fmla="*/ 85 h 242"/>
                    <a:gd name="T8" fmla="*/ 148 w 148"/>
                    <a:gd name="T9" fmla="*/ 242 h 2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1">
                      <a:moveTo>
                        <a:pt x="148" y="242"/>
                      </a:moveTo>
                      <a:lnTo>
                        <a:pt x="0" y="159"/>
                      </a:lnTo>
                      <a:lnTo>
                        <a:pt x="0" y="0"/>
                      </a:lnTo>
                      <a:lnTo>
                        <a:pt x="148" y="85"/>
                      </a:lnTo>
                      <a:lnTo>
                        <a:pt x="148" y="242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65" name="Freeform: Shape 164" descr="a2aa0d6e-4bf7-4837-9757-833d37d31468"/>
                <p:cNvSpPr/>
                <p:nvPr/>
              </p:nvSpPr>
              <p:spPr bwMode="auto">
                <a:xfrm>
                  <a:off x="3870" y="2444"/>
                  <a:ext cx="147" cy="242"/>
                </a:xfrm>
                <a:custGeom>
                  <a:avLst/>
                  <a:gdLst>
                    <a:gd name="T0" fmla="*/ 147 w 147"/>
                    <a:gd name="T1" fmla="*/ 159 h 242"/>
                    <a:gd name="T2" fmla="*/ 0 w 147"/>
                    <a:gd name="T3" fmla="*/ 242 h 242"/>
                    <a:gd name="T4" fmla="*/ 0 w 147"/>
                    <a:gd name="T5" fmla="*/ 85 h 242"/>
                    <a:gd name="T6" fmla="*/ 147 w 147"/>
                    <a:gd name="T7" fmla="*/ 0 h 242"/>
                    <a:gd name="T8" fmla="*/ 147 w 147"/>
                    <a:gd name="T9" fmla="*/ 159 h 2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1">
                      <a:moveTo>
                        <a:pt x="147" y="159"/>
                      </a:moveTo>
                      <a:lnTo>
                        <a:pt x="0" y="242"/>
                      </a:lnTo>
                      <a:lnTo>
                        <a:pt x="0" y="85"/>
                      </a:lnTo>
                      <a:lnTo>
                        <a:pt x="147" y="0"/>
                      </a:lnTo>
                      <a:lnTo>
                        <a:pt x="147" y="159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66" name="Freeform: Shape 165" descr="ce6f3a74-d8a0-4a64-94b5-879062f33cf6"/>
                <p:cNvSpPr/>
                <p:nvPr/>
              </p:nvSpPr>
              <p:spPr bwMode="auto">
                <a:xfrm>
                  <a:off x="3889" y="2453"/>
                  <a:ext cx="295" cy="172"/>
                </a:xfrm>
                <a:custGeom>
                  <a:avLst/>
                  <a:gdLst>
                    <a:gd name="T0" fmla="*/ 147 w 295"/>
                    <a:gd name="T1" fmla="*/ 172 h 172"/>
                    <a:gd name="T2" fmla="*/ 0 w 295"/>
                    <a:gd name="T3" fmla="*/ 86 h 172"/>
                    <a:gd name="T4" fmla="*/ 147 w 295"/>
                    <a:gd name="T5" fmla="*/ 0 h 172"/>
                    <a:gd name="T6" fmla="*/ 295 w 295"/>
                    <a:gd name="T7" fmla="*/ 86 h 172"/>
                    <a:gd name="T8" fmla="*/ 147 w 295"/>
                    <a:gd name="T9" fmla="*/ 172 h 17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72">
                      <a:moveTo>
                        <a:pt x="147" y="172"/>
                      </a:moveTo>
                      <a:lnTo>
                        <a:pt x="0" y="86"/>
                      </a:lnTo>
                      <a:lnTo>
                        <a:pt x="147" y="0"/>
                      </a:lnTo>
                      <a:lnTo>
                        <a:pt x="295" y="86"/>
                      </a:lnTo>
                      <a:lnTo>
                        <a:pt x="147" y="172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67" name="Freeform: Shape 166" descr="180e939c-9833-4c42-8d84-797181a1ca74"/>
                <p:cNvSpPr/>
                <p:nvPr/>
              </p:nvSpPr>
              <p:spPr bwMode="auto">
                <a:xfrm>
                  <a:off x="3889" y="2539"/>
                  <a:ext cx="147" cy="245"/>
                </a:xfrm>
                <a:custGeom>
                  <a:avLst/>
                  <a:gdLst>
                    <a:gd name="T0" fmla="*/ 147 w 147"/>
                    <a:gd name="T1" fmla="*/ 245 h 245"/>
                    <a:gd name="T2" fmla="*/ 0 w 147"/>
                    <a:gd name="T3" fmla="*/ 159 h 245"/>
                    <a:gd name="T4" fmla="*/ 0 w 147"/>
                    <a:gd name="T5" fmla="*/ 0 h 245"/>
                    <a:gd name="T6" fmla="*/ 147 w 147"/>
                    <a:gd name="T7" fmla="*/ 86 h 245"/>
                    <a:gd name="T8" fmla="*/ 147 w 147"/>
                    <a:gd name="T9" fmla="*/ 245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245"/>
                      </a:moveTo>
                      <a:lnTo>
                        <a:pt x="0" y="159"/>
                      </a:lnTo>
                      <a:lnTo>
                        <a:pt x="0" y="0"/>
                      </a:lnTo>
                      <a:lnTo>
                        <a:pt x="147" y="86"/>
                      </a:lnTo>
                      <a:lnTo>
                        <a:pt x="147" y="245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68" name="Freeform: Shape 167" descr="90e4602a-6116-4486-aae6-ea55522a5654"/>
                <p:cNvSpPr/>
                <p:nvPr/>
              </p:nvSpPr>
              <p:spPr bwMode="auto">
                <a:xfrm>
                  <a:off x="4036" y="2539"/>
                  <a:ext cx="148" cy="245"/>
                </a:xfrm>
                <a:custGeom>
                  <a:avLst/>
                  <a:gdLst>
                    <a:gd name="T0" fmla="*/ 148 w 148"/>
                    <a:gd name="T1" fmla="*/ 159 h 245"/>
                    <a:gd name="T2" fmla="*/ 0 w 148"/>
                    <a:gd name="T3" fmla="*/ 245 h 245"/>
                    <a:gd name="T4" fmla="*/ 0 w 148"/>
                    <a:gd name="T5" fmla="*/ 86 h 245"/>
                    <a:gd name="T6" fmla="*/ 148 w 148"/>
                    <a:gd name="T7" fmla="*/ 0 h 245"/>
                    <a:gd name="T8" fmla="*/ 148 w 148"/>
                    <a:gd name="T9" fmla="*/ 159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5">
                      <a:moveTo>
                        <a:pt x="148" y="159"/>
                      </a:moveTo>
                      <a:lnTo>
                        <a:pt x="0" y="245"/>
                      </a:lnTo>
                      <a:lnTo>
                        <a:pt x="0" y="86"/>
                      </a:lnTo>
                      <a:lnTo>
                        <a:pt x="148" y="0"/>
                      </a:lnTo>
                      <a:lnTo>
                        <a:pt x="148" y="159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69" name="Freeform: Shape 168" descr="e71e7304-09b8-4f45-8b6a-961d50607f2d"/>
                <p:cNvSpPr/>
                <p:nvPr/>
              </p:nvSpPr>
              <p:spPr bwMode="auto">
                <a:xfrm>
                  <a:off x="3225" y="2263"/>
                  <a:ext cx="295" cy="169"/>
                </a:xfrm>
                <a:custGeom>
                  <a:avLst/>
                  <a:gdLst>
                    <a:gd name="T0" fmla="*/ 148 w 295"/>
                    <a:gd name="T1" fmla="*/ 169 h 169"/>
                    <a:gd name="T2" fmla="*/ 0 w 295"/>
                    <a:gd name="T3" fmla="*/ 86 h 169"/>
                    <a:gd name="T4" fmla="*/ 148 w 295"/>
                    <a:gd name="T5" fmla="*/ 0 h 169"/>
                    <a:gd name="T6" fmla="*/ 295 w 295"/>
                    <a:gd name="T7" fmla="*/ 86 h 169"/>
                    <a:gd name="T8" fmla="*/ 148 w 295"/>
                    <a:gd name="T9" fmla="*/ 169 h 1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69">
                      <a:moveTo>
                        <a:pt x="148" y="169"/>
                      </a:moveTo>
                      <a:lnTo>
                        <a:pt x="0" y="86"/>
                      </a:lnTo>
                      <a:lnTo>
                        <a:pt x="148" y="0"/>
                      </a:lnTo>
                      <a:lnTo>
                        <a:pt x="295" y="86"/>
                      </a:lnTo>
                      <a:lnTo>
                        <a:pt x="148" y="169"/>
                      </a:lnTo>
                      <a:close/>
                    </a:path>
                  </a:pathLst>
                </a:custGeom>
                <a:solidFill>
                  <a:srgbClr val="BCB5A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70" name="Freeform: Shape 169" descr="03b4d604-42dc-4065-a6b6-13819069367e"/>
                <p:cNvSpPr/>
                <p:nvPr/>
              </p:nvSpPr>
              <p:spPr bwMode="auto">
                <a:xfrm>
                  <a:off x="3225" y="2349"/>
                  <a:ext cx="148" cy="242"/>
                </a:xfrm>
                <a:custGeom>
                  <a:avLst/>
                  <a:gdLst>
                    <a:gd name="T0" fmla="*/ 148 w 148"/>
                    <a:gd name="T1" fmla="*/ 242 h 242"/>
                    <a:gd name="T2" fmla="*/ 0 w 148"/>
                    <a:gd name="T3" fmla="*/ 157 h 242"/>
                    <a:gd name="T4" fmla="*/ 0 w 148"/>
                    <a:gd name="T5" fmla="*/ 0 h 242"/>
                    <a:gd name="T6" fmla="*/ 148 w 148"/>
                    <a:gd name="T7" fmla="*/ 83 h 242"/>
                    <a:gd name="T8" fmla="*/ 148 w 148"/>
                    <a:gd name="T9" fmla="*/ 242 h 2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1">
                      <a:moveTo>
                        <a:pt x="148" y="242"/>
                      </a:moveTo>
                      <a:lnTo>
                        <a:pt x="0" y="157"/>
                      </a:lnTo>
                      <a:lnTo>
                        <a:pt x="0" y="0"/>
                      </a:lnTo>
                      <a:lnTo>
                        <a:pt x="148" y="83"/>
                      </a:lnTo>
                      <a:lnTo>
                        <a:pt x="148" y="242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71" name="Freeform: Shape 170" descr="256e2d95-f128-4662-89bb-b605d3fd6f5e"/>
                <p:cNvSpPr/>
                <p:nvPr/>
              </p:nvSpPr>
              <p:spPr bwMode="auto">
                <a:xfrm>
                  <a:off x="3373" y="2349"/>
                  <a:ext cx="147" cy="242"/>
                </a:xfrm>
                <a:custGeom>
                  <a:avLst/>
                  <a:gdLst>
                    <a:gd name="T0" fmla="*/ 147 w 147"/>
                    <a:gd name="T1" fmla="*/ 157 h 242"/>
                    <a:gd name="T2" fmla="*/ 0 w 147"/>
                    <a:gd name="T3" fmla="*/ 242 h 242"/>
                    <a:gd name="T4" fmla="*/ 0 w 147"/>
                    <a:gd name="T5" fmla="*/ 83 h 242"/>
                    <a:gd name="T6" fmla="*/ 147 w 147"/>
                    <a:gd name="T7" fmla="*/ 0 h 242"/>
                    <a:gd name="T8" fmla="*/ 147 w 147"/>
                    <a:gd name="T9" fmla="*/ 157 h 2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1">
                      <a:moveTo>
                        <a:pt x="147" y="157"/>
                      </a:moveTo>
                      <a:lnTo>
                        <a:pt x="0" y="242"/>
                      </a:lnTo>
                      <a:lnTo>
                        <a:pt x="0" y="83"/>
                      </a:lnTo>
                      <a:lnTo>
                        <a:pt x="147" y="0"/>
                      </a:lnTo>
                      <a:lnTo>
                        <a:pt x="147" y="157"/>
                      </a:lnTo>
                      <a:close/>
                    </a:path>
                  </a:pathLst>
                </a:custGeom>
                <a:solidFill>
                  <a:srgbClr val="A29D9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72" name="Freeform: Shape 171" descr="d753a0c8-24f0-46e3-822b-1532ee67d722"/>
                <p:cNvSpPr/>
                <p:nvPr/>
              </p:nvSpPr>
              <p:spPr bwMode="auto">
                <a:xfrm>
                  <a:off x="3389" y="2358"/>
                  <a:ext cx="295" cy="171"/>
                </a:xfrm>
                <a:custGeom>
                  <a:avLst/>
                  <a:gdLst>
                    <a:gd name="T0" fmla="*/ 148 w 295"/>
                    <a:gd name="T1" fmla="*/ 171 h 171"/>
                    <a:gd name="T2" fmla="*/ 0 w 295"/>
                    <a:gd name="T3" fmla="*/ 86 h 171"/>
                    <a:gd name="T4" fmla="*/ 148 w 295"/>
                    <a:gd name="T5" fmla="*/ 0 h 171"/>
                    <a:gd name="T6" fmla="*/ 295 w 295"/>
                    <a:gd name="T7" fmla="*/ 86 h 171"/>
                    <a:gd name="T8" fmla="*/ 148 w 295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71">
                      <a:moveTo>
                        <a:pt x="148" y="171"/>
                      </a:moveTo>
                      <a:lnTo>
                        <a:pt x="0" y="86"/>
                      </a:lnTo>
                      <a:lnTo>
                        <a:pt x="148" y="0"/>
                      </a:lnTo>
                      <a:lnTo>
                        <a:pt x="295" y="86"/>
                      </a:lnTo>
                      <a:lnTo>
                        <a:pt x="148" y="171"/>
                      </a:lnTo>
                      <a:close/>
                    </a:path>
                  </a:pathLst>
                </a:custGeom>
                <a:solidFill>
                  <a:srgbClr val="BCB5A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73" name="Freeform: Shape 172" descr="5e5a6a73-03f3-4202-b17d-cf439e609654"/>
                <p:cNvSpPr/>
                <p:nvPr/>
              </p:nvSpPr>
              <p:spPr bwMode="auto">
                <a:xfrm>
                  <a:off x="3389" y="2444"/>
                  <a:ext cx="148" cy="245"/>
                </a:xfrm>
                <a:custGeom>
                  <a:avLst/>
                  <a:gdLst>
                    <a:gd name="T0" fmla="*/ 148 w 148"/>
                    <a:gd name="T1" fmla="*/ 245 h 245"/>
                    <a:gd name="T2" fmla="*/ 0 w 148"/>
                    <a:gd name="T3" fmla="*/ 159 h 245"/>
                    <a:gd name="T4" fmla="*/ 0 w 148"/>
                    <a:gd name="T5" fmla="*/ 0 h 245"/>
                    <a:gd name="T6" fmla="*/ 148 w 148"/>
                    <a:gd name="T7" fmla="*/ 85 h 245"/>
                    <a:gd name="T8" fmla="*/ 148 w 148"/>
                    <a:gd name="T9" fmla="*/ 245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5">
                      <a:moveTo>
                        <a:pt x="148" y="245"/>
                      </a:moveTo>
                      <a:lnTo>
                        <a:pt x="0" y="159"/>
                      </a:lnTo>
                      <a:lnTo>
                        <a:pt x="0" y="0"/>
                      </a:lnTo>
                      <a:lnTo>
                        <a:pt x="148" y="85"/>
                      </a:lnTo>
                      <a:lnTo>
                        <a:pt x="148" y="245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74" name="Freeform: Shape 173" descr="d8e6b1b6-d704-4f85-a03e-808878f92774"/>
                <p:cNvSpPr/>
                <p:nvPr/>
              </p:nvSpPr>
              <p:spPr bwMode="auto">
                <a:xfrm>
                  <a:off x="3537" y="2444"/>
                  <a:ext cx="147" cy="245"/>
                </a:xfrm>
                <a:custGeom>
                  <a:avLst/>
                  <a:gdLst>
                    <a:gd name="T0" fmla="*/ 147 w 147"/>
                    <a:gd name="T1" fmla="*/ 159 h 245"/>
                    <a:gd name="T2" fmla="*/ 0 w 147"/>
                    <a:gd name="T3" fmla="*/ 245 h 245"/>
                    <a:gd name="T4" fmla="*/ 0 w 147"/>
                    <a:gd name="T5" fmla="*/ 85 h 245"/>
                    <a:gd name="T6" fmla="*/ 147 w 147"/>
                    <a:gd name="T7" fmla="*/ 0 h 245"/>
                    <a:gd name="T8" fmla="*/ 147 w 147"/>
                    <a:gd name="T9" fmla="*/ 159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159"/>
                      </a:moveTo>
                      <a:lnTo>
                        <a:pt x="0" y="245"/>
                      </a:lnTo>
                      <a:lnTo>
                        <a:pt x="0" y="85"/>
                      </a:lnTo>
                      <a:lnTo>
                        <a:pt x="147" y="0"/>
                      </a:lnTo>
                      <a:lnTo>
                        <a:pt x="147" y="159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75" name="Freeform: Shape 174" descr="c88b4fa4-d65e-49d0-921e-2b62b05c5147"/>
                <p:cNvSpPr/>
                <p:nvPr/>
              </p:nvSpPr>
              <p:spPr bwMode="auto">
                <a:xfrm>
                  <a:off x="3556" y="2453"/>
                  <a:ext cx="295" cy="172"/>
                </a:xfrm>
                <a:custGeom>
                  <a:avLst/>
                  <a:gdLst>
                    <a:gd name="T0" fmla="*/ 147 w 295"/>
                    <a:gd name="T1" fmla="*/ 172 h 172"/>
                    <a:gd name="T2" fmla="*/ 0 w 295"/>
                    <a:gd name="T3" fmla="*/ 86 h 172"/>
                    <a:gd name="T4" fmla="*/ 147 w 295"/>
                    <a:gd name="T5" fmla="*/ 0 h 172"/>
                    <a:gd name="T6" fmla="*/ 295 w 295"/>
                    <a:gd name="T7" fmla="*/ 86 h 172"/>
                    <a:gd name="T8" fmla="*/ 147 w 295"/>
                    <a:gd name="T9" fmla="*/ 172 h 17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72">
                      <a:moveTo>
                        <a:pt x="147" y="172"/>
                      </a:moveTo>
                      <a:lnTo>
                        <a:pt x="0" y="86"/>
                      </a:lnTo>
                      <a:lnTo>
                        <a:pt x="147" y="0"/>
                      </a:lnTo>
                      <a:lnTo>
                        <a:pt x="295" y="86"/>
                      </a:lnTo>
                      <a:lnTo>
                        <a:pt x="147" y="172"/>
                      </a:lnTo>
                      <a:close/>
                    </a:path>
                  </a:pathLst>
                </a:custGeom>
                <a:solidFill>
                  <a:srgbClr val="BCB5A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76" name="Freeform: Shape 175" descr="175e495f-9803-4eb6-b322-dc2a1bb804e9"/>
                <p:cNvSpPr/>
                <p:nvPr/>
              </p:nvSpPr>
              <p:spPr bwMode="auto">
                <a:xfrm>
                  <a:off x="3556" y="2539"/>
                  <a:ext cx="147" cy="245"/>
                </a:xfrm>
                <a:custGeom>
                  <a:avLst/>
                  <a:gdLst>
                    <a:gd name="T0" fmla="*/ 147 w 147"/>
                    <a:gd name="T1" fmla="*/ 245 h 245"/>
                    <a:gd name="T2" fmla="*/ 0 w 147"/>
                    <a:gd name="T3" fmla="*/ 159 h 245"/>
                    <a:gd name="T4" fmla="*/ 0 w 147"/>
                    <a:gd name="T5" fmla="*/ 0 h 245"/>
                    <a:gd name="T6" fmla="*/ 147 w 147"/>
                    <a:gd name="T7" fmla="*/ 86 h 245"/>
                    <a:gd name="T8" fmla="*/ 147 w 147"/>
                    <a:gd name="T9" fmla="*/ 245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245"/>
                      </a:moveTo>
                      <a:lnTo>
                        <a:pt x="0" y="159"/>
                      </a:lnTo>
                      <a:lnTo>
                        <a:pt x="0" y="0"/>
                      </a:lnTo>
                      <a:lnTo>
                        <a:pt x="147" y="86"/>
                      </a:lnTo>
                      <a:lnTo>
                        <a:pt x="147" y="245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77" name="Freeform: Shape 176" descr="63556cf5-573c-489d-813f-bdbba5d78eba"/>
                <p:cNvSpPr/>
                <p:nvPr/>
              </p:nvSpPr>
              <p:spPr bwMode="auto">
                <a:xfrm>
                  <a:off x="3703" y="2539"/>
                  <a:ext cx="148" cy="245"/>
                </a:xfrm>
                <a:custGeom>
                  <a:avLst/>
                  <a:gdLst>
                    <a:gd name="T0" fmla="*/ 148 w 148"/>
                    <a:gd name="T1" fmla="*/ 159 h 245"/>
                    <a:gd name="T2" fmla="*/ 0 w 148"/>
                    <a:gd name="T3" fmla="*/ 245 h 245"/>
                    <a:gd name="T4" fmla="*/ 0 w 148"/>
                    <a:gd name="T5" fmla="*/ 86 h 245"/>
                    <a:gd name="T6" fmla="*/ 148 w 148"/>
                    <a:gd name="T7" fmla="*/ 0 h 245"/>
                    <a:gd name="T8" fmla="*/ 148 w 148"/>
                    <a:gd name="T9" fmla="*/ 159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5">
                      <a:moveTo>
                        <a:pt x="148" y="159"/>
                      </a:moveTo>
                      <a:lnTo>
                        <a:pt x="0" y="245"/>
                      </a:lnTo>
                      <a:lnTo>
                        <a:pt x="0" y="86"/>
                      </a:lnTo>
                      <a:lnTo>
                        <a:pt x="148" y="0"/>
                      </a:lnTo>
                      <a:lnTo>
                        <a:pt x="148" y="159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78" name="Freeform: Shape 177" descr="81af720d-6fda-4898-88ac-f709a915c789"/>
                <p:cNvSpPr/>
                <p:nvPr/>
              </p:nvSpPr>
              <p:spPr bwMode="auto">
                <a:xfrm>
                  <a:off x="3722" y="2670"/>
                  <a:ext cx="295" cy="168"/>
                </a:xfrm>
                <a:custGeom>
                  <a:avLst/>
                  <a:gdLst>
                    <a:gd name="T0" fmla="*/ 148 w 295"/>
                    <a:gd name="T1" fmla="*/ 168 h 168"/>
                    <a:gd name="T2" fmla="*/ 0 w 295"/>
                    <a:gd name="T3" fmla="*/ 83 h 168"/>
                    <a:gd name="T4" fmla="*/ 148 w 295"/>
                    <a:gd name="T5" fmla="*/ 0 h 168"/>
                    <a:gd name="T6" fmla="*/ 295 w 295"/>
                    <a:gd name="T7" fmla="*/ 83 h 168"/>
                    <a:gd name="T8" fmla="*/ 148 w 295"/>
                    <a:gd name="T9" fmla="*/ 168 h 1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68">
                      <a:moveTo>
                        <a:pt x="148" y="168"/>
                      </a:moveTo>
                      <a:lnTo>
                        <a:pt x="0" y="83"/>
                      </a:lnTo>
                      <a:lnTo>
                        <a:pt x="148" y="0"/>
                      </a:lnTo>
                      <a:lnTo>
                        <a:pt x="295" y="83"/>
                      </a:lnTo>
                      <a:lnTo>
                        <a:pt x="148" y="168"/>
                      </a:lnTo>
                      <a:close/>
                    </a:path>
                  </a:pathLst>
                </a:custGeom>
                <a:solidFill>
                  <a:srgbClr val="2D83EE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79" name="Freeform: Shape 178" descr="eddcd438-c5c7-41d1-b3dc-94588d51722b"/>
                <p:cNvSpPr/>
                <p:nvPr/>
              </p:nvSpPr>
              <p:spPr bwMode="auto">
                <a:xfrm>
                  <a:off x="3722" y="2753"/>
                  <a:ext cx="148" cy="245"/>
                </a:xfrm>
                <a:custGeom>
                  <a:avLst/>
                  <a:gdLst>
                    <a:gd name="T0" fmla="*/ 148 w 148"/>
                    <a:gd name="T1" fmla="*/ 245 h 245"/>
                    <a:gd name="T2" fmla="*/ 0 w 148"/>
                    <a:gd name="T3" fmla="*/ 159 h 245"/>
                    <a:gd name="T4" fmla="*/ 0 w 148"/>
                    <a:gd name="T5" fmla="*/ 0 h 245"/>
                    <a:gd name="T6" fmla="*/ 148 w 148"/>
                    <a:gd name="T7" fmla="*/ 85 h 245"/>
                    <a:gd name="T8" fmla="*/ 148 w 148"/>
                    <a:gd name="T9" fmla="*/ 245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5">
                      <a:moveTo>
                        <a:pt x="148" y="245"/>
                      </a:moveTo>
                      <a:lnTo>
                        <a:pt x="0" y="159"/>
                      </a:lnTo>
                      <a:lnTo>
                        <a:pt x="0" y="0"/>
                      </a:lnTo>
                      <a:lnTo>
                        <a:pt x="148" y="85"/>
                      </a:lnTo>
                      <a:lnTo>
                        <a:pt x="148" y="245"/>
                      </a:lnTo>
                      <a:close/>
                    </a:path>
                  </a:pathLst>
                </a:custGeom>
                <a:solidFill>
                  <a:srgbClr val="0647A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80" name="Freeform: Shape 179" descr="c4a13346-6b07-476c-9faa-53ceed547964"/>
                <p:cNvSpPr/>
                <p:nvPr/>
              </p:nvSpPr>
              <p:spPr bwMode="auto">
                <a:xfrm>
                  <a:off x="3870" y="2753"/>
                  <a:ext cx="147" cy="245"/>
                </a:xfrm>
                <a:custGeom>
                  <a:avLst/>
                  <a:gdLst>
                    <a:gd name="T0" fmla="*/ 147 w 147"/>
                    <a:gd name="T1" fmla="*/ 159 h 245"/>
                    <a:gd name="T2" fmla="*/ 0 w 147"/>
                    <a:gd name="T3" fmla="*/ 245 h 245"/>
                    <a:gd name="T4" fmla="*/ 0 w 147"/>
                    <a:gd name="T5" fmla="*/ 85 h 245"/>
                    <a:gd name="T6" fmla="*/ 147 w 147"/>
                    <a:gd name="T7" fmla="*/ 0 h 245"/>
                    <a:gd name="T8" fmla="*/ 147 w 147"/>
                    <a:gd name="T9" fmla="*/ 159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159"/>
                      </a:moveTo>
                      <a:lnTo>
                        <a:pt x="0" y="245"/>
                      </a:lnTo>
                      <a:lnTo>
                        <a:pt x="0" y="85"/>
                      </a:lnTo>
                      <a:lnTo>
                        <a:pt x="147" y="0"/>
                      </a:lnTo>
                      <a:lnTo>
                        <a:pt x="147" y="159"/>
                      </a:lnTo>
                      <a:close/>
                    </a:path>
                  </a:pathLst>
                </a:custGeom>
                <a:solidFill>
                  <a:srgbClr val="1C64D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81" name="Freeform: Shape 180" descr="ea555585-83f7-4899-a666-ce7ddfc6ab73"/>
                <p:cNvSpPr/>
                <p:nvPr/>
              </p:nvSpPr>
              <p:spPr bwMode="auto">
                <a:xfrm>
                  <a:off x="3725" y="1793"/>
                  <a:ext cx="294" cy="171"/>
                </a:xfrm>
                <a:custGeom>
                  <a:avLst/>
                  <a:gdLst>
                    <a:gd name="T0" fmla="*/ 147 w 294"/>
                    <a:gd name="T1" fmla="*/ 171 h 171"/>
                    <a:gd name="T2" fmla="*/ 0 w 294"/>
                    <a:gd name="T3" fmla="*/ 85 h 171"/>
                    <a:gd name="T4" fmla="*/ 147 w 294"/>
                    <a:gd name="T5" fmla="*/ 0 h 171"/>
                    <a:gd name="T6" fmla="*/ 294 w 294"/>
                    <a:gd name="T7" fmla="*/ 85 h 171"/>
                    <a:gd name="T8" fmla="*/ 147 w 294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4" h="171">
                      <a:moveTo>
                        <a:pt x="147" y="171"/>
                      </a:moveTo>
                      <a:lnTo>
                        <a:pt x="0" y="85"/>
                      </a:lnTo>
                      <a:lnTo>
                        <a:pt x="147" y="0"/>
                      </a:lnTo>
                      <a:lnTo>
                        <a:pt x="294" y="85"/>
                      </a:lnTo>
                      <a:lnTo>
                        <a:pt x="147" y="17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82" name="Freeform: Shape 181" descr="d5825369-818a-4e06-a2ed-af3f3f165ab2"/>
                <p:cNvSpPr/>
                <p:nvPr/>
              </p:nvSpPr>
              <p:spPr bwMode="auto">
                <a:xfrm>
                  <a:off x="3725" y="1878"/>
                  <a:ext cx="147" cy="245"/>
                </a:xfrm>
                <a:custGeom>
                  <a:avLst/>
                  <a:gdLst>
                    <a:gd name="T0" fmla="*/ 147 w 147"/>
                    <a:gd name="T1" fmla="*/ 245 h 245"/>
                    <a:gd name="T2" fmla="*/ 0 w 147"/>
                    <a:gd name="T3" fmla="*/ 160 h 245"/>
                    <a:gd name="T4" fmla="*/ 0 w 147"/>
                    <a:gd name="T5" fmla="*/ 0 h 245"/>
                    <a:gd name="T6" fmla="*/ 147 w 147"/>
                    <a:gd name="T7" fmla="*/ 86 h 245"/>
                    <a:gd name="T8" fmla="*/ 147 w 147"/>
                    <a:gd name="T9" fmla="*/ 245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245"/>
                      </a:moveTo>
                      <a:lnTo>
                        <a:pt x="0" y="160"/>
                      </a:lnTo>
                      <a:lnTo>
                        <a:pt x="0" y="0"/>
                      </a:lnTo>
                      <a:lnTo>
                        <a:pt x="147" y="86"/>
                      </a:lnTo>
                      <a:lnTo>
                        <a:pt x="147" y="245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83" name="Freeform: Shape 182" descr="2bd87d11-144e-4911-9cbb-6975a86452f2"/>
                <p:cNvSpPr/>
                <p:nvPr/>
              </p:nvSpPr>
              <p:spPr bwMode="auto">
                <a:xfrm>
                  <a:off x="3872" y="1878"/>
                  <a:ext cx="147" cy="245"/>
                </a:xfrm>
                <a:custGeom>
                  <a:avLst/>
                  <a:gdLst>
                    <a:gd name="T0" fmla="*/ 147 w 147"/>
                    <a:gd name="T1" fmla="*/ 160 h 245"/>
                    <a:gd name="T2" fmla="*/ 0 w 147"/>
                    <a:gd name="T3" fmla="*/ 245 h 245"/>
                    <a:gd name="T4" fmla="*/ 0 w 147"/>
                    <a:gd name="T5" fmla="*/ 86 h 245"/>
                    <a:gd name="T6" fmla="*/ 147 w 147"/>
                    <a:gd name="T7" fmla="*/ 0 h 245"/>
                    <a:gd name="T8" fmla="*/ 147 w 147"/>
                    <a:gd name="T9" fmla="*/ 160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160"/>
                      </a:moveTo>
                      <a:lnTo>
                        <a:pt x="0" y="245"/>
                      </a:lnTo>
                      <a:lnTo>
                        <a:pt x="0" y="86"/>
                      </a:lnTo>
                      <a:lnTo>
                        <a:pt x="147" y="0"/>
                      </a:lnTo>
                      <a:lnTo>
                        <a:pt x="147" y="160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84" name="Freeform: Shape 183" descr="d989b83d-3d1a-4bc0-a95f-45968bf63cff"/>
                <p:cNvSpPr/>
                <p:nvPr/>
              </p:nvSpPr>
              <p:spPr bwMode="auto">
                <a:xfrm>
                  <a:off x="3889" y="1890"/>
                  <a:ext cx="297" cy="169"/>
                </a:xfrm>
                <a:custGeom>
                  <a:avLst/>
                  <a:gdLst>
                    <a:gd name="T0" fmla="*/ 147 w 297"/>
                    <a:gd name="T1" fmla="*/ 169 h 169"/>
                    <a:gd name="T2" fmla="*/ 0 w 297"/>
                    <a:gd name="T3" fmla="*/ 86 h 169"/>
                    <a:gd name="T4" fmla="*/ 147 w 297"/>
                    <a:gd name="T5" fmla="*/ 0 h 169"/>
                    <a:gd name="T6" fmla="*/ 297 w 297"/>
                    <a:gd name="T7" fmla="*/ 86 h 169"/>
                    <a:gd name="T8" fmla="*/ 147 w 297"/>
                    <a:gd name="T9" fmla="*/ 169 h 1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7" h="169">
                      <a:moveTo>
                        <a:pt x="147" y="169"/>
                      </a:moveTo>
                      <a:lnTo>
                        <a:pt x="0" y="86"/>
                      </a:lnTo>
                      <a:lnTo>
                        <a:pt x="147" y="0"/>
                      </a:lnTo>
                      <a:lnTo>
                        <a:pt x="297" y="86"/>
                      </a:lnTo>
                      <a:lnTo>
                        <a:pt x="147" y="169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85" name="Freeform: Shape 184" descr="fc16c22c-202e-494e-9534-cebc224c2103"/>
                <p:cNvSpPr/>
                <p:nvPr/>
              </p:nvSpPr>
              <p:spPr bwMode="auto">
                <a:xfrm>
                  <a:off x="3889" y="1976"/>
                  <a:ext cx="147" cy="242"/>
                </a:xfrm>
                <a:custGeom>
                  <a:avLst/>
                  <a:gdLst>
                    <a:gd name="T0" fmla="*/ 147 w 147"/>
                    <a:gd name="T1" fmla="*/ 242 h 242"/>
                    <a:gd name="T2" fmla="*/ 0 w 147"/>
                    <a:gd name="T3" fmla="*/ 157 h 242"/>
                    <a:gd name="T4" fmla="*/ 0 w 147"/>
                    <a:gd name="T5" fmla="*/ 0 h 242"/>
                    <a:gd name="T6" fmla="*/ 147 w 147"/>
                    <a:gd name="T7" fmla="*/ 83 h 242"/>
                    <a:gd name="T8" fmla="*/ 147 w 147"/>
                    <a:gd name="T9" fmla="*/ 242 h 2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1">
                      <a:moveTo>
                        <a:pt x="147" y="242"/>
                      </a:moveTo>
                      <a:lnTo>
                        <a:pt x="0" y="157"/>
                      </a:lnTo>
                      <a:lnTo>
                        <a:pt x="0" y="0"/>
                      </a:lnTo>
                      <a:lnTo>
                        <a:pt x="147" y="83"/>
                      </a:lnTo>
                      <a:lnTo>
                        <a:pt x="147" y="242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86" name="Freeform: Shape 185" descr="b8f5fc9b-ecca-40e2-ae64-98a59b3b359a"/>
                <p:cNvSpPr/>
                <p:nvPr/>
              </p:nvSpPr>
              <p:spPr bwMode="auto">
                <a:xfrm>
                  <a:off x="4036" y="1976"/>
                  <a:ext cx="150" cy="242"/>
                </a:xfrm>
                <a:custGeom>
                  <a:avLst/>
                  <a:gdLst>
                    <a:gd name="T0" fmla="*/ 150 w 150"/>
                    <a:gd name="T1" fmla="*/ 157 h 242"/>
                    <a:gd name="T2" fmla="*/ 0 w 150"/>
                    <a:gd name="T3" fmla="*/ 242 h 242"/>
                    <a:gd name="T4" fmla="*/ 0 w 150"/>
                    <a:gd name="T5" fmla="*/ 83 h 242"/>
                    <a:gd name="T6" fmla="*/ 150 w 150"/>
                    <a:gd name="T7" fmla="*/ 0 h 242"/>
                    <a:gd name="T8" fmla="*/ 150 w 150"/>
                    <a:gd name="T9" fmla="*/ 157 h 2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50" h="241">
                      <a:moveTo>
                        <a:pt x="150" y="157"/>
                      </a:moveTo>
                      <a:lnTo>
                        <a:pt x="0" y="242"/>
                      </a:lnTo>
                      <a:lnTo>
                        <a:pt x="0" y="83"/>
                      </a:lnTo>
                      <a:lnTo>
                        <a:pt x="150" y="0"/>
                      </a:lnTo>
                      <a:lnTo>
                        <a:pt x="150" y="157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87" name="Freeform: Shape 186" descr="58f68ad3-5b73-4a16-8568-c70b82cb7faa"/>
                <p:cNvSpPr/>
                <p:nvPr/>
              </p:nvSpPr>
              <p:spPr bwMode="auto">
                <a:xfrm>
                  <a:off x="4055" y="1985"/>
                  <a:ext cx="295" cy="171"/>
                </a:xfrm>
                <a:custGeom>
                  <a:avLst/>
                  <a:gdLst>
                    <a:gd name="T0" fmla="*/ 148 w 295"/>
                    <a:gd name="T1" fmla="*/ 171 h 171"/>
                    <a:gd name="T2" fmla="*/ 0 w 295"/>
                    <a:gd name="T3" fmla="*/ 86 h 171"/>
                    <a:gd name="T4" fmla="*/ 148 w 295"/>
                    <a:gd name="T5" fmla="*/ 0 h 171"/>
                    <a:gd name="T6" fmla="*/ 295 w 295"/>
                    <a:gd name="T7" fmla="*/ 86 h 171"/>
                    <a:gd name="T8" fmla="*/ 148 w 295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71">
                      <a:moveTo>
                        <a:pt x="148" y="171"/>
                      </a:moveTo>
                      <a:lnTo>
                        <a:pt x="0" y="86"/>
                      </a:lnTo>
                      <a:lnTo>
                        <a:pt x="148" y="0"/>
                      </a:lnTo>
                      <a:lnTo>
                        <a:pt x="295" y="86"/>
                      </a:lnTo>
                      <a:lnTo>
                        <a:pt x="148" y="171"/>
                      </a:lnTo>
                      <a:close/>
                    </a:path>
                  </a:pathLst>
                </a:custGeom>
                <a:solidFill>
                  <a:srgbClr val="BCB5A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88" name="Freeform: Shape 187" descr="23d0b119-9c69-4d08-b77b-f555ac2bb010"/>
                <p:cNvSpPr/>
                <p:nvPr/>
              </p:nvSpPr>
              <p:spPr bwMode="auto">
                <a:xfrm>
                  <a:off x="4055" y="2071"/>
                  <a:ext cx="148" cy="245"/>
                </a:xfrm>
                <a:custGeom>
                  <a:avLst/>
                  <a:gdLst>
                    <a:gd name="T0" fmla="*/ 148 w 148"/>
                    <a:gd name="T1" fmla="*/ 245 h 245"/>
                    <a:gd name="T2" fmla="*/ 0 w 148"/>
                    <a:gd name="T3" fmla="*/ 159 h 245"/>
                    <a:gd name="T4" fmla="*/ 0 w 148"/>
                    <a:gd name="T5" fmla="*/ 0 h 245"/>
                    <a:gd name="T6" fmla="*/ 148 w 148"/>
                    <a:gd name="T7" fmla="*/ 85 h 245"/>
                    <a:gd name="T8" fmla="*/ 148 w 148"/>
                    <a:gd name="T9" fmla="*/ 245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5">
                      <a:moveTo>
                        <a:pt x="148" y="245"/>
                      </a:moveTo>
                      <a:lnTo>
                        <a:pt x="0" y="159"/>
                      </a:lnTo>
                      <a:lnTo>
                        <a:pt x="0" y="0"/>
                      </a:lnTo>
                      <a:lnTo>
                        <a:pt x="148" y="85"/>
                      </a:lnTo>
                      <a:lnTo>
                        <a:pt x="148" y="245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89" name="Freeform: Shape 188" descr="d26ea75a-93fb-4650-9f66-c1138ea54648"/>
                <p:cNvSpPr/>
                <p:nvPr/>
              </p:nvSpPr>
              <p:spPr bwMode="auto">
                <a:xfrm>
                  <a:off x="4203" y="2071"/>
                  <a:ext cx="147" cy="245"/>
                </a:xfrm>
                <a:custGeom>
                  <a:avLst/>
                  <a:gdLst>
                    <a:gd name="T0" fmla="*/ 147 w 147"/>
                    <a:gd name="T1" fmla="*/ 159 h 245"/>
                    <a:gd name="T2" fmla="*/ 0 w 147"/>
                    <a:gd name="T3" fmla="*/ 245 h 245"/>
                    <a:gd name="T4" fmla="*/ 0 w 147"/>
                    <a:gd name="T5" fmla="*/ 85 h 245"/>
                    <a:gd name="T6" fmla="*/ 147 w 147"/>
                    <a:gd name="T7" fmla="*/ 0 h 245"/>
                    <a:gd name="T8" fmla="*/ 147 w 147"/>
                    <a:gd name="T9" fmla="*/ 159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159"/>
                      </a:moveTo>
                      <a:lnTo>
                        <a:pt x="0" y="245"/>
                      </a:lnTo>
                      <a:lnTo>
                        <a:pt x="0" y="85"/>
                      </a:lnTo>
                      <a:lnTo>
                        <a:pt x="147" y="0"/>
                      </a:lnTo>
                      <a:lnTo>
                        <a:pt x="147" y="159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90" name="Freeform: Shape 189" descr="3eb3d205-e54f-4eca-b72c-7dc65a1923ad"/>
                <p:cNvSpPr/>
                <p:nvPr/>
              </p:nvSpPr>
              <p:spPr bwMode="auto">
                <a:xfrm>
                  <a:off x="4222" y="2080"/>
                  <a:ext cx="294" cy="171"/>
                </a:xfrm>
                <a:custGeom>
                  <a:avLst/>
                  <a:gdLst>
                    <a:gd name="T0" fmla="*/ 147 w 294"/>
                    <a:gd name="T1" fmla="*/ 171 h 171"/>
                    <a:gd name="T2" fmla="*/ 0 w 294"/>
                    <a:gd name="T3" fmla="*/ 86 h 171"/>
                    <a:gd name="T4" fmla="*/ 147 w 294"/>
                    <a:gd name="T5" fmla="*/ 0 h 171"/>
                    <a:gd name="T6" fmla="*/ 294 w 294"/>
                    <a:gd name="T7" fmla="*/ 86 h 171"/>
                    <a:gd name="T8" fmla="*/ 147 w 294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4" h="171">
                      <a:moveTo>
                        <a:pt x="147" y="171"/>
                      </a:moveTo>
                      <a:lnTo>
                        <a:pt x="0" y="86"/>
                      </a:lnTo>
                      <a:lnTo>
                        <a:pt x="147" y="0"/>
                      </a:lnTo>
                      <a:lnTo>
                        <a:pt x="294" y="86"/>
                      </a:lnTo>
                      <a:lnTo>
                        <a:pt x="147" y="17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91" name="Freeform: Shape 190" descr="173756f7-05ad-473e-8f1a-0e7892882e35"/>
                <p:cNvSpPr/>
                <p:nvPr/>
              </p:nvSpPr>
              <p:spPr bwMode="auto">
                <a:xfrm>
                  <a:off x="4222" y="2166"/>
                  <a:ext cx="147" cy="245"/>
                </a:xfrm>
                <a:custGeom>
                  <a:avLst/>
                  <a:gdLst>
                    <a:gd name="T0" fmla="*/ 147 w 147"/>
                    <a:gd name="T1" fmla="*/ 245 h 245"/>
                    <a:gd name="T2" fmla="*/ 0 w 147"/>
                    <a:gd name="T3" fmla="*/ 159 h 245"/>
                    <a:gd name="T4" fmla="*/ 0 w 147"/>
                    <a:gd name="T5" fmla="*/ 0 h 245"/>
                    <a:gd name="T6" fmla="*/ 147 w 147"/>
                    <a:gd name="T7" fmla="*/ 85 h 245"/>
                    <a:gd name="T8" fmla="*/ 147 w 147"/>
                    <a:gd name="T9" fmla="*/ 245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245"/>
                      </a:moveTo>
                      <a:lnTo>
                        <a:pt x="0" y="159"/>
                      </a:lnTo>
                      <a:lnTo>
                        <a:pt x="0" y="0"/>
                      </a:lnTo>
                      <a:lnTo>
                        <a:pt x="147" y="85"/>
                      </a:lnTo>
                      <a:lnTo>
                        <a:pt x="147" y="245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92" name="Freeform: Shape 191" descr="e3330ddb-3e2a-4b18-9265-76c142cccd54"/>
                <p:cNvSpPr/>
                <p:nvPr/>
              </p:nvSpPr>
              <p:spPr bwMode="auto">
                <a:xfrm>
                  <a:off x="4369" y="2166"/>
                  <a:ext cx="147" cy="245"/>
                </a:xfrm>
                <a:custGeom>
                  <a:avLst/>
                  <a:gdLst>
                    <a:gd name="T0" fmla="*/ 147 w 147"/>
                    <a:gd name="T1" fmla="*/ 159 h 245"/>
                    <a:gd name="T2" fmla="*/ 0 w 147"/>
                    <a:gd name="T3" fmla="*/ 245 h 245"/>
                    <a:gd name="T4" fmla="*/ 0 w 147"/>
                    <a:gd name="T5" fmla="*/ 85 h 245"/>
                    <a:gd name="T6" fmla="*/ 147 w 147"/>
                    <a:gd name="T7" fmla="*/ 0 h 245"/>
                    <a:gd name="T8" fmla="*/ 147 w 147"/>
                    <a:gd name="T9" fmla="*/ 159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159"/>
                      </a:moveTo>
                      <a:lnTo>
                        <a:pt x="0" y="245"/>
                      </a:lnTo>
                      <a:lnTo>
                        <a:pt x="0" y="85"/>
                      </a:lnTo>
                      <a:lnTo>
                        <a:pt x="147" y="0"/>
                      </a:lnTo>
                      <a:lnTo>
                        <a:pt x="147" y="159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93" name="Freeform: Shape 192" descr="661cfceb-1e29-4566-bef5-fea9070c2031"/>
                <p:cNvSpPr/>
                <p:nvPr/>
              </p:nvSpPr>
              <p:spPr bwMode="auto">
                <a:xfrm>
                  <a:off x="3558" y="1890"/>
                  <a:ext cx="295" cy="171"/>
                </a:xfrm>
                <a:custGeom>
                  <a:avLst/>
                  <a:gdLst>
                    <a:gd name="T0" fmla="*/ 148 w 295"/>
                    <a:gd name="T1" fmla="*/ 171 h 171"/>
                    <a:gd name="T2" fmla="*/ 0 w 295"/>
                    <a:gd name="T3" fmla="*/ 86 h 171"/>
                    <a:gd name="T4" fmla="*/ 148 w 295"/>
                    <a:gd name="T5" fmla="*/ 0 h 171"/>
                    <a:gd name="T6" fmla="*/ 295 w 295"/>
                    <a:gd name="T7" fmla="*/ 86 h 171"/>
                    <a:gd name="T8" fmla="*/ 148 w 295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71">
                      <a:moveTo>
                        <a:pt x="148" y="171"/>
                      </a:moveTo>
                      <a:lnTo>
                        <a:pt x="0" y="86"/>
                      </a:lnTo>
                      <a:lnTo>
                        <a:pt x="148" y="0"/>
                      </a:lnTo>
                      <a:lnTo>
                        <a:pt x="295" y="86"/>
                      </a:lnTo>
                      <a:lnTo>
                        <a:pt x="148" y="17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94" name="Freeform: Shape 193" descr="90d4710e-34b3-4519-9af1-0285c0458480"/>
                <p:cNvSpPr/>
                <p:nvPr/>
              </p:nvSpPr>
              <p:spPr bwMode="auto">
                <a:xfrm>
                  <a:off x="3558" y="1976"/>
                  <a:ext cx="148" cy="242"/>
                </a:xfrm>
                <a:custGeom>
                  <a:avLst/>
                  <a:gdLst>
                    <a:gd name="T0" fmla="*/ 148 w 148"/>
                    <a:gd name="T1" fmla="*/ 242 h 242"/>
                    <a:gd name="T2" fmla="*/ 0 w 148"/>
                    <a:gd name="T3" fmla="*/ 159 h 242"/>
                    <a:gd name="T4" fmla="*/ 0 w 148"/>
                    <a:gd name="T5" fmla="*/ 0 h 242"/>
                    <a:gd name="T6" fmla="*/ 148 w 148"/>
                    <a:gd name="T7" fmla="*/ 85 h 242"/>
                    <a:gd name="T8" fmla="*/ 148 w 148"/>
                    <a:gd name="T9" fmla="*/ 242 h 2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1">
                      <a:moveTo>
                        <a:pt x="148" y="242"/>
                      </a:moveTo>
                      <a:lnTo>
                        <a:pt x="0" y="159"/>
                      </a:lnTo>
                      <a:lnTo>
                        <a:pt x="0" y="0"/>
                      </a:lnTo>
                      <a:lnTo>
                        <a:pt x="148" y="85"/>
                      </a:lnTo>
                      <a:lnTo>
                        <a:pt x="148" y="242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95" name="Freeform: Shape 194" descr="551bfd79-9561-4c71-9872-ca2e29209873"/>
                <p:cNvSpPr/>
                <p:nvPr/>
              </p:nvSpPr>
              <p:spPr bwMode="auto">
                <a:xfrm>
                  <a:off x="3706" y="1976"/>
                  <a:ext cx="147" cy="242"/>
                </a:xfrm>
                <a:custGeom>
                  <a:avLst/>
                  <a:gdLst>
                    <a:gd name="T0" fmla="*/ 147 w 147"/>
                    <a:gd name="T1" fmla="*/ 159 h 242"/>
                    <a:gd name="T2" fmla="*/ 0 w 147"/>
                    <a:gd name="T3" fmla="*/ 242 h 242"/>
                    <a:gd name="T4" fmla="*/ 0 w 147"/>
                    <a:gd name="T5" fmla="*/ 85 h 242"/>
                    <a:gd name="T6" fmla="*/ 147 w 147"/>
                    <a:gd name="T7" fmla="*/ 0 h 242"/>
                    <a:gd name="T8" fmla="*/ 147 w 147"/>
                    <a:gd name="T9" fmla="*/ 159 h 2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1">
                      <a:moveTo>
                        <a:pt x="147" y="159"/>
                      </a:moveTo>
                      <a:lnTo>
                        <a:pt x="0" y="242"/>
                      </a:lnTo>
                      <a:lnTo>
                        <a:pt x="0" y="85"/>
                      </a:lnTo>
                      <a:lnTo>
                        <a:pt x="147" y="0"/>
                      </a:lnTo>
                      <a:lnTo>
                        <a:pt x="147" y="159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96" name="Freeform: Shape 195" descr="9eeb3a11-e1d2-4ae5-949f-10aceff4a4da"/>
                <p:cNvSpPr/>
                <p:nvPr/>
              </p:nvSpPr>
              <p:spPr bwMode="auto">
                <a:xfrm>
                  <a:off x="3722" y="1985"/>
                  <a:ext cx="295" cy="171"/>
                </a:xfrm>
                <a:custGeom>
                  <a:avLst/>
                  <a:gdLst>
                    <a:gd name="T0" fmla="*/ 148 w 295"/>
                    <a:gd name="T1" fmla="*/ 171 h 171"/>
                    <a:gd name="T2" fmla="*/ 0 w 295"/>
                    <a:gd name="T3" fmla="*/ 86 h 171"/>
                    <a:gd name="T4" fmla="*/ 148 w 295"/>
                    <a:gd name="T5" fmla="*/ 0 h 171"/>
                    <a:gd name="T6" fmla="*/ 295 w 295"/>
                    <a:gd name="T7" fmla="*/ 86 h 171"/>
                    <a:gd name="T8" fmla="*/ 148 w 295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71">
                      <a:moveTo>
                        <a:pt x="148" y="171"/>
                      </a:moveTo>
                      <a:lnTo>
                        <a:pt x="0" y="86"/>
                      </a:lnTo>
                      <a:lnTo>
                        <a:pt x="148" y="0"/>
                      </a:lnTo>
                      <a:lnTo>
                        <a:pt x="295" y="86"/>
                      </a:lnTo>
                      <a:lnTo>
                        <a:pt x="148" y="17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97" name="Freeform: Shape 196" descr="83050033-bf97-484c-88f1-e16a5814ae96"/>
                <p:cNvSpPr/>
                <p:nvPr/>
              </p:nvSpPr>
              <p:spPr bwMode="auto">
                <a:xfrm>
                  <a:off x="3722" y="2071"/>
                  <a:ext cx="148" cy="245"/>
                </a:xfrm>
                <a:custGeom>
                  <a:avLst/>
                  <a:gdLst>
                    <a:gd name="T0" fmla="*/ 148 w 148"/>
                    <a:gd name="T1" fmla="*/ 245 h 245"/>
                    <a:gd name="T2" fmla="*/ 0 w 148"/>
                    <a:gd name="T3" fmla="*/ 159 h 245"/>
                    <a:gd name="T4" fmla="*/ 0 w 148"/>
                    <a:gd name="T5" fmla="*/ 0 h 245"/>
                    <a:gd name="T6" fmla="*/ 148 w 148"/>
                    <a:gd name="T7" fmla="*/ 85 h 245"/>
                    <a:gd name="T8" fmla="*/ 148 w 148"/>
                    <a:gd name="T9" fmla="*/ 245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5">
                      <a:moveTo>
                        <a:pt x="148" y="245"/>
                      </a:moveTo>
                      <a:lnTo>
                        <a:pt x="0" y="159"/>
                      </a:lnTo>
                      <a:lnTo>
                        <a:pt x="0" y="0"/>
                      </a:lnTo>
                      <a:lnTo>
                        <a:pt x="148" y="85"/>
                      </a:lnTo>
                      <a:lnTo>
                        <a:pt x="148" y="245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98" name="Freeform: Shape 197" descr="180b8552-9a29-49d2-b58a-19346cdcd696"/>
                <p:cNvSpPr/>
                <p:nvPr/>
              </p:nvSpPr>
              <p:spPr bwMode="auto">
                <a:xfrm>
                  <a:off x="3870" y="2071"/>
                  <a:ext cx="147" cy="245"/>
                </a:xfrm>
                <a:custGeom>
                  <a:avLst/>
                  <a:gdLst>
                    <a:gd name="T0" fmla="*/ 147 w 147"/>
                    <a:gd name="T1" fmla="*/ 159 h 245"/>
                    <a:gd name="T2" fmla="*/ 0 w 147"/>
                    <a:gd name="T3" fmla="*/ 245 h 245"/>
                    <a:gd name="T4" fmla="*/ 0 w 147"/>
                    <a:gd name="T5" fmla="*/ 85 h 245"/>
                    <a:gd name="T6" fmla="*/ 147 w 147"/>
                    <a:gd name="T7" fmla="*/ 0 h 245"/>
                    <a:gd name="T8" fmla="*/ 147 w 147"/>
                    <a:gd name="T9" fmla="*/ 159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159"/>
                      </a:moveTo>
                      <a:lnTo>
                        <a:pt x="0" y="245"/>
                      </a:lnTo>
                      <a:lnTo>
                        <a:pt x="0" y="85"/>
                      </a:lnTo>
                      <a:lnTo>
                        <a:pt x="147" y="0"/>
                      </a:lnTo>
                      <a:lnTo>
                        <a:pt x="147" y="159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99" name="Freeform: Shape 198" descr="735a14db-c6dc-49a8-8d95-d928db68a6ce"/>
                <p:cNvSpPr/>
                <p:nvPr/>
              </p:nvSpPr>
              <p:spPr bwMode="auto">
                <a:xfrm>
                  <a:off x="3889" y="2083"/>
                  <a:ext cx="295" cy="168"/>
                </a:xfrm>
                <a:custGeom>
                  <a:avLst/>
                  <a:gdLst>
                    <a:gd name="T0" fmla="*/ 147 w 295"/>
                    <a:gd name="T1" fmla="*/ 168 h 168"/>
                    <a:gd name="T2" fmla="*/ 0 w 295"/>
                    <a:gd name="T3" fmla="*/ 83 h 168"/>
                    <a:gd name="T4" fmla="*/ 147 w 295"/>
                    <a:gd name="T5" fmla="*/ 0 h 168"/>
                    <a:gd name="T6" fmla="*/ 295 w 295"/>
                    <a:gd name="T7" fmla="*/ 83 h 168"/>
                    <a:gd name="T8" fmla="*/ 147 w 295"/>
                    <a:gd name="T9" fmla="*/ 168 h 1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68">
                      <a:moveTo>
                        <a:pt x="147" y="168"/>
                      </a:moveTo>
                      <a:lnTo>
                        <a:pt x="0" y="83"/>
                      </a:lnTo>
                      <a:lnTo>
                        <a:pt x="147" y="0"/>
                      </a:lnTo>
                      <a:lnTo>
                        <a:pt x="295" y="83"/>
                      </a:lnTo>
                      <a:lnTo>
                        <a:pt x="147" y="16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00" name="Freeform: Shape 199" descr="29be423a-9b44-436c-99c2-1c80461f9275"/>
                <p:cNvSpPr/>
                <p:nvPr/>
              </p:nvSpPr>
              <p:spPr bwMode="auto">
                <a:xfrm>
                  <a:off x="3889" y="2166"/>
                  <a:ext cx="147" cy="245"/>
                </a:xfrm>
                <a:custGeom>
                  <a:avLst/>
                  <a:gdLst>
                    <a:gd name="T0" fmla="*/ 147 w 147"/>
                    <a:gd name="T1" fmla="*/ 245 h 245"/>
                    <a:gd name="T2" fmla="*/ 0 w 147"/>
                    <a:gd name="T3" fmla="*/ 159 h 245"/>
                    <a:gd name="T4" fmla="*/ 0 w 147"/>
                    <a:gd name="T5" fmla="*/ 0 h 245"/>
                    <a:gd name="T6" fmla="*/ 147 w 147"/>
                    <a:gd name="T7" fmla="*/ 85 h 245"/>
                    <a:gd name="T8" fmla="*/ 147 w 147"/>
                    <a:gd name="T9" fmla="*/ 245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245"/>
                      </a:moveTo>
                      <a:lnTo>
                        <a:pt x="0" y="159"/>
                      </a:lnTo>
                      <a:lnTo>
                        <a:pt x="0" y="0"/>
                      </a:lnTo>
                      <a:lnTo>
                        <a:pt x="147" y="85"/>
                      </a:lnTo>
                      <a:lnTo>
                        <a:pt x="147" y="245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01" name="Freeform: Shape 200" descr="f0486982-0cfa-4f0a-8419-7f4c75cddb36"/>
                <p:cNvSpPr/>
                <p:nvPr/>
              </p:nvSpPr>
              <p:spPr bwMode="auto">
                <a:xfrm>
                  <a:off x="4036" y="2166"/>
                  <a:ext cx="148" cy="245"/>
                </a:xfrm>
                <a:custGeom>
                  <a:avLst/>
                  <a:gdLst>
                    <a:gd name="T0" fmla="*/ 148 w 148"/>
                    <a:gd name="T1" fmla="*/ 159 h 245"/>
                    <a:gd name="T2" fmla="*/ 0 w 148"/>
                    <a:gd name="T3" fmla="*/ 245 h 245"/>
                    <a:gd name="T4" fmla="*/ 0 w 148"/>
                    <a:gd name="T5" fmla="*/ 85 h 245"/>
                    <a:gd name="T6" fmla="*/ 148 w 148"/>
                    <a:gd name="T7" fmla="*/ 0 h 245"/>
                    <a:gd name="T8" fmla="*/ 148 w 148"/>
                    <a:gd name="T9" fmla="*/ 159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5">
                      <a:moveTo>
                        <a:pt x="148" y="159"/>
                      </a:moveTo>
                      <a:lnTo>
                        <a:pt x="0" y="245"/>
                      </a:lnTo>
                      <a:lnTo>
                        <a:pt x="0" y="85"/>
                      </a:lnTo>
                      <a:lnTo>
                        <a:pt x="148" y="0"/>
                      </a:lnTo>
                      <a:lnTo>
                        <a:pt x="148" y="159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02" name="Freeform: Shape 201" descr="d2dbe34e-90cc-4d88-bf61-c9682e49e50c"/>
                <p:cNvSpPr/>
                <p:nvPr/>
              </p:nvSpPr>
              <p:spPr bwMode="auto">
                <a:xfrm>
                  <a:off x="4055" y="2178"/>
                  <a:ext cx="295" cy="169"/>
                </a:xfrm>
                <a:custGeom>
                  <a:avLst/>
                  <a:gdLst>
                    <a:gd name="T0" fmla="*/ 148 w 295"/>
                    <a:gd name="T1" fmla="*/ 169 h 169"/>
                    <a:gd name="T2" fmla="*/ 0 w 295"/>
                    <a:gd name="T3" fmla="*/ 85 h 169"/>
                    <a:gd name="T4" fmla="*/ 148 w 295"/>
                    <a:gd name="T5" fmla="*/ 0 h 169"/>
                    <a:gd name="T6" fmla="*/ 295 w 295"/>
                    <a:gd name="T7" fmla="*/ 85 h 169"/>
                    <a:gd name="T8" fmla="*/ 148 w 295"/>
                    <a:gd name="T9" fmla="*/ 169 h 1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69">
                      <a:moveTo>
                        <a:pt x="148" y="169"/>
                      </a:moveTo>
                      <a:lnTo>
                        <a:pt x="0" y="85"/>
                      </a:lnTo>
                      <a:lnTo>
                        <a:pt x="148" y="0"/>
                      </a:lnTo>
                      <a:lnTo>
                        <a:pt x="295" y="85"/>
                      </a:lnTo>
                      <a:lnTo>
                        <a:pt x="148" y="169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03" name="Freeform: Shape 202" descr="baeca3d0-0389-4149-8a2d-b9d17d334357"/>
                <p:cNvSpPr/>
                <p:nvPr/>
              </p:nvSpPr>
              <p:spPr bwMode="auto">
                <a:xfrm>
                  <a:off x="4055" y="2263"/>
                  <a:ext cx="148" cy="243"/>
                </a:xfrm>
                <a:custGeom>
                  <a:avLst/>
                  <a:gdLst>
                    <a:gd name="T0" fmla="*/ 148 w 148"/>
                    <a:gd name="T1" fmla="*/ 243 h 243"/>
                    <a:gd name="T2" fmla="*/ 0 w 148"/>
                    <a:gd name="T3" fmla="*/ 157 h 243"/>
                    <a:gd name="T4" fmla="*/ 0 w 148"/>
                    <a:gd name="T5" fmla="*/ 0 h 243"/>
                    <a:gd name="T6" fmla="*/ 148 w 148"/>
                    <a:gd name="T7" fmla="*/ 84 h 243"/>
                    <a:gd name="T8" fmla="*/ 148 w 148"/>
                    <a:gd name="T9" fmla="*/ 243 h 2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3">
                      <a:moveTo>
                        <a:pt x="148" y="243"/>
                      </a:moveTo>
                      <a:lnTo>
                        <a:pt x="0" y="157"/>
                      </a:lnTo>
                      <a:lnTo>
                        <a:pt x="0" y="0"/>
                      </a:lnTo>
                      <a:lnTo>
                        <a:pt x="148" y="84"/>
                      </a:lnTo>
                      <a:lnTo>
                        <a:pt x="148" y="243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04" name="Freeform: Shape 203" descr="dbf51f70-9f56-4228-9f64-eb8aeaffcbda"/>
                <p:cNvSpPr/>
                <p:nvPr/>
              </p:nvSpPr>
              <p:spPr bwMode="auto">
                <a:xfrm>
                  <a:off x="4203" y="2263"/>
                  <a:ext cx="147" cy="243"/>
                </a:xfrm>
                <a:custGeom>
                  <a:avLst/>
                  <a:gdLst>
                    <a:gd name="T0" fmla="*/ 147 w 147"/>
                    <a:gd name="T1" fmla="*/ 157 h 243"/>
                    <a:gd name="T2" fmla="*/ 0 w 147"/>
                    <a:gd name="T3" fmla="*/ 243 h 243"/>
                    <a:gd name="T4" fmla="*/ 0 w 147"/>
                    <a:gd name="T5" fmla="*/ 84 h 243"/>
                    <a:gd name="T6" fmla="*/ 147 w 147"/>
                    <a:gd name="T7" fmla="*/ 0 h 243"/>
                    <a:gd name="T8" fmla="*/ 147 w 147"/>
                    <a:gd name="T9" fmla="*/ 157 h 2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3">
                      <a:moveTo>
                        <a:pt x="147" y="157"/>
                      </a:moveTo>
                      <a:lnTo>
                        <a:pt x="0" y="243"/>
                      </a:lnTo>
                      <a:lnTo>
                        <a:pt x="0" y="84"/>
                      </a:lnTo>
                      <a:lnTo>
                        <a:pt x="147" y="0"/>
                      </a:lnTo>
                      <a:lnTo>
                        <a:pt x="147" y="157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05" name="Freeform: Shape 204" descr="b8d887b3-2715-41fc-9b97-f3f926c12ee7"/>
                <p:cNvSpPr/>
                <p:nvPr/>
              </p:nvSpPr>
              <p:spPr bwMode="auto">
                <a:xfrm>
                  <a:off x="3392" y="1985"/>
                  <a:ext cx="295" cy="171"/>
                </a:xfrm>
                <a:custGeom>
                  <a:avLst/>
                  <a:gdLst>
                    <a:gd name="T0" fmla="*/ 147 w 295"/>
                    <a:gd name="T1" fmla="*/ 171 h 171"/>
                    <a:gd name="T2" fmla="*/ 0 w 295"/>
                    <a:gd name="T3" fmla="*/ 86 h 171"/>
                    <a:gd name="T4" fmla="*/ 147 w 295"/>
                    <a:gd name="T5" fmla="*/ 0 h 171"/>
                    <a:gd name="T6" fmla="*/ 295 w 295"/>
                    <a:gd name="T7" fmla="*/ 86 h 171"/>
                    <a:gd name="T8" fmla="*/ 147 w 295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71">
                      <a:moveTo>
                        <a:pt x="147" y="171"/>
                      </a:moveTo>
                      <a:lnTo>
                        <a:pt x="0" y="86"/>
                      </a:lnTo>
                      <a:lnTo>
                        <a:pt x="147" y="0"/>
                      </a:lnTo>
                      <a:lnTo>
                        <a:pt x="295" y="86"/>
                      </a:lnTo>
                      <a:lnTo>
                        <a:pt x="147" y="171"/>
                      </a:lnTo>
                      <a:close/>
                    </a:path>
                  </a:pathLst>
                </a:custGeom>
                <a:solidFill>
                  <a:srgbClr val="A29D9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06" name="Freeform: Shape 205" descr="efd796a0-67f3-4906-8359-0528b17284ef"/>
                <p:cNvSpPr/>
                <p:nvPr/>
              </p:nvSpPr>
              <p:spPr bwMode="auto">
                <a:xfrm>
                  <a:off x="3392" y="2071"/>
                  <a:ext cx="147" cy="245"/>
                </a:xfrm>
                <a:custGeom>
                  <a:avLst/>
                  <a:gdLst>
                    <a:gd name="T0" fmla="*/ 147 w 147"/>
                    <a:gd name="T1" fmla="*/ 245 h 245"/>
                    <a:gd name="T2" fmla="*/ 0 w 147"/>
                    <a:gd name="T3" fmla="*/ 159 h 245"/>
                    <a:gd name="T4" fmla="*/ 0 w 147"/>
                    <a:gd name="T5" fmla="*/ 0 h 245"/>
                    <a:gd name="T6" fmla="*/ 147 w 147"/>
                    <a:gd name="T7" fmla="*/ 85 h 245"/>
                    <a:gd name="T8" fmla="*/ 147 w 147"/>
                    <a:gd name="T9" fmla="*/ 245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245"/>
                      </a:moveTo>
                      <a:lnTo>
                        <a:pt x="0" y="159"/>
                      </a:lnTo>
                      <a:lnTo>
                        <a:pt x="0" y="0"/>
                      </a:lnTo>
                      <a:lnTo>
                        <a:pt x="147" y="85"/>
                      </a:lnTo>
                      <a:lnTo>
                        <a:pt x="147" y="245"/>
                      </a:lnTo>
                      <a:close/>
                    </a:path>
                  </a:pathLst>
                </a:custGeom>
                <a:solidFill>
                  <a:srgbClr val="A29D9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07" name="Freeform: Shape 206" descr="07736c7d-abba-449f-a802-e7f363b7333e"/>
                <p:cNvSpPr/>
                <p:nvPr/>
              </p:nvSpPr>
              <p:spPr bwMode="auto">
                <a:xfrm>
                  <a:off x="3539" y="2071"/>
                  <a:ext cx="148" cy="245"/>
                </a:xfrm>
                <a:custGeom>
                  <a:avLst/>
                  <a:gdLst>
                    <a:gd name="T0" fmla="*/ 148 w 148"/>
                    <a:gd name="T1" fmla="*/ 159 h 245"/>
                    <a:gd name="T2" fmla="*/ 0 w 148"/>
                    <a:gd name="T3" fmla="*/ 245 h 245"/>
                    <a:gd name="T4" fmla="*/ 0 w 148"/>
                    <a:gd name="T5" fmla="*/ 85 h 245"/>
                    <a:gd name="T6" fmla="*/ 148 w 148"/>
                    <a:gd name="T7" fmla="*/ 0 h 245"/>
                    <a:gd name="T8" fmla="*/ 148 w 148"/>
                    <a:gd name="T9" fmla="*/ 159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5">
                      <a:moveTo>
                        <a:pt x="148" y="159"/>
                      </a:moveTo>
                      <a:lnTo>
                        <a:pt x="0" y="245"/>
                      </a:lnTo>
                      <a:lnTo>
                        <a:pt x="0" y="85"/>
                      </a:lnTo>
                      <a:lnTo>
                        <a:pt x="148" y="0"/>
                      </a:lnTo>
                      <a:lnTo>
                        <a:pt x="148" y="159"/>
                      </a:lnTo>
                      <a:close/>
                    </a:path>
                  </a:pathLst>
                </a:custGeom>
                <a:solidFill>
                  <a:srgbClr val="A29D9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08" name="Freeform: Shape 207" descr="da30d993-5f69-45dc-bec6-38cb07a13017"/>
                <p:cNvSpPr/>
                <p:nvPr/>
              </p:nvSpPr>
              <p:spPr bwMode="auto">
                <a:xfrm>
                  <a:off x="3556" y="2083"/>
                  <a:ext cx="295" cy="168"/>
                </a:xfrm>
                <a:custGeom>
                  <a:avLst/>
                  <a:gdLst>
                    <a:gd name="T0" fmla="*/ 147 w 295"/>
                    <a:gd name="T1" fmla="*/ 168 h 168"/>
                    <a:gd name="T2" fmla="*/ 0 w 295"/>
                    <a:gd name="T3" fmla="*/ 83 h 168"/>
                    <a:gd name="T4" fmla="*/ 147 w 295"/>
                    <a:gd name="T5" fmla="*/ 0 h 168"/>
                    <a:gd name="T6" fmla="*/ 295 w 295"/>
                    <a:gd name="T7" fmla="*/ 83 h 168"/>
                    <a:gd name="T8" fmla="*/ 147 w 295"/>
                    <a:gd name="T9" fmla="*/ 168 h 1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68">
                      <a:moveTo>
                        <a:pt x="147" y="168"/>
                      </a:moveTo>
                      <a:lnTo>
                        <a:pt x="0" y="83"/>
                      </a:lnTo>
                      <a:lnTo>
                        <a:pt x="147" y="0"/>
                      </a:lnTo>
                      <a:lnTo>
                        <a:pt x="295" y="83"/>
                      </a:lnTo>
                      <a:lnTo>
                        <a:pt x="147" y="168"/>
                      </a:lnTo>
                      <a:close/>
                    </a:path>
                  </a:pathLst>
                </a:custGeom>
                <a:solidFill>
                  <a:srgbClr val="A29D9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09" name="Freeform: Shape 208" descr="449c5fd1-c1e3-4c5d-b1c2-557fdb61cdb0"/>
                <p:cNvSpPr/>
                <p:nvPr/>
              </p:nvSpPr>
              <p:spPr bwMode="auto">
                <a:xfrm>
                  <a:off x="3556" y="2166"/>
                  <a:ext cx="147" cy="245"/>
                </a:xfrm>
                <a:custGeom>
                  <a:avLst/>
                  <a:gdLst>
                    <a:gd name="T0" fmla="*/ 147 w 147"/>
                    <a:gd name="T1" fmla="*/ 245 h 245"/>
                    <a:gd name="T2" fmla="*/ 0 w 147"/>
                    <a:gd name="T3" fmla="*/ 159 h 245"/>
                    <a:gd name="T4" fmla="*/ 0 w 147"/>
                    <a:gd name="T5" fmla="*/ 0 h 245"/>
                    <a:gd name="T6" fmla="*/ 147 w 147"/>
                    <a:gd name="T7" fmla="*/ 85 h 245"/>
                    <a:gd name="T8" fmla="*/ 147 w 147"/>
                    <a:gd name="T9" fmla="*/ 245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245"/>
                      </a:moveTo>
                      <a:lnTo>
                        <a:pt x="0" y="159"/>
                      </a:lnTo>
                      <a:lnTo>
                        <a:pt x="0" y="0"/>
                      </a:lnTo>
                      <a:lnTo>
                        <a:pt x="147" y="85"/>
                      </a:lnTo>
                      <a:lnTo>
                        <a:pt x="147" y="245"/>
                      </a:lnTo>
                      <a:close/>
                    </a:path>
                  </a:pathLst>
                </a:custGeom>
                <a:solidFill>
                  <a:srgbClr val="A29D9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10" name="Freeform: Shape 209" descr="3ae8ae86-8d27-4466-8f9c-017c9bb75cae"/>
                <p:cNvSpPr/>
                <p:nvPr/>
              </p:nvSpPr>
              <p:spPr bwMode="auto">
                <a:xfrm>
                  <a:off x="3703" y="2166"/>
                  <a:ext cx="148" cy="245"/>
                </a:xfrm>
                <a:custGeom>
                  <a:avLst/>
                  <a:gdLst>
                    <a:gd name="T0" fmla="*/ 148 w 148"/>
                    <a:gd name="T1" fmla="*/ 159 h 245"/>
                    <a:gd name="T2" fmla="*/ 0 w 148"/>
                    <a:gd name="T3" fmla="*/ 245 h 245"/>
                    <a:gd name="T4" fmla="*/ 0 w 148"/>
                    <a:gd name="T5" fmla="*/ 85 h 245"/>
                    <a:gd name="T6" fmla="*/ 148 w 148"/>
                    <a:gd name="T7" fmla="*/ 0 h 245"/>
                    <a:gd name="T8" fmla="*/ 148 w 148"/>
                    <a:gd name="T9" fmla="*/ 159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5">
                      <a:moveTo>
                        <a:pt x="148" y="159"/>
                      </a:moveTo>
                      <a:lnTo>
                        <a:pt x="0" y="245"/>
                      </a:lnTo>
                      <a:lnTo>
                        <a:pt x="0" y="85"/>
                      </a:lnTo>
                      <a:lnTo>
                        <a:pt x="148" y="0"/>
                      </a:lnTo>
                      <a:lnTo>
                        <a:pt x="148" y="159"/>
                      </a:lnTo>
                      <a:close/>
                    </a:path>
                  </a:pathLst>
                </a:custGeom>
                <a:solidFill>
                  <a:srgbClr val="A29D9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11" name="Freeform: Shape 210" descr="48388cd1-ff1c-4b17-8193-69b604ce1c6d"/>
                <p:cNvSpPr/>
                <p:nvPr/>
              </p:nvSpPr>
              <p:spPr bwMode="auto">
                <a:xfrm>
                  <a:off x="3722" y="2178"/>
                  <a:ext cx="295" cy="171"/>
                </a:xfrm>
                <a:custGeom>
                  <a:avLst/>
                  <a:gdLst>
                    <a:gd name="T0" fmla="*/ 148 w 295"/>
                    <a:gd name="T1" fmla="*/ 171 h 171"/>
                    <a:gd name="T2" fmla="*/ 0 w 295"/>
                    <a:gd name="T3" fmla="*/ 85 h 171"/>
                    <a:gd name="T4" fmla="*/ 148 w 295"/>
                    <a:gd name="T5" fmla="*/ 0 h 171"/>
                    <a:gd name="T6" fmla="*/ 295 w 295"/>
                    <a:gd name="T7" fmla="*/ 85 h 171"/>
                    <a:gd name="T8" fmla="*/ 148 w 295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71">
                      <a:moveTo>
                        <a:pt x="148" y="171"/>
                      </a:moveTo>
                      <a:lnTo>
                        <a:pt x="0" y="85"/>
                      </a:lnTo>
                      <a:lnTo>
                        <a:pt x="148" y="0"/>
                      </a:lnTo>
                      <a:lnTo>
                        <a:pt x="295" y="85"/>
                      </a:lnTo>
                      <a:lnTo>
                        <a:pt x="148" y="17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12" name="Freeform: Shape 211" descr="290fd206-26d3-44ed-8ec1-3637d1931d1a"/>
                <p:cNvSpPr/>
                <p:nvPr/>
              </p:nvSpPr>
              <p:spPr bwMode="auto">
                <a:xfrm>
                  <a:off x="3722" y="2263"/>
                  <a:ext cx="148" cy="243"/>
                </a:xfrm>
                <a:custGeom>
                  <a:avLst/>
                  <a:gdLst>
                    <a:gd name="T0" fmla="*/ 148 w 148"/>
                    <a:gd name="T1" fmla="*/ 243 h 243"/>
                    <a:gd name="T2" fmla="*/ 0 w 148"/>
                    <a:gd name="T3" fmla="*/ 160 h 243"/>
                    <a:gd name="T4" fmla="*/ 0 w 148"/>
                    <a:gd name="T5" fmla="*/ 0 h 243"/>
                    <a:gd name="T6" fmla="*/ 148 w 148"/>
                    <a:gd name="T7" fmla="*/ 86 h 243"/>
                    <a:gd name="T8" fmla="*/ 148 w 148"/>
                    <a:gd name="T9" fmla="*/ 243 h 2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3">
                      <a:moveTo>
                        <a:pt x="148" y="243"/>
                      </a:moveTo>
                      <a:lnTo>
                        <a:pt x="0" y="160"/>
                      </a:lnTo>
                      <a:lnTo>
                        <a:pt x="0" y="0"/>
                      </a:lnTo>
                      <a:lnTo>
                        <a:pt x="148" y="86"/>
                      </a:lnTo>
                      <a:lnTo>
                        <a:pt x="148" y="243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13" name="Freeform: Shape 212" descr="91ace0b4-a215-43ac-8be6-cf3f8e54965e"/>
                <p:cNvSpPr/>
                <p:nvPr/>
              </p:nvSpPr>
              <p:spPr bwMode="auto">
                <a:xfrm>
                  <a:off x="3870" y="2263"/>
                  <a:ext cx="147" cy="243"/>
                </a:xfrm>
                <a:custGeom>
                  <a:avLst/>
                  <a:gdLst>
                    <a:gd name="T0" fmla="*/ 147 w 147"/>
                    <a:gd name="T1" fmla="*/ 160 h 243"/>
                    <a:gd name="T2" fmla="*/ 0 w 147"/>
                    <a:gd name="T3" fmla="*/ 243 h 243"/>
                    <a:gd name="T4" fmla="*/ 0 w 147"/>
                    <a:gd name="T5" fmla="*/ 86 h 243"/>
                    <a:gd name="T6" fmla="*/ 147 w 147"/>
                    <a:gd name="T7" fmla="*/ 0 h 243"/>
                    <a:gd name="T8" fmla="*/ 147 w 147"/>
                    <a:gd name="T9" fmla="*/ 160 h 2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3">
                      <a:moveTo>
                        <a:pt x="147" y="160"/>
                      </a:moveTo>
                      <a:lnTo>
                        <a:pt x="0" y="243"/>
                      </a:lnTo>
                      <a:lnTo>
                        <a:pt x="0" y="86"/>
                      </a:lnTo>
                      <a:lnTo>
                        <a:pt x="147" y="0"/>
                      </a:lnTo>
                      <a:lnTo>
                        <a:pt x="147" y="160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14" name="Freeform: Shape 213" descr="65a70b55-d9d9-4b63-9a74-b7d712dfc8e6"/>
                <p:cNvSpPr/>
                <p:nvPr/>
              </p:nvSpPr>
              <p:spPr bwMode="auto">
                <a:xfrm>
                  <a:off x="3889" y="2273"/>
                  <a:ext cx="295" cy="171"/>
                </a:xfrm>
                <a:custGeom>
                  <a:avLst/>
                  <a:gdLst>
                    <a:gd name="T0" fmla="*/ 147 w 295"/>
                    <a:gd name="T1" fmla="*/ 171 h 171"/>
                    <a:gd name="T2" fmla="*/ 0 w 295"/>
                    <a:gd name="T3" fmla="*/ 85 h 171"/>
                    <a:gd name="T4" fmla="*/ 147 w 295"/>
                    <a:gd name="T5" fmla="*/ 0 h 171"/>
                    <a:gd name="T6" fmla="*/ 295 w 295"/>
                    <a:gd name="T7" fmla="*/ 85 h 171"/>
                    <a:gd name="T8" fmla="*/ 147 w 295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71">
                      <a:moveTo>
                        <a:pt x="147" y="171"/>
                      </a:moveTo>
                      <a:lnTo>
                        <a:pt x="0" y="85"/>
                      </a:lnTo>
                      <a:lnTo>
                        <a:pt x="147" y="0"/>
                      </a:lnTo>
                      <a:lnTo>
                        <a:pt x="295" y="85"/>
                      </a:lnTo>
                      <a:lnTo>
                        <a:pt x="147" y="17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15" name="Freeform: Shape 214" descr="ce6e4ca7-5fd0-428a-b300-78e2b373fe38"/>
                <p:cNvSpPr/>
                <p:nvPr/>
              </p:nvSpPr>
              <p:spPr bwMode="auto">
                <a:xfrm>
                  <a:off x="3889" y="2358"/>
                  <a:ext cx="147" cy="245"/>
                </a:xfrm>
                <a:custGeom>
                  <a:avLst/>
                  <a:gdLst>
                    <a:gd name="T0" fmla="*/ 147 w 147"/>
                    <a:gd name="T1" fmla="*/ 245 h 245"/>
                    <a:gd name="T2" fmla="*/ 0 w 147"/>
                    <a:gd name="T3" fmla="*/ 160 h 245"/>
                    <a:gd name="T4" fmla="*/ 0 w 147"/>
                    <a:gd name="T5" fmla="*/ 0 h 245"/>
                    <a:gd name="T6" fmla="*/ 147 w 147"/>
                    <a:gd name="T7" fmla="*/ 86 h 245"/>
                    <a:gd name="T8" fmla="*/ 147 w 147"/>
                    <a:gd name="T9" fmla="*/ 245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245"/>
                      </a:moveTo>
                      <a:lnTo>
                        <a:pt x="0" y="160"/>
                      </a:lnTo>
                      <a:lnTo>
                        <a:pt x="0" y="0"/>
                      </a:lnTo>
                      <a:lnTo>
                        <a:pt x="147" y="86"/>
                      </a:lnTo>
                      <a:lnTo>
                        <a:pt x="147" y="245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16" name="Freeform: Shape 215" descr="a7147ed4-2d0c-4c4f-830c-30d2f9d9ba3b"/>
                <p:cNvSpPr/>
                <p:nvPr/>
              </p:nvSpPr>
              <p:spPr bwMode="auto">
                <a:xfrm>
                  <a:off x="4036" y="2358"/>
                  <a:ext cx="148" cy="245"/>
                </a:xfrm>
                <a:custGeom>
                  <a:avLst/>
                  <a:gdLst>
                    <a:gd name="T0" fmla="*/ 148 w 148"/>
                    <a:gd name="T1" fmla="*/ 160 h 245"/>
                    <a:gd name="T2" fmla="*/ 0 w 148"/>
                    <a:gd name="T3" fmla="*/ 245 h 245"/>
                    <a:gd name="T4" fmla="*/ 0 w 148"/>
                    <a:gd name="T5" fmla="*/ 86 h 245"/>
                    <a:gd name="T6" fmla="*/ 148 w 148"/>
                    <a:gd name="T7" fmla="*/ 0 h 245"/>
                    <a:gd name="T8" fmla="*/ 148 w 148"/>
                    <a:gd name="T9" fmla="*/ 160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5">
                      <a:moveTo>
                        <a:pt x="148" y="160"/>
                      </a:moveTo>
                      <a:lnTo>
                        <a:pt x="0" y="245"/>
                      </a:lnTo>
                      <a:lnTo>
                        <a:pt x="0" y="86"/>
                      </a:lnTo>
                      <a:lnTo>
                        <a:pt x="148" y="0"/>
                      </a:lnTo>
                      <a:lnTo>
                        <a:pt x="148" y="160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17" name="Freeform: Shape 216" descr="d5b943e6-d6da-4d32-ac26-ffe83a739dde"/>
                <p:cNvSpPr/>
                <p:nvPr/>
              </p:nvSpPr>
              <p:spPr bwMode="auto">
                <a:xfrm>
                  <a:off x="3225" y="2083"/>
                  <a:ext cx="295" cy="168"/>
                </a:xfrm>
                <a:custGeom>
                  <a:avLst/>
                  <a:gdLst>
                    <a:gd name="T0" fmla="*/ 148 w 295"/>
                    <a:gd name="T1" fmla="*/ 168 h 168"/>
                    <a:gd name="T2" fmla="*/ 0 w 295"/>
                    <a:gd name="T3" fmla="*/ 85 h 168"/>
                    <a:gd name="T4" fmla="*/ 148 w 295"/>
                    <a:gd name="T5" fmla="*/ 0 h 168"/>
                    <a:gd name="T6" fmla="*/ 295 w 295"/>
                    <a:gd name="T7" fmla="*/ 85 h 168"/>
                    <a:gd name="T8" fmla="*/ 148 w 295"/>
                    <a:gd name="T9" fmla="*/ 168 h 1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68">
                      <a:moveTo>
                        <a:pt x="148" y="168"/>
                      </a:moveTo>
                      <a:lnTo>
                        <a:pt x="0" y="85"/>
                      </a:lnTo>
                      <a:lnTo>
                        <a:pt x="148" y="0"/>
                      </a:lnTo>
                      <a:lnTo>
                        <a:pt x="295" y="85"/>
                      </a:lnTo>
                      <a:lnTo>
                        <a:pt x="148" y="168"/>
                      </a:lnTo>
                      <a:close/>
                    </a:path>
                  </a:pathLst>
                </a:custGeom>
                <a:solidFill>
                  <a:srgbClr val="BCB5A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18" name="Freeform: Shape 217" descr="2bb85779-89ca-4dff-bb4f-6a1961830435"/>
                <p:cNvSpPr/>
                <p:nvPr/>
              </p:nvSpPr>
              <p:spPr bwMode="auto">
                <a:xfrm>
                  <a:off x="3225" y="2168"/>
                  <a:ext cx="148" cy="243"/>
                </a:xfrm>
                <a:custGeom>
                  <a:avLst/>
                  <a:gdLst>
                    <a:gd name="T0" fmla="*/ 148 w 148"/>
                    <a:gd name="T1" fmla="*/ 243 h 243"/>
                    <a:gd name="T2" fmla="*/ 0 w 148"/>
                    <a:gd name="T3" fmla="*/ 157 h 243"/>
                    <a:gd name="T4" fmla="*/ 0 w 148"/>
                    <a:gd name="T5" fmla="*/ 0 h 243"/>
                    <a:gd name="T6" fmla="*/ 148 w 148"/>
                    <a:gd name="T7" fmla="*/ 83 h 243"/>
                    <a:gd name="T8" fmla="*/ 148 w 148"/>
                    <a:gd name="T9" fmla="*/ 243 h 2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3">
                      <a:moveTo>
                        <a:pt x="148" y="243"/>
                      </a:moveTo>
                      <a:lnTo>
                        <a:pt x="0" y="157"/>
                      </a:lnTo>
                      <a:lnTo>
                        <a:pt x="0" y="0"/>
                      </a:lnTo>
                      <a:lnTo>
                        <a:pt x="148" y="83"/>
                      </a:lnTo>
                      <a:lnTo>
                        <a:pt x="148" y="243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19" name="Freeform: Shape 218" descr="051c8cec-0d54-4728-b4de-d7b4cb568662"/>
                <p:cNvSpPr/>
                <p:nvPr/>
              </p:nvSpPr>
              <p:spPr bwMode="auto">
                <a:xfrm>
                  <a:off x="3373" y="2168"/>
                  <a:ext cx="147" cy="243"/>
                </a:xfrm>
                <a:custGeom>
                  <a:avLst/>
                  <a:gdLst>
                    <a:gd name="T0" fmla="*/ 147 w 147"/>
                    <a:gd name="T1" fmla="*/ 157 h 243"/>
                    <a:gd name="T2" fmla="*/ 0 w 147"/>
                    <a:gd name="T3" fmla="*/ 243 h 243"/>
                    <a:gd name="T4" fmla="*/ 0 w 147"/>
                    <a:gd name="T5" fmla="*/ 83 h 243"/>
                    <a:gd name="T6" fmla="*/ 147 w 147"/>
                    <a:gd name="T7" fmla="*/ 0 h 243"/>
                    <a:gd name="T8" fmla="*/ 147 w 147"/>
                    <a:gd name="T9" fmla="*/ 157 h 2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3">
                      <a:moveTo>
                        <a:pt x="147" y="157"/>
                      </a:moveTo>
                      <a:lnTo>
                        <a:pt x="0" y="243"/>
                      </a:lnTo>
                      <a:lnTo>
                        <a:pt x="0" y="83"/>
                      </a:lnTo>
                      <a:lnTo>
                        <a:pt x="147" y="0"/>
                      </a:lnTo>
                      <a:lnTo>
                        <a:pt x="147" y="157"/>
                      </a:lnTo>
                      <a:close/>
                    </a:path>
                  </a:pathLst>
                </a:custGeom>
                <a:solidFill>
                  <a:srgbClr val="A29D9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20" name="Freeform: Shape 219" descr="78c62fa7-0ceb-4004-b30b-a1ebb667b791"/>
                <p:cNvSpPr/>
                <p:nvPr/>
              </p:nvSpPr>
              <p:spPr bwMode="auto">
                <a:xfrm>
                  <a:off x="3389" y="2178"/>
                  <a:ext cx="295" cy="171"/>
                </a:xfrm>
                <a:custGeom>
                  <a:avLst/>
                  <a:gdLst>
                    <a:gd name="T0" fmla="*/ 148 w 295"/>
                    <a:gd name="T1" fmla="*/ 171 h 171"/>
                    <a:gd name="T2" fmla="*/ 0 w 295"/>
                    <a:gd name="T3" fmla="*/ 85 h 171"/>
                    <a:gd name="T4" fmla="*/ 148 w 295"/>
                    <a:gd name="T5" fmla="*/ 0 h 171"/>
                    <a:gd name="T6" fmla="*/ 295 w 295"/>
                    <a:gd name="T7" fmla="*/ 85 h 171"/>
                    <a:gd name="T8" fmla="*/ 148 w 295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71">
                      <a:moveTo>
                        <a:pt x="148" y="171"/>
                      </a:moveTo>
                      <a:lnTo>
                        <a:pt x="0" y="85"/>
                      </a:lnTo>
                      <a:lnTo>
                        <a:pt x="148" y="0"/>
                      </a:lnTo>
                      <a:lnTo>
                        <a:pt x="295" y="85"/>
                      </a:lnTo>
                      <a:lnTo>
                        <a:pt x="148" y="171"/>
                      </a:lnTo>
                      <a:close/>
                    </a:path>
                  </a:pathLst>
                </a:custGeom>
                <a:solidFill>
                  <a:srgbClr val="BCB5A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21" name="Freeform: Shape 220" descr="f590baa1-0df3-4979-ab70-497b1005dbcf"/>
                <p:cNvSpPr/>
                <p:nvPr/>
              </p:nvSpPr>
              <p:spPr bwMode="auto">
                <a:xfrm>
                  <a:off x="3389" y="2263"/>
                  <a:ext cx="148" cy="245"/>
                </a:xfrm>
                <a:custGeom>
                  <a:avLst/>
                  <a:gdLst>
                    <a:gd name="T0" fmla="*/ 148 w 148"/>
                    <a:gd name="T1" fmla="*/ 245 h 245"/>
                    <a:gd name="T2" fmla="*/ 0 w 148"/>
                    <a:gd name="T3" fmla="*/ 160 h 245"/>
                    <a:gd name="T4" fmla="*/ 0 w 148"/>
                    <a:gd name="T5" fmla="*/ 0 h 245"/>
                    <a:gd name="T6" fmla="*/ 148 w 148"/>
                    <a:gd name="T7" fmla="*/ 86 h 245"/>
                    <a:gd name="T8" fmla="*/ 148 w 148"/>
                    <a:gd name="T9" fmla="*/ 245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5">
                      <a:moveTo>
                        <a:pt x="148" y="245"/>
                      </a:moveTo>
                      <a:lnTo>
                        <a:pt x="0" y="160"/>
                      </a:lnTo>
                      <a:lnTo>
                        <a:pt x="0" y="0"/>
                      </a:lnTo>
                      <a:lnTo>
                        <a:pt x="148" y="86"/>
                      </a:lnTo>
                      <a:lnTo>
                        <a:pt x="148" y="245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22" name="Freeform: Shape 221" descr="68834dd6-d4e8-4654-9796-f9aede2f09e0"/>
                <p:cNvSpPr/>
                <p:nvPr/>
              </p:nvSpPr>
              <p:spPr bwMode="auto">
                <a:xfrm>
                  <a:off x="3537" y="2263"/>
                  <a:ext cx="147" cy="245"/>
                </a:xfrm>
                <a:custGeom>
                  <a:avLst/>
                  <a:gdLst>
                    <a:gd name="T0" fmla="*/ 147 w 147"/>
                    <a:gd name="T1" fmla="*/ 160 h 245"/>
                    <a:gd name="T2" fmla="*/ 0 w 147"/>
                    <a:gd name="T3" fmla="*/ 245 h 245"/>
                    <a:gd name="T4" fmla="*/ 0 w 147"/>
                    <a:gd name="T5" fmla="*/ 86 h 245"/>
                    <a:gd name="T6" fmla="*/ 147 w 147"/>
                    <a:gd name="T7" fmla="*/ 0 h 245"/>
                    <a:gd name="T8" fmla="*/ 147 w 147"/>
                    <a:gd name="T9" fmla="*/ 160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160"/>
                      </a:moveTo>
                      <a:lnTo>
                        <a:pt x="0" y="245"/>
                      </a:lnTo>
                      <a:lnTo>
                        <a:pt x="0" y="86"/>
                      </a:lnTo>
                      <a:lnTo>
                        <a:pt x="147" y="0"/>
                      </a:lnTo>
                      <a:lnTo>
                        <a:pt x="147" y="160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23" name="Freeform: Shape 222" descr="bd49918c-47cd-4e5c-89ec-73767f86d85d"/>
                <p:cNvSpPr/>
                <p:nvPr/>
              </p:nvSpPr>
              <p:spPr bwMode="auto">
                <a:xfrm>
                  <a:off x="3556" y="2273"/>
                  <a:ext cx="295" cy="171"/>
                </a:xfrm>
                <a:custGeom>
                  <a:avLst/>
                  <a:gdLst>
                    <a:gd name="T0" fmla="*/ 147 w 295"/>
                    <a:gd name="T1" fmla="*/ 171 h 171"/>
                    <a:gd name="T2" fmla="*/ 0 w 295"/>
                    <a:gd name="T3" fmla="*/ 85 h 171"/>
                    <a:gd name="T4" fmla="*/ 147 w 295"/>
                    <a:gd name="T5" fmla="*/ 0 h 171"/>
                    <a:gd name="T6" fmla="*/ 295 w 295"/>
                    <a:gd name="T7" fmla="*/ 85 h 171"/>
                    <a:gd name="T8" fmla="*/ 147 w 295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71">
                      <a:moveTo>
                        <a:pt x="147" y="171"/>
                      </a:moveTo>
                      <a:lnTo>
                        <a:pt x="0" y="85"/>
                      </a:lnTo>
                      <a:lnTo>
                        <a:pt x="147" y="0"/>
                      </a:lnTo>
                      <a:lnTo>
                        <a:pt x="295" y="85"/>
                      </a:lnTo>
                      <a:lnTo>
                        <a:pt x="147" y="171"/>
                      </a:lnTo>
                      <a:close/>
                    </a:path>
                  </a:pathLst>
                </a:custGeom>
                <a:solidFill>
                  <a:srgbClr val="BCB5A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24" name="Freeform: Shape 223" descr="b2e0ac81-5f91-48c1-b5ff-794a9d401837"/>
                <p:cNvSpPr/>
                <p:nvPr/>
              </p:nvSpPr>
              <p:spPr bwMode="auto">
                <a:xfrm>
                  <a:off x="3556" y="2358"/>
                  <a:ext cx="147" cy="245"/>
                </a:xfrm>
                <a:custGeom>
                  <a:avLst/>
                  <a:gdLst>
                    <a:gd name="T0" fmla="*/ 147 w 147"/>
                    <a:gd name="T1" fmla="*/ 245 h 245"/>
                    <a:gd name="T2" fmla="*/ 0 w 147"/>
                    <a:gd name="T3" fmla="*/ 160 h 245"/>
                    <a:gd name="T4" fmla="*/ 0 w 147"/>
                    <a:gd name="T5" fmla="*/ 0 h 245"/>
                    <a:gd name="T6" fmla="*/ 147 w 147"/>
                    <a:gd name="T7" fmla="*/ 86 h 245"/>
                    <a:gd name="T8" fmla="*/ 147 w 147"/>
                    <a:gd name="T9" fmla="*/ 245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245"/>
                      </a:moveTo>
                      <a:lnTo>
                        <a:pt x="0" y="160"/>
                      </a:lnTo>
                      <a:lnTo>
                        <a:pt x="0" y="0"/>
                      </a:lnTo>
                      <a:lnTo>
                        <a:pt x="147" y="86"/>
                      </a:lnTo>
                      <a:lnTo>
                        <a:pt x="147" y="245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25" name="Freeform: Shape 224" descr="3daff629-c488-4395-9c1f-988ed0dfe4d2"/>
                <p:cNvSpPr/>
                <p:nvPr/>
              </p:nvSpPr>
              <p:spPr bwMode="auto">
                <a:xfrm>
                  <a:off x="3703" y="2358"/>
                  <a:ext cx="148" cy="245"/>
                </a:xfrm>
                <a:custGeom>
                  <a:avLst/>
                  <a:gdLst>
                    <a:gd name="T0" fmla="*/ 148 w 148"/>
                    <a:gd name="T1" fmla="*/ 160 h 245"/>
                    <a:gd name="T2" fmla="*/ 0 w 148"/>
                    <a:gd name="T3" fmla="*/ 245 h 245"/>
                    <a:gd name="T4" fmla="*/ 0 w 148"/>
                    <a:gd name="T5" fmla="*/ 86 h 245"/>
                    <a:gd name="T6" fmla="*/ 148 w 148"/>
                    <a:gd name="T7" fmla="*/ 0 h 245"/>
                    <a:gd name="T8" fmla="*/ 148 w 148"/>
                    <a:gd name="T9" fmla="*/ 160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5">
                      <a:moveTo>
                        <a:pt x="148" y="160"/>
                      </a:moveTo>
                      <a:lnTo>
                        <a:pt x="0" y="245"/>
                      </a:lnTo>
                      <a:lnTo>
                        <a:pt x="0" y="86"/>
                      </a:lnTo>
                      <a:lnTo>
                        <a:pt x="148" y="0"/>
                      </a:lnTo>
                      <a:lnTo>
                        <a:pt x="148" y="160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26" name="Freeform: Shape 225" descr="250341d1-351d-4aa2-be3f-0e69cc5863dd"/>
                <p:cNvSpPr/>
                <p:nvPr/>
              </p:nvSpPr>
              <p:spPr bwMode="auto">
                <a:xfrm>
                  <a:off x="3722" y="2370"/>
                  <a:ext cx="295" cy="169"/>
                </a:xfrm>
                <a:custGeom>
                  <a:avLst/>
                  <a:gdLst>
                    <a:gd name="T0" fmla="*/ 148 w 295"/>
                    <a:gd name="T1" fmla="*/ 169 h 169"/>
                    <a:gd name="T2" fmla="*/ 0 w 295"/>
                    <a:gd name="T3" fmla="*/ 83 h 169"/>
                    <a:gd name="T4" fmla="*/ 148 w 295"/>
                    <a:gd name="T5" fmla="*/ 0 h 169"/>
                    <a:gd name="T6" fmla="*/ 295 w 295"/>
                    <a:gd name="T7" fmla="*/ 83 h 169"/>
                    <a:gd name="T8" fmla="*/ 148 w 295"/>
                    <a:gd name="T9" fmla="*/ 169 h 1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69">
                      <a:moveTo>
                        <a:pt x="148" y="169"/>
                      </a:moveTo>
                      <a:lnTo>
                        <a:pt x="0" y="83"/>
                      </a:lnTo>
                      <a:lnTo>
                        <a:pt x="148" y="0"/>
                      </a:lnTo>
                      <a:lnTo>
                        <a:pt x="295" y="83"/>
                      </a:lnTo>
                      <a:lnTo>
                        <a:pt x="148" y="169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27" name="Freeform: Shape 226" descr="8403390c-7c5a-4f63-967c-15209269ec57"/>
                <p:cNvSpPr/>
                <p:nvPr/>
              </p:nvSpPr>
              <p:spPr bwMode="auto">
                <a:xfrm>
                  <a:off x="3722" y="2453"/>
                  <a:ext cx="148" cy="245"/>
                </a:xfrm>
                <a:custGeom>
                  <a:avLst/>
                  <a:gdLst>
                    <a:gd name="T0" fmla="*/ 148 w 148"/>
                    <a:gd name="T1" fmla="*/ 245 h 245"/>
                    <a:gd name="T2" fmla="*/ 0 w 148"/>
                    <a:gd name="T3" fmla="*/ 160 h 245"/>
                    <a:gd name="T4" fmla="*/ 0 w 148"/>
                    <a:gd name="T5" fmla="*/ 0 h 245"/>
                    <a:gd name="T6" fmla="*/ 148 w 148"/>
                    <a:gd name="T7" fmla="*/ 86 h 245"/>
                    <a:gd name="T8" fmla="*/ 148 w 148"/>
                    <a:gd name="T9" fmla="*/ 245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5">
                      <a:moveTo>
                        <a:pt x="148" y="245"/>
                      </a:moveTo>
                      <a:lnTo>
                        <a:pt x="0" y="160"/>
                      </a:lnTo>
                      <a:lnTo>
                        <a:pt x="0" y="0"/>
                      </a:lnTo>
                      <a:lnTo>
                        <a:pt x="148" y="86"/>
                      </a:lnTo>
                      <a:lnTo>
                        <a:pt x="148" y="245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28" name="Freeform: Shape 227" descr="4c40693c-4e72-4e47-b0a4-f96e39fbb91c"/>
                <p:cNvSpPr/>
                <p:nvPr/>
              </p:nvSpPr>
              <p:spPr bwMode="auto">
                <a:xfrm>
                  <a:off x="3870" y="2453"/>
                  <a:ext cx="147" cy="245"/>
                </a:xfrm>
                <a:custGeom>
                  <a:avLst/>
                  <a:gdLst>
                    <a:gd name="T0" fmla="*/ 147 w 147"/>
                    <a:gd name="T1" fmla="*/ 160 h 245"/>
                    <a:gd name="T2" fmla="*/ 0 w 147"/>
                    <a:gd name="T3" fmla="*/ 245 h 245"/>
                    <a:gd name="T4" fmla="*/ 0 w 147"/>
                    <a:gd name="T5" fmla="*/ 86 h 245"/>
                    <a:gd name="T6" fmla="*/ 147 w 147"/>
                    <a:gd name="T7" fmla="*/ 0 h 245"/>
                    <a:gd name="T8" fmla="*/ 147 w 147"/>
                    <a:gd name="T9" fmla="*/ 160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160"/>
                      </a:moveTo>
                      <a:lnTo>
                        <a:pt x="0" y="245"/>
                      </a:lnTo>
                      <a:lnTo>
                        <a:pt x="0" y="86"/>
                      </a:lnTo>
                      <a:lnTo>
                        <a:pt x="147" y="0"/>
                      </a:lnTo>
                      <a:lnTo>
                        <a:pt x="147" y="160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29" name="Freeform: Shape 228" descr="e5123a9f-9184-4bff-9165-3b2e8e41a6d6"/>
                <p:cNvSpPr/>
                <p:nvPr/>
              </p:nvSpPr>
              <p:spPr bwMode="auto">
                <a:xfrm>
                  <a:off x="3725" y="1612"/>
                  <a:ext cx="294" cy="171"/>
                </a:xfrm>
                <a:custGeom>
                  <a:avLst/>
                  <a:gdLst>
                    <a:gd name="T0" fmla="*/ 147 w 294"/>
                    <a:gd name="T1" fmla="*/ 171 h 171"/>
                    <a:gd name="T2" fmla="*/ 0 w 294"/>
                    <a:gd name="T3" fmla="*/ 86 h 171"/>
                    <a:gd name="T4" fmla="*/ 147 w 294"/>
                    <a:gd name="T5" fmla="*/ 0 h 171"/>
                    <a:gd name="T6" fmla="*/ 294 w 294"/>
                    <a:gd name="T7" fmla="*/ 86 h 171"/>
                    <a:gd name="T8" fmla="*/ 147 w 294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4" h="171">
                      <a:moveTo>
                        <a:pt x="147" y="171"/>
                      </a:moveTo>
                      <a:lnTo>
                        <a:pt x="0" y="86"/>
                      </a:lnTo>
                      <a:lnTo>
                        <a:pt x="147" y="0"/>
                      </a:lnTo>
                      <a:lnTo>
                        <a:pt x="294" y="86"/>
                      </a:lnTo>
                      <a:lnTo>
                        <a:pt x="147" y="171"/>
                      </a:lnTo>
                      <a:close/>
                    </a:path>
                  </a:pathLst>
                </a:custGeom>
                <a:solidFill>
                  <a:srgbClr val="BCB5A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30" name="Freeform: Shape 229" descr="6fc18611-bf08-4b39-9b24-3e77f9659c31"/>
                <p:cNvSpPr/>
                <p:nvPr/>
              </p:nvSpPr>
              <p:spPr bwMode="auto">
                <a:xfrm>
                  <a:off x="3725" y="1698"/>
                  <a:ext cx="147" cy="245"/>
                </a:xfrm>
                <a:custGeom>
                  <a:avLst/>
                  <a:gdLst>
                    <a:gd name="T0" fmla="*/ 147 w 147"/>
                    <a:gd name="T1" fmla="*/ 245 h 245"/>
                    <a:gd name="T2" fmla="*/ 0 w 147"/>
                    <a:gd name="T3" fmla="*/ 159 h 245"/>
                    <a:gd name="T4" fmla="*/ 0 w 147"/>
                    <a:gd name="T5" fmla="*/ 0 h 245"/>
                    <a:gd name="T6" fmla="*/ 147 w 147"/>
                    <a:gd name="T7" fmla="*/ 85 h 245"/>
                    <a:gd name="T8" fmla="*/ 147 w 147"/>
                    <a:gd name="T9" fmla="*/ 245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245"/>
                      </a:moveTo>
                      <a:lnTo>
                        <a:pt x="0" y="159"/>
                      </a:lnTo>
                      <a:lnTo>
                        <a:pt x="0" y="0"/>
                      </a:lnTo>
                      <a:lnTo>
                        <a:pt x="147" y="85"/>
                      </a:lnTo>
                      <a:lnTo>
                        <a:pt x="147" y="245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31" name="Freeform: Shape 230" descr="0d637a7c-a8d8-4330-a13c-3537fcb1ecda"/>
                <p:cNvSpPr/>
                <p:nvPr/>
              </p:nvSpPr>
              <p:spPr bwMode="auto">
                <a:xfrm>
                  <a:off x="3872" y="1698"/>
                  <a:ext cx="147" cy="245"/>
                </a:xfrm>
                <a:custGeom>
                  <a:avLst/>
                  <a:gdLst>
                    <a:gd name="T0" fmla="*/ 147 w 147"/>
                    <a:gd name="T1" fmla="*/ 159 h 245"/>
                    <a:gd name="T2" fmla="*/ 0 w 147"/>
                    <a:gd name="T3" fmla="*/ 245 h 245"/>
                    <a:gd name="T4" fmla="*/ 0 w 147"/>
                    <a:gd name="T5" fmla="*/ 85 h 245"/>
                    <a:gd name="T6" fmla="*/ 147 w 147"/>
                    <a:gd name="T7" fmla="*/ 0 h 245"/>
                    <a:gd name="T8" fmla="*/ 147 w 147"/>
                    <a:gd name="T9" fmla="*/ 159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159"/>
                      </a:moveTo>
                      <a:lnTo>
                        <a:pt x="0" y="245"/>
                      </a:lnTo>
                      <a:lnTo>
                        <a:pt x="0" y="85"/>
                      </a:lnTo>
                      <a:lnTo>
                        <a:pt x="147" y="0"/>
                      </a:lnTo>
                      <a:lnTo>
                        <a:pt x="147" y="159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32" name="Freeform: Shape 231" descr="fd201f7d-c0b5-4036-97a9-952c0555703c"/>
                <p:cNvSpPr/>
                <p:nvPr/>
              </p:nvSpPr>
              <p:spPr bwMode="auto">
                <a:xfrm>
                  <a:off x="3889" y="1710"/>
                  <a:ext cx="297" cy="168"/>
                </a:xfrm>
                <a:custGeom>
                  <a:avLst/>
                  <a:gdLst>
                    <a:gd name="T0" fmla="*/ 147 w 297"/>
                    <a:gd name="T1" fmla="*/ 168 h 168"/>
                    <a:gd name="T2" fmla="*/ 0 w 297"/>
                    <a:gd name="T3" fmla="*/ 85 h 168"/>
                    <a:gd name="T4" fmla="*/ 147 w 297"/>
                    <a:gd name="T5" fmla="*/ 0 h 168"/>
                    <a:gd name="T6" fmla="*/ 297 w 297"/>
                    <a:gd name="T7" fmla="*/ 85 h 168"/>
                    <a:gd name="T8" fmla="*/ 147 w 297"/>
                    <a:gd name="T9" fmla="*/ 168 h 1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7" h="168">
                      <a:moveTo>
                        <a:pt x="147" y="168"/>
                      </a:moveTo>
                      <a:lnTo>
                        <a:pt x="0" y="85"/>
                      </a:lnTo>
                      <a:lnTo>
                        <a:pt x="147" y="0"/>
                      </a:lnTo>
                      <a:lnTo>
                        <a:pt x="297" y="85"/>
                      </a:lnTo>
                      <a:lnTo>
                        <a:pt x="147" y="16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33" name="Freeform: Shape 232" descr="d3d3b29a-51b2-4969-82a4-7e83b217c132"/>
                <p:cNvSpPr/>
                <p:nvPr/>
              </p:nvSpPr>
              <p:spPr bwMode="auto">
                <a:xfrm>
                  <a:off x="3889" y="1795"/>
                  <a:ext cx="147" cy="243"/>
                </a:xfrm>
                <a:custGeom>
                  <a:avLst/>
                  <a:gdLst>
                    <a:gd name="T0" fmla="*/ 147 w 147"/>
                    <a:gd name="T1" fmla="*/ 243 h 243"/>
                    <a:gd name="T2" fmla="*/ 0 w 147"/>
                    <a:gd name="T3" fmla="*/ 157 h 243"/>
                    <a:gd name="T4" fmla="*/ 0 w 147"/>
                    <a:gd name="T5" fmla="*/ 0 h 243"/>
                    <a:gd name="T6" fmla="*/ 147 w 147"/>
                    <a:gd name="T7" fmla="*/ 83 h 243"/>
                    <a:gd name="T8" fmla="*/ 147 w 147"/>
                    <a:gd name="T9" fmla="*/ 243 h 2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3">
                      <a:moveTo>
                        <a:pt x="147" y="243"/>
                      </a:moveTo>
                      <a:lnTo>
                        <a:pt x="0" y="157"/>
                      </a:lnTo>
                      <a:lnTo>
                        <a:pt x="0" y="0"/>
                      </a:lnTo>
                      <a:lnTo>
                        <a:pt x="147" y="83"/>
                      </a:lnTo>
                      <a:lnTo>
                        <a:pt x="147" y="243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34" name="Freeform: Shape 233" descr="e3c2d1c7-ce7f-4565-a8a2-43b22af72c98"/>
                <p:cNvSpPr/>
                <p:nvPr/>
              </p:nvSpPr>
              <p:spPr bwMode="auto">
                <a:xfrm>
                  <a:off x="4036" y="1795"/>
                  <a:ext cx="150" cy="243"/>
                </a:xfrm>
                <a:custGeom>
                  <a:avLst/>
                  <a:gdLst>
                    <a:gd name="T0" fmla="*/ 150 w 150"/>
                    <a:gd name="T1" fmla="*/ 157 h 243"/>
                    <a:gd name="T2" fmla="*/ 0 w 150"/>
                    <a:gd name="T3" fmla="*/ 243 h 243"/>
                    <a:gd name="T4" fmla="*/ 0 w 150"/>
                    <a:gd name="T5" fmla="*/ 83 h 243"/>
                    <a:gd name="T6" fmla="*/ 150 w 150"/>
                    <a:gd name="T7" fmla="*/ 0 h 243"/>
                    <a:gd name="T8" fmla="*/ 150 w 150"/>
                    <a:gd name="T9" fmla="*/ 157 h 2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50" h="243">
                      <a:moveTo>
                        <a:pt x="150" y="157"/>
                      </a:moveTo>
                      <a:lnTo>
                        <a:pt x="0" y="243"/>
                      </a:lnTo>
                      <a:lnTo>
                        <a:pt x="0" y="83"/>
                      </a:lnTo>
                      <a:lnTo>
                        <a:pt x="150" y="0"/>
                      </a:lnTo>
                      <a:lnTo>
                        <a:pt x="150" y="157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35" name="Freeform: Shape 234" descr="cc6e23ad-1a4e-437c-a603-e8b21b0a1e55"/>
                <p:cNvSpPr/>
                <p:nvPr/>
              </p:nvSpPr>
              <p:spPr bwMode="auto">
                <a:xfrm>
                  <a:off x="4055" y="1805"/>
                  <a:ext cx="295" cy="171"/>
                </a:xfrm>
                <a:custGeom>
                  <a:avLst/>
                  <a:gdLst>
                    <a:gd name="T0" fmla="*/ 148 w 295"/>
                    <a:gd name="T1" fmla="*/ 171 h 171"/>
                    <a:gd name="T2" fmla="*/ 0 w 295"/>
                    <a:gd name="T3" fmla="*/ 85 h 171"/>
                    <a:gd name="T4" fmla="*/ 148 w 295"/>
                    <a:gd name="T5" fmla="*/ 0 h 171"/>
                    <a:gd name="T6" fmla="*/ 295 w 295"/>
                    <a:gd name="T7" fmla="*/ 85 h 171"/>
                    <a:gd name="T8" fmla="*/ 148 w 295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71">
                      <a:moveTo>
                        <a:pt x="148" y="171"/>
                      </a:moveTo>
                      <a:lnTo>
                        <a:pt x="0" y="85"/>
                      </a:lnTo>
                      <a:lnTo>
                        <a:pt x="148" y="0"/>
                      </a:lnTo>
                      <a:lnTo>
                        <a:pt x="295" y="85"/>
                      </a:lnTo>
                      <a:lnTo>
                        <a:pt x="148" y="17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36" name="Freeform: Shape 235" descr="179b9f19-f364-4b42-b2f8-ad3c2c1ac241"/>
                <p:cNvSpPr/>
                <p:nvPr/>
              </p:nvSpPr>
              <p:spPr bwMode="auto">
                <a:xfrm>
                  <a:off x="4055" y="1890"/>
                  <a:ext cx="148" cy="243"/>
                </a:xfrm>
                <a:custGeom>
                  <a:avLst/>
                  <a:gdLst>
                    <a:gd name="T0" fmla="*/ 148 w 148"/>
                    <a:gd name="T1" fmla="*/ 243 h 243"/>
                    <a:gd name="T2" fmla="*/ 0 w 148"/>
                    <a:gd name="T3" fmla="*/ 160 h 243"/>
                    <a:gd name="T4" fmla="*/ 0 w 148"/>
                    <a:gd name="T5" fmla="*/ 0 h 243"/>
                    <a:gd name="T6" fmla="*/ 148 w 148"/>
                    <a:gd name="T7" fmla="*/ 86 h 243"/>
                    <a:gd name="T8" fmla="*/ 148 w 148"/>
                    <a:gd name="T9" fmla="*/ 243 h 2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3">
                      <a:moveTo>
                        <a:pt x="148" y="243"/>
                      </a:moveTo>
                      <a:lnTo>
                        <a:pt x="0" y="160"/>
                      </a:lnTo>
                      <a:lnTo>
                        <a:pt x="0" y="0"/>
                      </a:lnTo>
                      <a:lnTo>
                        <a:pt x="148" y="86"/>
                      </a:lnTo>
                      <a:lnTo>
                        <a:pt x="148" y="243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37" name="Freeform: Shape 236" descr="ce1aa9d3-3944-4ec3-8a35-138d40a658b0"/>
                <p:cNvSpPr/>
                <p:nvPr/>
              </p:nvSpPr>
              <p:spPr bwMode="auto">
                <a:xfrm>
                  <a:off x="4203" y="1890"/>
                  <a:ext cx="147" cy="243"/>
                </a:xfrm>
                <a:custGeom>
                  <a:avLst/>
                  <a:gdLst>
                    <a:gd name="T0" fmla="*/ 147 w 147"/>
                    <a:gd name="T1" fmla="*/ 160 h 243"/>
                    <a:gd name="T2" fmla="*/ 0 w 147"/>
                    <a:gd name="T3" fmla="*/ 243 h 243"/>
                    <a:gd name="T4" fmla="*/ 0 w 147"/>
                    <a:gd name="T5" fmla="*/ 86 h 243"/>
                    <a:gd name="T6" fmla="*/ 147 w 147"/>
                    <a:gd name="T7" fmla="*/ 0 h 243"/>
                    <a:gd name="T8" fmla="*/ 147 w 147"/>
                    <a:gd name="T9" fmla="*/ 160 h 2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3">
                      <a:moveTo>
                        <a:pt x="147" y="160"/>
                      </a:moveTo>
                      <a:lnTo>
                        <a:pt x="0" y="243"/>
                      </a:lnTo>
                      <a:lnTo>
                        <a:pt x="0" y="86"/>
                      </a:lnTo>
                      <a:lnTo>
                        <a:pt x="147" y="0"/>
                      </a:lnTo>
                      <a:lnTo>
                        <a:pt x="147" y="160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38" name="Freeform: Shape 237" descr="7af567b4-0797-46f4-bda3-e829622d8359"/>
                <p:cNvSpPr/>
                <p:nvPr/>
              </p:nvSpPr>
              <p:spPr bwMode="auto">
                <a:xfrm>
                  <a:off x="4222" y="1900"/>
                  <a:ext cx="294" cy="171"/>
                </a:xfrm>
                <a:custGeom>
                  <a:avLst/>
                  <a:gdLst>
                    <a:gd name="T0" fmla="*/ 147 w 294"/>
                    <a:gd name="T1" fmla="*/ 171 h 171"/>
                    <a:gd name="T2" fmla="*/ 0 w 294"/>
                    <a:gd name="T3" fmla="*/ 85 h 171"/>
                    <a:gd name="T4" fmla="*/ 147 w 294"/>
                    <a:gd name="T5" fmla="*/ 0 h 171"/>
                    <a:gd name="T6" fmla="*/ 294 w 294"/>
                    <a:gd name="T7" fmla="*/ 85 h 171"/>
                    <a:gd name="T8" fmla="*/ 147 w 294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4" h="171">
                      <a:moveTo>
                        <a:pt x="147" y="171"/>
                      </a:moveTo>
                      <a:lnTo>
                        <a:pt x="0" y="85"/>
                      </a:lnTo>
                      <a:lnTo>
                        <a:pt x="147" y="0"/>
                      </a:lnTo>
                      <a:lnTo>
                        <a:pt x="294" y="85"/>
                      </a:lnTo>
                      <a:lnTo>
                        <a:pt x="147" y="17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39" name="Freeform: Shape 238" descr="8224dfdc-6332-4c3b-af3c-41b2ee1fb090"/>
                <p:cNvSpPr/>
                <p:nvPr/>
              </p:nvSpPr>
              <p:spPr bwMode="auto">
                <a:xfrm>
                  <a:off x="4222" y="1985"/>
                  <a:ext cx="147" cy="245"/>
                </a:xfrm>
                <a:custGeom>
                  <a:avLst/>
                  <a:gdLst>
                    <a:gd name="T0" fmla="*/ 147 w 147"/>
                    <a:gd name="T1" fmla="*/ 245 h 245"/>
                    <a:gd name="T2" fmla="*/ 0 w 147"/>
                    <a:gd name="T3" fmla="*/ 160 h 245"/>
                    <a:gd name="T4" fmla="*/ 0 w 147"/>
                    <a:gd name="T5" fmla="*/ 0 h 245"/>
                    <a:gd name="T6" fmla="*/ 147 w 147"/>
                    <a:gd name="T7" fmla="*/ 86 h 245"/>
                    <a:gd name="T8" fmla="*/ 147 w 147"/>
                    <a:gd name="T9" fmla="*/ 245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245"/>
                      </a:moveTo>
                      <a:lnTo>
                        <a:pt x="0" y="160"/>
                      </a:lnTo>
                      <a:lnTo>
                        <a:pt x="0" y="0"/>
                      </a:lnTo>
                      <a:lnTo>
                        <a:pt x="147" y="86"/>
                      </a:lnTo>
                      <a:lnTo>
                        <a:pt x="147" y="245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40" name="Freeform: Shape 239" descr="23f8ddc2-73a5-4a63-b5bd-7340997e21f2"/>
                <p:cNvSpPr/>
                <p:nvPr/>
              </p:nvSpPr>
              <p:spPr bwMode="auto">
                <a:xfrm>
                  <a:off x="4369" y="1985"/>
                  <a:ext cx="147" cy="245"/>
                </a:xfrm>
                <a:custGeom>
                  <a:avLst/>
                  <a:gdLst>
                    <a:gd name="T0" fmla="*/ 147 w 147"/>
                    <a:gd name="T1" fmla="*/ 160 h 245"/>
                    <a:gd name="T2" fmla="*/ 0 w 147"/>
                    <a:gd name="T3" fmla="*/ 245 h 245"/>
                    <a:gd name="T4" fmla="*/ 0 w 147"/>
                    <a:gd name="T5" fmla="*/ 86 h 245"/>
                    <a:gd name="T6" fmla="*/ 147 w 147"/>
                    <a:gd name="T7" fmla="*/ 0 h 245"/>
                    <a:gd name="T8" fmla="*/ 147 w 147"/>
                    <a:gd name="T9" fmla="*/ 160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160"/>
                      </a:moveTo>
                      <a:lnTo>
                        <a:pt x="0" y="245"/>
                      </a:lnTo>
                      <a:lnTo>
                        <a:pt x="0" y="86"/>
                      </a:lnTo>
                      <a:lnTo>
                        <a:pt x="147" y="0"/>
                      </a:lnTo>
                      <a:lnTo>
                        <a:pt x="147" y="160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41" name="Freeform: Shape 240" descr="eb8fecfd-21b0-4dc4-bc3e-ae466d0eaffa"/>
                <p:cNvSpPr/>
                <p:nvPr/>
              </p:nvSpPr>
              <p:spPr bwMode="auto">
                <a:xfrm>
                  <a:off x="3722" y="1805"/>
                  <a:ext cx="295" cy="171"/>
                </a:xfrm>
                <a:custGeom>
                  <a:avLst/>
                  <a:gdLst>
                    <a:gd name="T0" fmla="*/ 148 w 295"/>
                    <a:gd name="T1" fmla="*/ 171 h 171"/>
                    <a:gd name="T2" fmla="*/ 0 w 295"/>
                    <a:gd name="T3" fmla="*/ 85 h 171"/>
                    <a:gd name="T4" fmla="*/ 148 w 295"/>
                    <a:gd name="T5" fmla="*/ 0 h 171"/>
                    <a:gd name="T6" fmla="*/ 295 w 295"/>
                    <a:gd name="T7" fmla="*/ 85 h 171"/>
                    <a:gd name="T8" fmla="*/ 148 w 295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71">
                      <a:moveTo>
                        <a:pt x="148" y="171"/>
                      </a:moveTo>
                      <a:lnTo>
                        <a:pt x="0" y="85"/>
                      </a:lnTo>
                      <a:lnTo>
                        <a:pt x="148" y="0"/>
                      </a:lnTo>
                      <a:lnTo>
                        <a:pt x="295" y="85"/>
                      </a:lnTo>
                      <a:lnTo>
                        <a:pt x="148" y="171"/>
                      </a:lnTo>
                      <a:close/>
                    </a:path>
                  </a:pathLst>
                </a:custGeom>
                <a:solidFill>
                  <a:srgbClr val="BCB5A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42" name="Freeform: Shape 241" descr="f5710671-5c10-481c-b423-f7bc4266ac8c"/>
                <p:cNvSpPr/>
                <p:nvPr/>
              </p:nvSpPr>
              <p:spPr bwMode="auto">
                <a:xfrm>
                  <a:off x="3722" y="1890"/>
                  <a:ext cx="148" cy="245"/>
                </a:xfrm>
                <a:custGeom>
                  <a:avLst/>
                  <a:gdLst>
                    <a:gd name="T0" fmla="*/ 148 w 148"/>
                    <a:gd name="T1" fmla="*/ 245 h 245"/>
                    <a:gd name="T2" fmla="*/ 0 w 148"/>
                    <a:gd name="T3" fmla="*/ 160 h 245"/>
                    <a:gd name="T4" fmla="*/ 0 w 148"/>
                    <a:gd name="T5" fmla="*/ 0 h 245"/>
                    <a:gd name="T6" fmla="*/ 148 w 148"/>
                    <a:gd name="T7" fmla="*/ 86 h 245"/>
                    <a:gd name="T8" fmla="*/ 148 w 148"/>
                    <a:gd name="T9" fmla="*/ 245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5">
                      <a:moveTo>
                        <a:pt x="148" y="245"/>
                      </a:moveTo>
                      <a:lnTo>
                        <a:pt x="0" y="160"/>
                      </a:lnTo>
                      <a:lnTo>
                        <a:pt x="0" y="0"/>
                      </a:lnTo>
                      <a:lnTo>
                        <a:pt x="148" y="86"/>
                      </a:lnTo>
                      <a:lnTo>
                        <a:pt x="148" y="245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43" name="Freeform: Shape 242" descr="b30a974a-51e5-43ae-adcd-9f09a8f87db8"/>
                <p:cNvSpPr/>
                <p:nvPr/>
              </p:nvSpPr>
              <p:spPr bwMode="auto">
                <a:xfrm>
                  <a:off x="3870" y="1890"/>
                  <a:ext cx="147" cy="245"/>
                </a:xfrm>
                <a:custGeom>
                  <a:avLst/>
                  <a:gdLst>
                    <a:gd name="T0" fmla="*/ 147 w 147"/>
                    <a:gd name="T1" fmla="*/ 160 h 245"/>
                    <a:gd name="T2" fmla="*/ 0 w 147"/>
                    <a:gd name="T3" fmla="*/ 245 h 245"/>
                    <a:gd name="T4" fmla="*/ 0 w 147"/>
                    <a:gd name="T5" fmla="*/ 86 h 245"/>
                    <a:gd name="T6" fmla="*/ 147 w 147"/>
                    <a:gd name="T7" fmla="*/ 0 h 245"/>
                    <a:gd name="T8" fmla="*/ 147 w 147"/>
                    <a:gd name="T9" fmla="*/ 160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160"/>
                      </a:moveTo>
                      <a:lnTo>
                        <a:pt x="0" y="245"/>
                      </a:lnTo>
                      <a:lnTo>
                        <a:pt x="0" y="86"/>
                      </a:lnTo>
                      <a:lnTo>
                        <a:pt x="147" y="0"/>
                      </a:lnTo>
                      <a:lnTo>
                        <a:pt x="147" y="160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44" name="Freeform: Shape 243" descr="09e1c096-0980-4615-b587-c82d7a295de8"/>
                <p:cNvSpPr/>
                <p:nvPr/>
              </p:nvSpPr>
              <p:spPr bwMode="auto">
                <a:xfrm>
                  <a:off x="3889" y="1900"/>
                  <a:ext cx="295" cy="171"/>
                </a:xfrm>
                <a:custGeom>
                  <a:avLst/>
                  <a:gdLst>
                    <a:gd name="T0" fmla="*/ 147 w 295"/>
                    <a:gd name="T1" fmla="*/ 171 h 171"/>
                    <a:gd name="T2" fmla="*/ 0 w 295"/>
                    <a:gd name="T3" fmla="*/ 85 h 171"/>
                    <a:gd name="T4" fmla="*/ 147 w 295"/>
                    <a:gd name="T5" fmla="*/ 0 h 171"/>
                    <a:gd name="T6" fmla="*/ 295 w 295"/>
                    <a:gd name="T7" fmla="*/ 85 h 171"/>
                    <a:gd name="T8" fmla="*/ 147 w 295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71">
                      <a:moveTo>
                        <a:pt x="147" y="171"/>
                      </a:moveTo>
                      <a:lnTo>
                        <a:pt x="0" y="85"/>
                      </a:lnTo>
                      <a:lnTo>
                        <a:pt x="147" y="0"/>
                      </a:lnTo>
                      <a:lnTo>
                        <a:pt x="295" y="85"/>
                      </a:lnTo>
                      <a:lnTo>
                        <a:pt x="147" y="17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45" name="Freeform: Shape 244" descr="34cc9f16-d110-4eb3-82bb-eb4c0c1dcec3"/>
                <p:cNvSpPr/>
                <p:nvPr/>
              </p:nvSpPr>
              <p:spPr bwMode="auto">
                <a:xfrm>
                  <a:off x="3889" y="1985"/>
                  <a:ext cx="147" cy="245"/>
                </a:xfrm>
                <a:custGeom>
                  <a:avLst/>
                  <a:gdLst>
                    <a:gd name="T0" fmla="*/ 147 w 147"/>
                    <a:gd name="T1" fmla="*/ 245 h 245"/>
                    <a:gd name="T2" fmla="*/ 0 w 147"/>
                    <a:gd name="T3" fmla="*/ 160 h 245"/>
                    <a:gd name="T4" fmla="*/ 0 w 147"/>
                    <a:gd name="T5" fmla="*/ 0 h 245"/>
                    <a:gd name="T6" fmla="*/ 147 w 147"/>
                    <a:gd name="T7" fmla="*/ 86 h 245"/>
                    <a:gd name="T8" fmla="*/ 147 w 147"/>
                    <a:gd name="T9" fmla="*/ 245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245"/>
                      </a:moveTo>
                      <a:lnTo>
                        <a:pt x="0" y="160"/>
                      </a:lnTo>
                      <a:lnTo>
                        <a:pt x="0" y="0"/>
                      </a:lnTo>
                      <a:lnTo>
                        <a:pt x="147" y="86"/>
                      </a:lnTo>
                      <a:lnTo>
                        <a:pt x="147" y="245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46" name="Freeform: Shape 245" descr="2fe9a2cd-3348-4bc2-a5c5-26c2b4eb986b"/>
                <p:cNvSpPr/>
                <p:nvPr/>
              </p:nvSpPr>
              <p:spPr bwMode="auto">
                <a:xfrm>
                  <a:off x="4036" y="1985"/>
                  <a:ext cx="148" cy="245"/>
                </a:xfrm>
                <a:custGeom>
                  <a:avLst/>
                  <a:gdLst>
                    <a:gd name="T0" fmla="*/ 148 w 148"/>
                    <a:gd name="T1" fmla="*/ 160 h 245"/>
                    <a:gd name="T2" fmla="*/ 0 w 148"/>
                    <a:gd name="T3" fmla="*/ 245 h 245"/>
                    <a:gd name="T4" fmla="*/ 0 w 148"/>
                    <a:gd name="T5" fmla="*/ 86 h 245"/>
                    <a:gd name="T6" fmla="*/ 148 w 148"/>
                    <a:gd name="T7" fmla="*/ 0 h 245"/>
                    <a:gd name="T8" fmla="*/ 148 w 148"/>
                    <a:gd name="T9" fmla="*/ 160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5">
                      <a:moveTo>
                        <a:pt x="148" y="160"/>
                      </a:moveTo>
                      <a:lnTo>
                        <a:pt x="0" y="245"/>
                      </a:lnTo>
                      <a:lnTo>
                        <a:pt x="0" y="86"/>
                      </a:lnTo>
                      <a:lnTo>
                        <a:pt x="148" y="0"/>
                      </a:lnTo>
                      <a:lnTo>
                        <a:pt x="148" y="160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47" name="Freeform: Shape 246" descr="c7ba9152-67cc-4b1c-9feb-df7934c33213"/>
                <p:cNvSpPr/>
                <p:nvPr/>
              </p:nvSpPr>
              <p:spPr bwMode="auto">
                <a:xfrm>
                  <a:off x="4443" y="2222"/>
                  <a:ext cx="295" cy="171"/>
                </a:xfrm>
                <a:custGeom>
                  <a:avLst/>
                  <a:gdLst>
                    <a:gd name="T0" fmla="*/ 147 w 295"/>
                    <a:gd name="T1" fmla="*/ 171 h 171"/>
                    <a:gd name="T2" fmla="*/ 0 w 295"/>
                    <a:gd name="T3" fmla="*/ 85 h 171"/>
                    <a:gd name="T4" fmla="*/ 147 w 295"/>
                    <a:gd name="T5" fmla="*/ 0 h 171"/>
                    <a:gd name="T6" fmla="*/ 295 w 295"/>
                    <a:gd name="T7" fmla="*/ 85 h 171"/>
                    <a:gd name="T8" fmla="*/ 147 w 295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71">
                      <a:moveTo>
                        <a:pt x="147" y="171"/>
                      </a:moveTo>
                      <a:lnTo>
                        <a:pt x="0" y="85"/>
                      </a:lnTo>
                      <a:lnTo>
                        <a:pt x="147" y="0"/>
                      </a:lnTo>
                      <a:lnTo>
                        <a:pt x="295" y="85"/>
                      </a:lnTo>
                      <a:lnTo>
                        <a:pt x="147" y="171"/>
                      </a:lnTo>
                      <a:close/>
                    </a:path>
                  </a:pathLst>
                </a:custGeom>
                <a:solidFill>
                  <a:srgbClr val="2D83EE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48" name="Freeform: Shape 247" descr="dd6bec6e-74b5-4a2b-b98e-c28629609434"/>
                <p:cNvSpPr/>
                <p:nvPr/>
              </p:nvSpPr>
              <p:spPr bwMode="auto">
                <a:xfrm>
                  <a:off x="4443" y="2306"/>
                  <a:ext cx="147" cy="242"/>
                </a:xfrm>
                <a:custGeom>
                  <a:avLst/>
                  <a:gdLst>
                    <a:gd name="T0" fmla="*/ 147 w 147"/>
                    <a:gd name="T1" fmla="*/ 242 h 242"/>
                    <a:gd name="T2" fmla="*/ 0 w 147"/>
                    <a:gd name="T3" fmla="*/ 159 h 242"/>
                    <a:gd name="T4" fmla="*/ 0 w 147"/>
                    <a:gd name="T5" fmla="*/ 0 h 242"/>
                    <a:gd name="T6" fmla="*/ 147 w 147"/>
                    <a:gd name="T7" fmla="*/ 86 h 242"/>
                    <a:gd name="T8" fmla="*/ 147 w 147"/>
                    <a:gd name="T9" fmla="*/ 242 h 2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1">
                      <a:moveTo>
                        <a:pt x="147" y="242"/>
                      </a:moveTo>
                      <a:lnTo>
                        <a:pt x="0" y="159"/>
                      </a:lnTo>
                      <a:lnTo>
                        <a:pt x="0" y="0"/>
                      </a:lnTo>
                      <a:lnTo>
                        <a:pt x="147" y="86"/>
                      </a:lnTo>
                      <a:lnTo>
                        <a:pt x="147" y="242"/>
                      </a:lnTo>
                      <a:close/>
                    </a:path>
                  </a:pathLst>
                </a:custGeom>
                <a:solidFill>
                  <a:srgbClr val="0647A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49" name="Freeform: Shape 248" descr="db21281e-2708-46ef-9685-4adaea39f411"/>
                <p:cNvSpPr/>
                <p:nvPr/>
              </p:nvSpPr>
              <p:spPr bwMode="auto">
                <a:xfrm>
                  <a:off x="4590" y="2306"/>
                  <a:ext cx="148" cy="242"/>
                </a:xfrm>
                <a:custGeom>
                  <a:avLst/>
                  <a:gdLst>
                    <a:gd name="T0" fmla="*/ 148 w 148"/>
                    <a:gd name="T1" fmla="*/ 159 h 242"/>
                    <a:gd name="T2" fmla="*/ 0 w 148"/>
                    <a:gd name="T3" fmla="*/ 242 h 242"/>
                    <a:gd name="T4" fmla="*/ 0 w 148"/>
                    <a:gd name="T5" fmla="*/ 86 h 242"/>
                    <a:gd name="T6" fmla="*/ 148 w 148"/>
                    <a:gd name="T7" fmla="*/ 0 h 242"/>
                    <a:gd name="T8" fmla="*/ 148 w 148"/>
                    <a:gd name="T9" fmla="*/ 159 h 2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1">
                      <a:moveTo>
                        <a:pt x="148" y="159"/>
                      </a:moveTo>
                      <a:lnTo>
                        <a:pt x="0" y="242"/>
                      </a:lnTo>
                      <a:lnTo>
                        <a:pt x="0" y="86"/>
                      </a:lnTo>
                      <a:lnTo>
                        <a:pt x="148" y="0"/>
                      </a:lnTo>
                      <a:lnTo>
                        <a:pt x="148" y="159"/>
                      </a:lnTo>
                      <a:close/>
                    </a:path>
                  </a:pathLst>
                </a:custGeom>
                <a:solidFill>
                  <a:srgbClr val="1C64D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50" name="Freeform: Shape 249" descr="6e0bab3e-b2ba-4557-9c88-fe07274d6690"/>
                <p:cNvSpPr/>
                <p:nvPr/>
              </p:nvSpPr>
              <p:spPr bwMode="auto">
                <a:xfrm>
                  <a:off x="3556" y="1902"/>
                  <a:ext cx="295" cy="169"/>
                </a:xfrm>
                <a:custGeom>
                  <a:avLst/>
                  <a:gdLst>
                    <a:gd name="T0" fmla="*/ 147 w 295"/>
                    <a:gd name="T1" fmla="*/ 169 h 169"/>
                    <a:gd name="T2" fmla="*/ 0 w 295"/>
                    <a:gd name="T3" fmla="*/ 83 h 169"/>
                    <a:gd name="T4" fmla="*/ 147 w 295"/>
                    <a:gd name="T5" fmla="*/ 0 h 169"/>
                    <a:gd name="T6" fmla="*/ 295 w 295"/>
                    <a:gd name="T7" fmla="*/ 83 h 169"/>
                    <a:gd name="T8" fmla="*/ 147 w 295"/>
                    <a:gd name="T9" fmla="*/ 169 h 1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69">
                      <a:moveTo>
                        <a:pt x="147" y="169"/>
                      </a:moveTo>
                      <a:lnTo>
                        <a:pt x="0" y="83"/>
                      </a:lnTo>
                      <a:lnTo>
                        <a:pt x="147" y="0"/>
                      </a:lnTo>
                      <a:lnTo>
                        <a:pt x="295" y="83"/>
                      </a:lnTo>
                      <a:lnTo>
                        <a:pt x="147" y="169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51" name="Freeform: Shape 250" descr="46ecdfd3-2e15-466b-bb29-2702086cd3ed"/>
                <p:cNvSpPr/>
                <p:nvPr/>
              </p:nvSpPr>
              <p:spPr bwMode="auto">
                <a:xfrm>
                  <a:off x="3556" y="1985"/>
                  <a:ext cx="147" cy="245"/>
                </a:xfrm>
                <a:custGeom>
                  <a:avLst/>
                  <a:gdLst>
                    <a:gd name="T0" fmla="*/ 147 w 147"/>
                    <a:gd name="T1" fmla="*/ 245 h 245"/>
                    <a:gd name="T2" fmla="*/ 0 w 147"/>
                    <a:gd name="T3" fmla="*/ 160 h 245"/>
                    <a:gd name="T4" fmla="*/ 0 w 147"/>
                    <a:gd name="T5" fmla="*/ 0 h 245"/>
                    <a:gd name="T6" fmla="*/ 147 w 147"/>
                    <a:gd name="T7" fmla="*/ 86 h 245"/>
                    <a:gd name="T8" fmla="*/ 147 w 147"/>
                    <a:gd name="T9" fmla="*/ 245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245"/>
                      </a:moveTo>
                      <a:lnTo>
                        <a:pt x="0" y="160"/>
                      </a:lnTo>
                      <a:lnTo>
                        <a:pt x="0" y="0"/>
                      </a:lnTo>
                      <a:lnTo>
                        <a:pt x="147" y="86"/>
                      </a:lnTo>
                      <a:lnTo>
                        <a:pt x="147" y="245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52" name="Freeform: Shape 251" descr="6956eaa2-443a-4494-82b2-03f9dc89c384"/>
                <p:cNvSpPr/>
                <p:nvPr/>
              </p:nvSpPr>
              <p:spPr bwMode="auto">
                <a:xfrm>
                  <a:off x="3703" y="1985"/>
                  <a:ext cx="148" cy="245"/>
                </a:xfrm>
                <a:custGeom>
                  <a:avLst/>
                  <a:gdLst>
                    <a:gd name="T0" fmla="*/ 148 w 148"/>
                    <a:gd name="T1" fmla="*/ 160 h 245"/>
                    <a:gd name="T2" fmla="*/ 0 w 148"/>
                    <a:gd name="T3" fmla="*/ 245 h 245"/>
                    <a:gd name="T4" fmla="*/ 0 w 148"/>
                    <a:gd name="T5" fmla="*/ 86 h 245"/>
                    <a:gd name="T6" fmla="*/ 148 w 148"/>
                    <a:gd name="T7" fmla="*/ 0 h 245"/>
                    <a:gd name="T8" fmla="*/ 148 w 148"/>
                    <a:gd name="T9" fmla="*/ 160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5">
                      <a:moveTo>
                        <a:pt x="148" y="160"/>
                      </a:moveTo>
                      <a:lnTo>
                        <a:pt x="0" y="245"/>
                      </a:lnTo>
                      <a:lnTo>
                        <a:pt x="0" y="86"/>
                      </a:lnTo>
                      <a:lnTo>
                        <a:pt x="148" y="0"/>
                      </a:lnTo>
                      <a:lnTo>
                        <a:pt x="148" y="160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53" name="Freeform: Shape 252" descr="1d5761cb-344a-456b-a79f-ccde2f4dde53"/>
                <p:cNvSpPr/>
                <p:nvPr/>
              </p:nvSpPr>
              <p:spPr bwMode="auto">
                <a:xfrm>
                  <a:off x="3722" y="1997"/>
                  <a:ext cx="295" cy="171"/>
                </a:xfrm>
                <a:custGeom>
                  <a:avLst/>
                  <a:gdLst>
                    <a:gd name="T0" fmla="*/ 148 w 295"/>
                    <a:gd name="T1" fmla="*/ 171 h 171"/>
                    <a:gd name="T2" fmla="*/ 0 w 295"/>
                    <a:gd name="T3" fmla="*/ 86 h 171"/>
                    <a:gd name="T4" fmla="*/ 148 w 295"/>
                    <a:gd name="T5" fmla="*/ 0 h 171"/>
                    <a:gd name="T6" fmla="*/ 295 w 295"/>
                    <a:gd name="T7" fmla="*/ 86 h 171"/>
                    <a:gd name="T8" fmla="*/ 148 w 295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71">
                      <a:moveTo>
                        <a:pt x="148" y="171"/>
                      </a:moveTo>
                      <a:lnTo>
                        <a:pt x="0" y="86"/>
                      </a:lnTo>
                      <a:lnTo>
                        <a:pt x="148" y="0"/>
                      </a:lnTo>
                      <a:lnTo>
                        <a:pt x="295" y="86"/>
                      </a:lnTo>
                      <a:lnTo>
                        <a:pt x="148" y="17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54" name="Freeform: Shape 253" descr="527f1272-5e45-4693-908d-43f26dd33cb8"/>
                <p:cNvSpPr/>
                <p:nvPr/>
              </p:nvSpPr>
              <p:spPr bwMode="auto">
                <a:xfrm>
                  <a:off x="3722" y="2083"/>
                  <a:ext cx="148" cy="242"/>
                </a:xfrm>
                <a:custGeom>
                  <a:avLst/>
                  <a:gdLst>
                    <a:gd name="T0" fmla="*/ 148 w 148"/>
                    <a:gd name="T1" fmla="*/ 242 h 242"/>
                    <a:gd name="T2" fmla="*/ 0 w 148"/>
                    <a:gd name="T3" fmla="*/ 159 h 242"/>
                    <a:gd name="T4" fmla="*/ 0 w 148"/>
                    <a:gd name="T5" fmla="*/ 0 h 242"/>
                    <a:gd name="T6" fmla="*/ 148 w 148"/>
                    <a:gd name="T7" fmla="*/ 85 h 242"/>
                    <a:gd name="T8" fmla="*/ 148 w 148"/>
                    <a:gd name="T9" fmla="*/ 242 h 2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1">
                      <a:moveTo>
                        <a:pt x="148" y="242"/>
                      </a:moveTo>
                      <a:lnTo>
                        <a:pt x="0" y="159"/>
                      </a:lnTo>
                      <a:lnTo>
                        <a:pt x="0" y="0"/>
                      </a:lnTo>
                      <a:lnTo>
                        <a:pt x="148" y="85"/>
                      </a:lnTo>
                      <a:lnTo>
                        <a:pt x="148" y="242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55" name="Freeform: Shape 254" descr="36c75cf8-ba0f-4ae8-80de-e33d756a4769"/>
                <p:cNvSpPr/>
                <p:nvPr/>
              </p:nvSpPr>
              <p:spPr bwMode="auto">
                <a:xfrm>
                  <a:off x="3870" y="2083"/>
                  <a:ext cx="147" cy="242"/>
                </a:xfrm>
                <a:custGeom>
                  <a:avLst/>
                  <a:gdLst>
                    <a:gd name="T0" fmla="*/ 147 w 147"/>
                    <a:gd name="T1" fmla="*/ 159 h 242"/>
                    <a:gd name="T2" fmla="*/ 0 w 147"/>
                    <a:gd name="T3" fmla="*/ 242 h 242"/>
                    <a:gd name="T4" fmla="*/ 0 w 147"/>
                    <a:gd name="T5" fmla="*/ 85 h 242"/>
                    <a:gd name="T6" fmla="*/ 147 w 147"/>
                    <a:gd name="T7" fmla="*/ 0 h 242"/>
                    <a:gd name="T8" fmla="*/ 147 w 147"/>
                    <a:gd name="T9" fmla="*/ 159 h 2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1">
                      <a:moveTo>
                        <a:pt x="147" y="159"/>
                      </a:moveTo>
                      <a:lnTo>
                        <a:pt x="0" y="242"/>
                      </a:lnTo>
                      <a:lnTo>
                        <a:pt x="0" y="85"/>
                      </a:lnTo>
                      <a:lnTo>
                        <a:pt x="147" y="0"/>
                      </a:lnTo>
                      <a:lnTo>
                        <a:pt x="147" y="159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56" name="Freeform: Shape 255" descr="3a5a42b3-2ef4-4139-b155-e269944e7f0b"/>
                <p:cNvSpPr/>
                <p:nvPr/>
              </p:nvSpPr>
              <p:spPr bwMode="auto">
                <a:xfrm>
                  <a:off x="3889" y="2092"/>
                  <a:ext cx="295" cy="171"/>
                </a:xfrm>
                <a:custGeom>
                  <a:avLst/>
                  <a:gdLst>
                    <a:gd name="T0" fmla="*/ 147 w 295"/>
                    <a:gd name="T1" fmla="*/ 171 h 171"/>
                    <a:gd name="T2" fmla="*/ 0 w 295"/>
                    <a:gd name="T3" fmla="*/ 86 h 171"/>
                    <a:gd name="T4" fmla="*/ 147 w 295"/>
                    <a:gd name="T5" fmla="*/ 0 h 171"/>
                    <a:gd name="T6" fmla="*/ 295 w 295"/>
                    <a:gd name="T7" fmla="*/ 86 h 171"/>
                    <a:gd name="T8" fmla="*/ 147 w 295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71">
                      <a:moveTo>
                        <a:pt x="147" y="171"/>
                      </a:moveTo>
                      <a:lnTo>
                        <a:pt x="0" y="86"/>
                      </a:lnTo>
                      <a:lnTo>
                        <a:pt x="147" y="0"/>
                      </a:lnTo>
                      <a:lnTo>
                        <a:pt x="295" y="86"/>
                      </a:lnTo>
                      <a:lnTo>
                        <a:pt x="147" y="17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57" name="Freeform: Shape 256" descr="bf63192e-702e-4a91-9b37-2d6fd02f3f10"/>
                <p:cNvSpPr/>
                <p:nvPr/>
              </p:nvSpPr>
              <p:spPr bwMode="auto">
                <a:xfrm>
                  <a:off x="3889" y="2178"/>
                  <a:ext cx="147" cy="245"/>
                </a:xfrm>
                <a:custGeom>
                  <a:avLst/>
                  <a:gdLst>
                    <a:gd name="T0" fmla="*/ 147 w 147"/>
                    <a:gd name="T1" fmla="*/ 245 h 245"/>
                    <a:gd name="T2" fmla="*/ 0 w 147"/>
                    <a:gd name="T3" fmla="*/ 159 h 245"/>
                    <a:gd name="T4" fmla="*/ 0 w 147"/>
                    <a:gd name="T5" fmla="*/ 0 h 245"/>
                    <a:gd name="T6" fmla="*/ 147 w 147"/>
                    <a:gd name="T7" fmla="*/ 85 h 245"/>
                    <a:gd name="T8" fmla="*/ 147 w 147"/>
                    <a:gd name="T9" fmla="*/ 245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245"/>
                      </a:moveTo>
                      <a:lnTo>
                        <a:pt x="0" y="159"/>
                      </a:lnTo>
                      <a:lnTo>
                        <a:pt x="0" y="0"/>
                      </a:lnTo>
                      <a:lnTo>
                        <a:pt x="147" y="85"/>
                      </a:lnTo>
                      <a:lnTo>
                        <a:pt x="147" y="245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58" name="Freeform: Shape 257" descr="44f5b108-c55d-408f-9ac8-038b81e21bf9"/>
                <p:cNvSpPr/>
                <p:nvPr/>
              </p:nvSpPr>
              <p:spPr bwMode="auto">
                <a:xfrm>
                  <a:off x="4036" y="2178"/>
                  <a:ext cx="148" cy="245"/>
                </a:xfrm>
                <a:custGeom>
                  <a:avLst/>
                  <a:gdLst>
                    <a:gd name="T0" fmla="*/ 148 w 148"/>
                    <a:gd name="T1" fmla="*/ 159 h 245"/>
                    <a:gd name="T2" fmla="*/ 0 w 148"/>
                    <a:gd name="T3" fmla="*/ 245 h 245"/>
                    <a:gd name="T4" fmla="*/ 0 w 148"/>
                    <a:gd name="T5" fmla="*/ 85 h 245"/>
                    <a:gd name="T6" fmla="*/ 148 w 148"/>
                    <a:gd name="T7" fmla="*/ 0 h 245"/>
                    <a:gd name="T8" fmla="*/ 148 w 148"/>
                    <a:gd name="T9" fmla="*/ 159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5">
                      <a:moveTo>
                        <a:pt x="148" y="159"/>
                      </a:moveTo>
                      <a:lnTo>
                        <a:pt x="0" y="245"/>
                      </a:lnTo>
                      <a:lnTo>
                        <a:pt x="0" y="85"/>
                      </a:lnTo>
                      <a:lnTo>
                        <a:pt x="148" y="0"/>
                      </a:lnTo>
                      <a:lnTo>
                        <a:pt x="148" y="159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59" name="Freeform: Shape 258" descr="05d2a580-c7d9-4fef-bf35-7c041a9bdad8"/>
                <p:cNvSpPr/>
                <p:nvPr/>
              </p:nvSpPr>
              <p:spPr bwMode="auto">
                <a:xfrm>
                  <a:off x="3225" y="1902"/>
                  <a:ext cx="295" cy="169"/>
                </a:xfrm>
                <a:custGeom>
                  <a:avLst/>
                  <a:gdLst>
                    <a:gd name="T0" fmla="*/ 148 w 295"/>
                    <a:gd name="T1" fmla="*/ 169 h 169"/>
                    <a:gd name="T2" fmla="*/ 0 w 295"/>
                    <a:gd name="T3" fmla="*/ 86 h 169"/>
                    <a:gd name="T4" fmla="*/ 148 w 295"/>
                    <a:gd name="T5" fmla="*/ 0 h 169"/>
                    <a:gd name="T6" fmla="*/ 295 w 295"/>
                    <a:gd name="T7" fmla="*/ 86 h 169"/>
                    <a:gd name="T8" fmla="*/ 148 w 295"/>
                    <a:gd name="T9" fmla="*/ 169 h 1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69">
                      <a:moveTo>
                        <a:pt x="148" y="169"/>
                      </a:moveTo>
                      <a:lnTo>
                        <a:pt x="0" y="86"/>
                      </a:lnTo>
                      <a:lnTo>
                        <a:pt x="148" y="0"/>
                      </a:lnTo>
                      <a:lnTo>
                        <a:pt x="295" y="86"/>
                      </a:lnTo>
                      <a:lnTo>
                        <a:pt x="148" y="169"/>
                      </a:lnTo>
                      <a:close/>
                    </a:path>
                  </a:pathLst>
                </a:custGeom>
                <a:solidFill>
                  <a:srgbClr val="BCB5A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60" name="Freeform: Shape 259" descr="76a893a8-c895-4710-8688-6757f16a04e2"/>
                <p:cNvSpPr/>
                <p:nvPr/>
              </p:nvSpPr>
              <p:spPr bwMode="auto">
                <a:xfrm>
                  <a:off x="3225" y="1988"/>
                  <a:ext cx="148" cy="242"/>
                </a:xfrm>
                <a:custGeom>
                  <a:avLst/>
                  <a:gdLst>
                    <a:gd name="T0" fmla="*/ 148 w 148"/>
                    <a:gd name="T1" fmla="*/ 242 h 242"/>
                    <a:gd name="T2" fmla="*/ 0 w 148"/>
                    <a:gd name="T3" fmla="*/ 157 h 242"/>
                    <a:gd name="T4" fmla="*/ 0 w 148"/>
                    <a:gd name="T5" fmla="*/ 0 h 242"/>
                    <a:gd name="T6" fmla="*/ 148 w 148"/>
                    <a:gd name="T7" fmla="*/ 83 h 242"/>
                    <a:gd name="T8" fmla="*/ 148 w 148"/>
                    <a:gd name="T9" fmla="*/ 242 h 2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1">
                      <a:moveTo>
                        <a:pt x="148" y="242"/>
                      </a:moveTo>
                      <a:lnTo>
                        <a:pt x="0" y="157"/>
                      </a:lnTo>
                      <a:lnTo>
                        <a:pt x="0" y="0"/>
                      </a:lnTo>
                      <a:lnTo>
                        <a:pt x="148" y="83"/>
                      </a:lnTo>
                      <a:lnTo>
                        <a:pt x="148" y="242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61" name="Freeform: Shape 260" descr="32dd7050-e99f-4cbc-a1bc-f8f80ba21de9"/>
                <p:cNvSpPr/>
                <p:nvPr/>
              </p:nvSpPr>
              <p:spPr bwMode="auto">
                <a:xfrm>
                  <a:off x="3373" y="1988"/>
                  <a:ext cx="147" cy="242"/>
                </a:xfrm>
                <a:custGeom>
                  <a:avLst/>
                  <a:gdLst>
                    <a:gd name="T0" fmla="*/ 147 w 147"/>
                    <a:gd name="T1" fmla="*/ 157 h 242"/>
                    <a:gd name="T2" fmla="*/ 0 w 147"/>
                    <a:gd name="T3" fmla="*/ 242 h 242"/>
                    <a:gd name="T4" fmla="*/ 0 w 147"/>
                    <a:gd name="T5" fmla="*/ 83 h 242"/>
                    <a:gd name="T6" fmla="*/ 147 w 147"/>
                    <a:gd name="T7" fmla="*/ 0 h 242"/>
                    <a:gd name="T8" fmla="*/ 147 w 147"/>
                    <a:gd name="T9" fmla="*/ 157 h 2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1">
                      <a:moveTo>
                        <a:pt x="147" y="157"/>
                      </a:moveTo>
                      <a:lnTo>
                        <a:pt x="0" y="242"/>
                      </a:lnTo>
                      <a:lnTo>
                        <a:pt x="0" y="83"/>
                      </a:lnTo>
                      <a:lnTo>
                        <a:pt x="147" y="0"/>
                      </a:lnTo>
                      <a:lnTo>
                        <a:pt x="147" y="157"/>
                      </a:lnTo>
                      <a:close/>
                    </a:path>
                  </a:pathLst>
                </a:custGeom>
                <a:solidFill>
                  <a:srgbClr val="A29D9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62" name="Freeform: Shape 261" descr="fc19bfab-c1d2-44f5-afcc-694cf91696e0"/>
                <p:cNvSpPr/>
                <p:nvPr/>
              </p:nvSpPr>
              <p:spPr bwMode="auto">
                <a:xfrm>
                  <a:off x="3037" y="2202"/>
                  <a:ext cx="295" cy="171"/>
                </a:xfrm>
                <a:custGeom>
                  <a:avLst/>
                  <a:gdLst>
                    <a:gd name="T0" fmla="*/ 148 w 295"/>
                    <a:gd name="T1" fmla="*/ 171 h 171"/>
                    <a:gd name="T2" fmla="*/ 0 w 295"/>
                    <a:gd name="T3" fmla="*/ 85 h 171"/>
                    <a:gd name="T4" fmla="*/ 148 w 295"/>
                    <a:gd name="T5" fmla="*/ 0 h 171"/>
                    <a:gd name="T6" fmla="*/ 295 w 295"/>
                    <a:gd name="T7" fmla="*/ 85 h 171"/>
                    <a:gd name="T8" fmla="*/ 148 w 295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71">
                      <a:moveTo>
                        <a:pt x="148" y="171"/>
                      </a:moveTo>
                      <a:lnTo>
                        <a:pt x="0" y="85"/>
                      </a:lnTo>
                      <a:lnTo>
                        <a:pt x="148" y="0"/>
                      </a:lnTo>
                      <a:lnTo>
                        <a:pt x="295" y="85"/>
                      </a:lnTo>
                      <a:lnTo>
                        <a:pt x="148" y="171"/>
                      </a:lnTo>
                      <a:close/>
                    </a:path>
                  </a:pathLst>
                </a:custGeom>
                <a:solidFill>
                  <a:srgbClr val="2D83EE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63" name="Freeform: Shape 262" descr="32dcd024-7390-43b2-a0cc-28dca0aa4bcf"/>
                <p:cNvSpPr/>
                <p:nvPr/>
              </p:nvSpPr>
              <p:spPr bwMode="auto">
                <a:xfrm>
                  <a:off x="3037" y="2287"/>
                  <a:ext cx="148" cy="242"/>
                </a:xfrm>
                <a:custGeom>
                  <a:avLst/>
                  <a:gdLst>
                    <a:gd name="T0" fmla="*/ 148 w 148"/>
                    <a:gd name="T1" fmla="*/ 242 h 242"/>
                    <a:gd name="T2" fmla="*/ 0 w 148"/>
                    <a:gd name="T3" fmla="*/ 159 h 242"/>
                    <a:gd name="T4" fmla="*/ 0 w 148"/>
                    <a:gd name="T5" fmla="*/ 0 h 242"/>
                    <a:gd name="T6" fmla="*/ 148 w 148"/>
                    <a:gd name="T7" fmla="*/ 86 h 242"/>
                    <a:gd name="T8" fmla="*/ 148 w 148"/>
                    <a:gd name="T9" fmla="*/ 242 h 2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1">
                      <a:moveTo>
                        <a:pt x="148" y="242"/>
                      </a:moveTo>
                      <a:lnTo>
                        <a:pt x="0" y="159"/>
                      </a:lnTo>
                      <a:lnTo>
                        <a:pt x="0" y="0"/>
                      </a:lnTo>
                      <a:lnTo>
                        <a:pt x="148" y="86"/>
                      </a:lnTo>
                      <a:lnTo>
                        <a:pt x="148" y="242"/>
                      </a:lnTo>
                      <a:close/>
                    </a:path>
                  </a:pathLst>
                </a:custGeom>
                <a:solidFill>
                  <a:srgbClr val="0647A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64" name="Freeform: Shape 263" descr="363400fe-d4b0-4a5d-beab-98bb97e37f6b"/>
                <p:cNvSpPr/>
                <p:nvPr/>
              </p:nvSpPr>
              <p:spPr bwMode="auto">
                <a:xfrm>
                  <a:off x="3185" y="2287"/>
                  <a:ext cx="147" cy="242"/>
                </a:xfrm>
                <a:custGeom>
                  <a:avLst/>
                  <a:gdLst>
                    <a:gd name="T0" fmla="*/ 147 w 147"/>
                    <a:gd name="T1" fmla="*/ 159 h 242"/>
                    <a:gd name="T2" fmla="*/ 0 w 147"/>
                    <a:gd name="T3" fmla="*/ 242 h 242"/>
                    <a:gd name="T4" fmla="*/ 0 w 147"/>
                    <a:gd name="T5" fmla="*/ 86 h 242"/>
                    <a:gd name="T6" fmla="*/ 147 w 147"/>
                    <a:gd name="T7" fmla="*/ 0 h 242"/>
                    <a:gd name="T8" fmla="*/ 147 w 147"/>
                    <a:gd name="T9" fmla="*/ 159 h 2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1">
                      <a:moveTo>
                        <a:pt x="147" y="159"/>
                      </a:moveTo>
                      <a:lnTo>
                        <a:pt x="0" y="242"/>
                      </a:lnTo>
                      <a:lnTo>
                        <a:pt x="0" y="86"/>
                      </a:lnTo>
                      <a:lnTo>
                        <a:pt x="147" y="0"/>
                      </a:lnTo>
                      <a:lnTo>
                        <a:pt x="147" y="159"/>
                      </a:lnTo>
                      <a:close/>
                    </a:path>
                  </a:pathLst>
                </a:custGeom>
                <a:solidFill>
                  <a:srgbClr val="1C64D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65" name="Freeform: Shape 264" descr="a255b3a1-c18e-473b-9b21-3b8c5bb174f6"/>
                <p:cNvSpPr/>
                <p:nvPr/>
              </p:nvSpPr>
              <p:spPr bwMode="auto">
                <a:xfrm>
                  <a:off x="3556" y="2092"/>
                  <a:ext cx="295" cy="171"/>
                </a:xfrm>
                <a:custGeom>
                  <a:avLst/>
                  <a:gdLst>
                    <a:gd name="T0" fmla="*/ 147 w 295"/>
                    <a:gd name="T1" fmla="*/ 171 h 171"/>
                    <a:gd name="T2" fmla="*/ 0 w 295"/>
                    <a:gd name="T3" fmla="*/ 86 h 171"/>
                    <a:gd name="T4" fmla="*/ 147 w 295"/>
                    <a:gd name="T5" fmla="*/ 0 h 171"/>
                    <a:gd name="T6" fmla="*/ 295 w 295"/>
                    <a:gd name="T7" fmla="*/ 86 h 171"/>
                    <a:gd name="T8" fmla="*/ 147 w 295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71">
                      <a:moveTo>
                        <a:pt x="147" y="171"/>
                      </a:moveTo>
                      <a:lnTo>
                        <a:pt x="0" y="86"/>
                      </a:lnTo>
                      <a:lnTo>
                        <a:pt x="147" y="0"/>
                      </a:lnTo>
                      <a:lnTo>
                        <a:pt x="295" y="86"/>
                      </a:lnTo>
                      <a:lnTo>
                        <a:pt x="147" y="171"/>
                      </a:lnTo>
                      <a:close/>
                    </a:path>
                  </a:pathLst>
                </a:custGeom>
                <a:solidFill>
                  <a:srgbClr val="BCB5A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66" name="Freeform: Shape 265" descr="7b3a8614-cfad-4052-923b-c2d8506c9c92"/>
                <p:cNvSpPr/>
                <p:nvPr/>
              </p:nvSpPr>
              <p:spPr bwMode="auto">
                <a:xfrm>
                  <a:off x="3556" y="2178"/>
                  <a:ext cx="147" cy="245"/>
                </a:xfrm>
                <a:custGeom>
                  <a:avLst/>
                  <a:gdLst>
                    <a:gd name="T0" fmla="*/ 147 w 147"/>
                    <a:gd name="T1" fmla="*/ 245 h 245"/>
                    <a:gd name="T2" fmla="*/ 0 w 147"/>
                    <a:gd name="T3" fmla="*/ 159 h 245"/>
                    <a:gd name="T4" fmla="*/ 0 w 147"/>
                    <a:gd name="T5" fmla="*/ 0 h 245"/>
                    <a:gd name="T6" fmla="*/ 147 w 147"/>
                    <a:gd name="T7" fmla="*/ 85 h 245"/>
                    <a:gd name="T8" fmla="*/ 147 w 147"/>
                    <a:gd name="T9" fmla="*/ 245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245"/>
                      </a:moveTo>
                      <a:lnTo>
                        <a:pt x="0" y="159"/>
                      </a:lnTo>
                      <a:lnTo>
                        <a:pt x="0" y="0"/>
                      </a:lnTo>
                      <a:lnTo>
                        <a:pt x="147" y="85"/>
                      </a:lnTo>
                      <a:lnTo>
                        <a:pt x="147" y="245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67" name="Freeform: Shape 266" descr="140c2b80-c56c-4f0d-ab6f-15a71ed1862f"/>
                <p:cNvSpPr/>
                <p:nvPr/>
              </p:nvSpPr>
              <p:spPr bwMode="auto">
                <a:xfrm>
                  <a:off x="3703" y="2178"/>
                  <a:ext cx="148" cy="245"/>
                </a:xfrm>
                <a:custGeom>
                  <a:avLst/>
                  <a:gdLst>
                    <a:gd name="T0" fmla="*/ 148 w 148"/>
                    <a:gd name="T1" fmla="*/ 159 h 245"/>
                    <a:gd name="T2" fmla="*/ 0 w 148"/>
                    <a:gd name="T3" fmla="*/ 245 h 245"/>
                    <a:gd name="T4" fmla="*/ 0 w 148"/>
                    <a:gd name="T5" fmla="*/ 85 h 245"/>
                    <a:gd name="T6" fmla="*/ 148 w 148"/>
                    <a:gd name="T7" fmla="*/ 0 h 245"/>
                    <a:gd name="T8" fmla="*/ 148 w 148"/>
                    <a:gd name="T9" fmla="*/ 159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5">
                      <a:moveTo>
                        <a:pt x="148" y="159"/>
                      </a:moveTo>
                      <a:lnTo>
                        <a:pt x="0" y="245"/>
                      </a:lnTo>
                      <a:lnTo>
                        <a:pt x="0" y="85"/>
                      </a:lnTo>
                      <a:lnTo>
                        <a:pt x="148" y="0"/>
                      </a:lnTo>
                      <a:lnTo>
                        <a:pt x="148" y="159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68" name="Freeform: Shape 267" descr="aa53e6ac-65c5-45ea-b599-117c547a3592"/>
                <p:cNvSpPr/>
                <p:nvPr/>
              </p:nvSpPr>
              <p:spPr bwMode="auto">
                <a:xfrm>
                  <a:off x="3722" y="2190"/>
                  <a:ext cx="295" cy="168"/>
                </a:xfrm>
                <a:custGeom>
                  <a:avLst/>
                  <a:gdLst>
                    <a:gd name="T0" fmla="*/ 148 w 295"/>
                    <a:gd name="T1" fmla="*/ 168 h 168"/>
                    <a:gd name="T2" fmla="*/ 0 w 295"/>
                    <a:gd name="T3" fmla="*/ 83 h 168"/>
                    <a:gd name="T4" fmla="*/ 148 w 295"/>
                    <a:gd name="T5" fmla="*/ 0 h 168"/>
                    <a:gd name="T6" fmla="*/ 295 w 295"/>
                    <a:gd name="T7" fmla="*/ 83 h 168"/>
                    <a:gd name="T8" fmla="*/ 148 w 295"/>
                    <a:gd name="T9" fmla="*/ 168 h 1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68">
                      <a:moveTo>
                        <a:pt x="148" y="168"/>
                      </a:moveTo>
                      <a:lnTo>
                        <a:pt x="0" y="83"/>
                      </a:lnTo>
                      <a:lnTo>
                        <a:pt x="148" y="0"/>
                      </a:lnTo>
                      <a:lnTo>
                        <a:pt x="295" y="83"/>
                      </a:lnTo>
                      <a:lnTo>
                        <a:pt x="148" y="16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69" name="Freeform: Shape 268" descr="db28095a-b20d-4b01-bfb1-19507baeffcb"/>
                <p:cNvSpPr/>
                <p:nvPr/>
              </p:nvSpPr>
              <p:spPr bwMode="auto">
                <a:xfrm>
                  <a:off x="3722" y="2273"/>
                  <a:ext cx="148" cy="245"/>
                </a:xfrm>
                <a:custGeom>
                  <a:avLst/>
                  <a:gdLst>
                    <a:gd name="T0" fmla="*/ 148 w 148"/>
                    <a:gd name="T1" fmla="*/ 245 h 245"/>
                    <a:gd name="T2" fmla="*/ 0 w 148"/>
                    <a:gd name="T3" fmla="*/ 159 h 245"/>
                    <a:gd name="T4" fmla="*/ 0 w 148"/>
                    <a:gd name="T5" fmla="*/ 0 h 245"/>
                    <a:gd name="T6" fmla="*/ 148 w 148"/>
                    <a:gd name="T7" fmla="*/ 85 h 245"/>
                    <a:gd name="T8" fmla="*/ 148 w 148"/>
                    <a:gd name="T9" fmla="*/ 245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5">
                      <a:moveTo>
                        <a:pt x="148" y="245"/>
                      </a:moveTo>
                      <a:lnTo>
                        <a:pt x="0" y="159"/>
                      </a:lnTo>
                      <a:lnTo>
                        <a:pt x="0" y="0"/>
                      </a:lnTo>
                      <a:lnTo>
                        <a:pt x="148" y="85"/>
                      </a:lnTo>
                      <a:lnTo>
                        <a:pt x="148" y="245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70" name="Freeform: Shape 269" descr="39eb4d6c-e25a-4aca-a0a2-80572d6959fd"/>
                <p:cNvSpPr/>
                <p:nvPr/>
              </p:nvSpPr>
              <p:spPr bwMode="auto">
                <a:xfrm>
                  <a:off x="3870" y="2273"/>
                  <a:ext cx="147" cy="245"/>
                </a:xfrm>
                <a:custGeom>
                  <a:avLst/>
                  <a:gdLst>
                    <a:gd name="T0" fmla="*/ 147 w 147"/>
                    <a:gd name="T1" fmla="*/ 159 h 245"/>
                    <a:gd name="T2" fmla="*/ 0 w 147"/>
                    <a:gd name="T3" fmla="*/ 245 h 245"/>
                    <a:gd name="T4" fmla="*/ 0 w 147"/>
                    <a:gd name="T5" fmla="*/ 85 h 245"/>
                    <a:gd name="T6" fmla="*/ 147 w 147"/>
                    <a:gd name="T7" fmla="*/ 0 h 245"/>
                    <a:gd name="T8" fmla="*/ 147 w 147"/>
                    <a:gd name="T9" fmla="*/ 159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159"/>
                      </a:moveTo>
                      <a:lnTo>
                        <a:pt x="0" y="245"/>
                      </a:lnTo>
                      <a:lnTo>
                        <a:pt x="0" y="85"/>
                      </a:lnTo>
                      <a:lnTo>
                        <a:pt x="147" y="0"/>
                      </a:lnTo>
                      <a:lnTo>
                        <a:pt x="147" y="159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71" name="Freeform: Shape 270" descr="c79a0d89-2bf5-430f-b5e8-5c8148ea451d"/>
                <p:cNvSpPr/>
                <p:nvPr/>
              </p:nvSpPr>
              <p:spPr bwMode="auto">
                <a:xfrm>
                  <a:off x="3725" y="1432"/>
                  <a:ext cx="294" cy="171"/>
                </a:xfrm>
                <a:custGeom>
                  <a:avLst/>
                  <a:gdLst>
                    <a:gd name="T0" fmla="*/ 147 w 294"/>
                    <a:gd name="T1" fmla="*/ 171 h 171"/>
                    <a:gd name="T2" fmla="*/ 0 w 294"/>
                    <a:gd name="T3" fmla="*/ 85 h 171"/>
                    <a:gd name="T4" fmla="*/ 147 w 294"/>
                    <a:gd name="T5" fmla="*/ 0 h 171"/>
                    <a:gd name="T6" fmla="*/ 294 w 294"/>
                    <a:gd name="T7" fmla="*/ 85 h 171"/>
                    <a:gd name="T8" fmla="*/ 147 w 294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4" h="171">
                      <a:moveTo>
                        <a:pt x="147" y="171"/>
                      </a:moveTo>
                      <a:lnTo>
                        <a:pt x="0" y="85"/>
                      </a:lnTo>
                      <a:lnTo>
                        <a:pt x="147" y="0"/>
                      </a:lnTo>
                      <a:lnTo>
                        <a:pt x="294" y="85"/>
                      </a:lnTo>
                      <a:lnTo>
                        <a:pt x="147" y="17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72" name="Freeform: Shape 271" descr="0b208cf1-2ce4-44a3-aa74-84ae9e6efd23"/>
                <p:cNvSpPr/>
                <p:nvPr/>
              </p:nvSpPr>
              <p:spPr bwMode="auto">
                <a:xfrm>
                  <a:off x="3725" y="1517"/>
                  <a:ext cx="147" cy="245"/>
                </a:xfrm>
                <a:custGeom>
                  <a:avLst/>
                  <a:gdLst>
                    <a:gd name="T0" fmla="*/ 147 w 147"/>
                    <a:gd name="T1" fmla="*/ 245 h 245"/>
                    <a:gd name="T2" fmla="*/ 0 w 147"/>
                    <a:gd name="T3" fmla="*/ 159 h 245"/>
                    <a:gd name="T4" fmla="*/ 0 w 147"/>
                    <a:gd name="T5" fmla="*/ 0 h 245"/>
                    <a:gd name="T6" fmla="*/ 147 w 147"/>
                    <a:gd name="T7" fmla="*/ 86 h 245"/>
                    <a:gd name="T8" fmla="*/ 147 w 147"/>
                    <a:gd name="T9" fmla="*/ 245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245"/>
                      </a:moveTo>
                      <a:lnTo>
                        <a:pt x="0" y="159"/>
                      </a:lnTo>
                      <a:lnTo>
                        <a:pt x="0" y="0"/>
                      </a:lnTo>
                      <a:lnTo>
                        <a:pt x="147" y="86"/>
                      </a:lnTo>
                      <a:lnTo>
                        <a:pt x="147" y="245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73" name="Freeform: Shape 272" descr="64581588-8f41-46e1-9235-76e73481f93d"/>
                <p:cNvSpPr/>
                <p:nvPr/>
              </p:nvSpPr>
              <p:spPr bwMode="auto">
                <a:xfrm>
                  <a:off x="3872" y="1517"/>
                  <a:ext cx="147" cy="245"/>
                </a:xfrm>
                <a:custGeom>
                  <a:avLst/>
                  <a:gdLst>
                    <a:gd name="T0" fmla="*/ 147 w 147"/>
                    <a:gd name="T1" fmla="*/ 159 h 245"/>
                    <a:gd name="T2" fmla="*/ 0 w 147"/>
                    <a:gd name="T3" fmla="*/ 245 h 245"/>
                    <a:gd name="T4" fmla="*/ 0 w 147"/>
                    <a:gd name="T5" fmla="*/ 86 h 245"/>
                    <a:gd name="T6" fmla="*/ 147 w 147"/>
                    <a:gd name="T7" fmla="*/ 0 h 245"/>
                    <a:gd name="T8" fmla="*/ 147 w 147"/>
                    <a:gd name="T9" fmla="*/ 159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159"/>
                      </a:moveTo>
                      <a:lnTo>
                        <a:pt x="0" y="245"/>
                      </a:lnTo>
                      <a:lnTo>
                        <a:pt x="0" y="86"/>
                      </a:lnTo>
                      <a:lnTo>
                        <a:pt x="147" y="0"/>
                      </a:lnTo>
                      <a:lnTo>
                        <a:pt x="147" y="159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74" name="Freeform: Shape 273" descr="6138441c-f501-4425-ad61-6477b54e47b4"/>
                <p:cNvSpPr/>
                <p:nvPr/>
              </p:nvSpPr>
              <p:spPr bwMode="auto">
                <a:xfrm>
                  <a:off x="3889" y="1529"/>
                  <a:ext cx="297" cy="169"/>
                </a:xfrm>
                <a:custGeom>
                  <a:avLst/>
                  <a:gdLst>
                    <a:gd name="T0" fmla="*/ 147 w 297"/>
                    <a:gd name="T1" fmla="*/ 169 h 169"/>
                    <a:gd name="T2" fmla="*/ 0 w 297"/>
                    <a:gd name="T3" fmla="*/ 83 h 169"/>
                    <a:gd name="T4" fmla="*/ 147 w 297"/>
                    <a:gd name="T5" fmla="*/ 0 h 169"/>
                    <a:gd name="T6" fmla="*/ 297 w 297"/>
                    <a:gd name="T7" fmla="*/ 83 h 169"/>
                    <a:gd name="T8" fmla="*/ 147 w 297"/>
                    <a:gd name="T9" fmla="*/ 169 h 1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7" h="169">
                      <a:moveTo>
                        <a:pt x="147" y="169"/>
                      </a:moveTo>
                      <a:lnTo>
                        <a:pt x="0" y="83"/>
                      </a:lnTo>
                      <a:lnTo>
                        <a:pt x="147" y="0"/>
                      </a:lnTo>
                      <a:lnTo>
                        <a:pt x="297" y="83"/>
                      </a:lnTo>
                      <a:lnTo>
                        <a:pt x="147" y="169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75" name="Freeform: Shape 274" descr="6e379d0f-2ba6-4983-9b0f-ca972cbb1149"/>
                <p:cNvSpPr/>
                <p:nvPr/>
              </p:nvSpPr>
              <p:spPr bwMode="auto">
                <a:xfrm>
                  <a:off x="3889" y="1612"/>
                  <a:ext cx="147" cy="245"/>
                </a:xfrm>
                <a:custGeom>
                  <a:avLst/>
                  <a:gdLst>
                    <a:gd name="T0" fmla="*/ 147 w 147"/>
                    <a:gd name="T1" fmla="*/ 245 h 245"/>
                    <a:gd name="T2" fmla="*/ 0 w 147"/>
                    <a:gd name="T3" fmla="*/ 160 h 245"/>
                    <a:gd name="T4" fmla="*/ 0 w 147"/>
                    <a:gd name="T5" fmla="*/ 0 h 245"/>
                    <a:gd name="T6" fmla="*/ 147 w 147"/>
                    <a:gd name="T7" fmla="*/ 86 h 245"/>
                    <a:gd name="T8" fmla="*/ 147 w 147"/>
                    <a:gd name="T9" fmla="*/ 245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245"/>
                      </a:moveTo>
                      <a:lnTo>
                        <a:pt x="0" y="160"/>
                      </a:lnTo>
                      <a:lnTo>
                        <a:pt x="0" y="0"/>
                      </a:lnTo>
                      <a:lnTo>
                        <a:pt x="147" y="86"/>
                      </a:lnTo>
                      <a:lnTo>
                        <a:pt x="147" y="245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76" name="Freeform: Shape 275" descr="e31af004-b99f-4c27-a655-61cf64e0c242"/>
                <p:cNvSpPr/>
                <p:nvPr/>
              </p:nvSpPr>
              <p:spPr bwMode="auto">
                <a:xfrm>
                  <a:off x="4036" y="1612"/>
                  <a:ext cx="150" cy="245"/>
                </a:xfrm>
                <a:custGeom>
                  <a:avLst/>
                  <a:gdLst>
                    <a:gd name="T0" fmla="*/ 150 w 150"/>
                    <a:gd name="T1" fmla="*/ 160 h 245"/>
                    <a:gd name="T2" fmla="*/ 0 w 150"/>
                    <a:gd name="T3" fmla="*/ 245 h 245"/>
                    <a:gd name="T4" fmla="*/ 0 w 150"/>
                    <a:gd name="T5" fmla="*/ 86 h 245"/>
                    <a:gd name="T6" fmla="*/ 150 w 150"/>
                    <a:gd name="T7" fmla="*/ 0 h 245"/>
                    <a:gd name="T8" fmla="*/ 150 w 150"/>
                    <a:gd name="T9" fmla="*/ 160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50" h="245">
                      <a:moveTo>
                        <a:pt x="150" y="160"/>
                      </a:moveTo>
                      <a:lnTo>
                        <a:pt x="0" y="245"/>
                      </a:lnTo>
                      <a:lnTo>
                        <a:pt x="0" y="86"/>
                      </a:lnTo>
                      <a:lnTo>
                        <a:pt x="150" y="0"/>
                      </a:lnTo>
                      <a:lnTo>
                        <a:pt x="150" y="160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77" name="Freeform: Shape 276" descr="2d9838b6-33a5-4e79-acde-48eab2d794a9"/>
                <p:cNvSpPr/>
                <p:nvPr/>
              </p:nvSpPr>
              <p:spPr bwMode="auto">
                <a:xfrm>
                  <a:off x="4055" y="1624"/>
                  <a:ext cx="295" cy="171"/>
                </a:xfrm>
                <a:custGeom>
                  <a:avLst/>
                  <a:gdLst>
                    <a:gd name="T0" fmla="*/ 148 w 295"/>
                    <a:gd name="T1" fmla="*/ 171 h 171"/>
                    <a:gd name="T2" fmla="*/ 0 w 295"/>
                    <a:gd name="T3" fmla="*/ 86 h 171"/>
                    <a:gd name="T4" fmla="*/ 148 w 295"/>
                    <a:gd name="T5" fmla="*/ 0 h 171"/>
                    <a:gd name="T6" fmla="*/ 295 w 295"/>
                    <a:gd name="T7" fmla="*/ 86 h 171"/>
                    <a:gd name="T8" fmla="*/ 148 w 295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71">
                      <a:moveTo>
                        <a:pt x="148" y="171"/>
                      </a:moveTo>
                      <a:lnTo>
                        <a:pt x="0" y="86"/>
                      </a:lnTo>
                      <a:lnTo>
                        <a:pt x="148" y="0"/>
                      </a:lnTo>
                      <a:lnTo>
                        <a:pt x="295" y="86"/>
                      </a:lnTo>
                      <a:lnTo>
                        <a:pt x="148" y="17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78" name="Freeform: Shape 277" descr="b3a56dcf-fdb5-4f87-ba15-467a3456651c"/>
                <p:cNvSpPr/>
                <p:nvPr/>
              </p:nvSpPr>
              <p:spPr bwMode="auto">
                <a:xfrm>
                  <a:off x="4055" y="1710"/>
                  <a:ext cx="148" cy="242"/>
                </a:xfrm>
                <a:custGeom>
                  <a:avLst/>
                  <a:gdLst>
                    <a:gd name="T0" fmla="*/ 148 w 148"/>
                    <a:gd name="T1" fmla="*/ 242 h 242"/>
                    <a:gd name="T2" fmla="*/ 0 w 148"/>
                    <a:gd name="T3" fmla="*/ 159 h 242"/>
                    <a:gd name="T4" fmla="*/ 0 w 148"/>
                    <a:gd name="T5" fmla="*/ 0 h 242"/>
                    <a:gd name="T6" fmla="*/ 148 w 148"/>
                    <a:gd name="T7" fmla="*/ 85 h 242"/>
                    <a:gd name="T8" fmla="*/ 148 w 148"/>
                    <a:gd name="T9" fmla="*/ 242 h 2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1">
                      <a:moveTo>
                        <a:pt x="148" y="242"/>
                      </a:moveTo>
                      <a:lnTo>
                        <a:pt x="0" y="159"/>
                      </a:lnTo>
                      <a:lnTo>
                        <a:pt x="0" y="0"/>
                      </a:lnTo>
                      <a:lnTo>
                        <a:pt x="148" y="85"/>
                      </a:lnTo>
                      <a:lnTo>
                        <a:pt x="148" y="242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79" name="Freeform: Shape 278" descr="24b17445-d86a-4e3a-b03f-d07c8e25e921"/>
                <p:cNvSpPr/>
                <p:nvPr/>
              </p:nvSpPr>
              <p:spPr bwMode="auto">
                <a:xfrm>
                  <a:off x="4203" y="1710"/>
                  <a:ext cx="147" cy="242"/>
                </a:xfrm>
                <a:custGeom>
                  <a:avLst/>
                  <a:gdLst>
                    <a:gd name="T0" fmla="*/ 147 w 147"/>
                    <a:gd name="T1" fmla="*/ 159 h 242"/>
                    <a:gd name="T2" fmla="*/ 0 w 147"/>
                    <a:gd name="T3" fmla="*/ 242 h 242"/>
                    <a:gd name="T4" fmla="*/ 0 w 147"/>
                    <a:gd name="T5" fmla="*/ 85 h 242"/>
                    <a:gd name="T6" fmla="*/ 147 w 147"/>
                    <a:gd name="T7" fmla="*/ 0 h 242"/>
                    <a:gd name="T8" fmla="*/ 147 w 147"/>
                    <a:gd name="T9" fmla="*/ 159 h 2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1">
                      <a:moveTo>
                        <a:pt x="147" y="159"/>
                      </a:moveTo>
                      <a:lnTo>
                        <a:pt x="0" y="242"/>
                      </a:lnTo>
                      <a:lnTo>
                        <a:pt x="0" y="85"/>
                      </a:lnTo>
                      <a:lnTo>
                        <a:pt x="147" y="0"/>
                      </a:lnTo>
                      <a:lnTo>
                        <a:pt x="147" y="159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80" name="Freeform: Shape 279" descr="6b6b7f93-f335-4c09-b8ba-e342e2ede163"/>
                <p:cNvSpPr/>
                <p:nvPr/>
              </p:nvSpPr>
              <p:spPr bwMode="auto">
                <a:xfrm>
                  <a:off x="4222" y="1460"/>
                  <a:ext cx="294" cy="171"/>
                </a:xfrm>
                <a:custGeom>
                  <a:avLst/>
                  <a:gdLst>
                    <a:gd name="T0" fmla="*/ 147 w 294"/>
                    <a:gd name="T1" fmla="*/ 171 h 171"/>
                    <a:gd name="T2" fmla="*/ 0 w 294"/>
                    <a:gd name="T3" fmla="*/ 86 h 171"/>
                    <a:gd name="T4" fmla="*/ 147 w 294"/>
                    <a:gd name="T5" fmla="*/ 0 h 171"/>
                    <a:gd name="T6" fmla="*/ 294 w 294"/>
                    <a:gd name="T7" fmla="*/ 86 h 171"/>
                    <a:gd name="T8" fmla="*/ 147 w 294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4" h="171">
                      <a:moveTo>
                        <a:pt x="147" y="171"/>
                      </a:moveTo>
                      <a:lnTo>
                        <a:pt x="0" y="86"/>
                      </a:lnTo>
                      <a:lnTo>
                        <a:pt x="147" y="0"/>
                      </a:lnTo>
                      <a:lnTo>
                        <a:pt x="294" y="86"/>
                      </a:lnTo>
                      <a:lnTo>
                        <a:pt x="147" y="171"/>
                      </a:lnTo>
                      <a:close/>
                    </a:path>
                  </a:pathLst>
                </a:custGeom>
                <a:solidFill>
                  <a:srgbClr val="2D83EE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81" name="Freeform: Shape 280" descr="8e281cc9-4921-4ebc-81e1-49531d5fd766"/>
                <p:cNvSpPr/>
                <p:nvPr/>
              </p:nvSpPr>
              <p:spPr bwMode="auto">
                <a:xfrm>
                  <a:off x="4222" y="1546"/>
                  <a:ext cx="147" cy="242"/>
                </a:xfrm>
                <a:custGeom>
                  <a:avLst/>
                  <a:gdLst>
                    <a:gd name="T0" fmla="*/ 147 w 147"/>
                    <a:gd name="T1" fmla="*/ 242 h 242"/>
                    <a:gd name="T2" fmla="*/ 0 w 147"/>
                    <a:gd name="T3" fmla="*/ 159 h 242"/>
                    <a:gd name="T4" fmla="*/ 0 w 147"/>
                    <a:gd name="T5" fmla="*/ 0 h 242"/>
                    <a:gd name="T6" fmla="*/ 147 w 147"/>
                    <a:gd name="T7" fmla="*/ 85 h 242"/>
                    <a:gd name="T8" fmla="*/ 147 w 147"/>
                    <a:gd name="T9" fmla="*/ 242 h 2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1">
                      <a:moveTo>
                        <a:pt x="147" y="242"/>
                      </a:moveTo>
                      <a:lnTo>
                        <a:pt x="0" y="159"/>
                      </a:lnTo>
                      <a:lnTo>
                        <a:pt x="0" y="0"/>
                      </a:lnTo>
                      <a:lnTo>
                        <a:pt x="147" y="85"/>
                      </a:lnTo>
                      <a:lnTo>
                        <a:pt x="147" y="242"/>
                      </a:lnTo>
                      <a:close/>
                    </a:path>
                  </a:pathLst>
                </a:custGeom>
                <a:solidFill>
                  <a:srgbClr val="0647A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82" name="Freeform: Shape 281" descr="13d9c8a8-a9b0-44fa-a9a3-5623f5516675"/>
                <p:cNvSpPr/>
                <p:nvPr/>
              </p:nvSpPr>
              <p:spPr bwMode="auto">
                <a:xfrm>
                  <a:off x="4369" y="1546"/>
                  <a:ext cx="147" cy="242"/>
                </a:xfrm>
                <a:custGeom>
                  <a:avLst/>
                  <a:gdLst>
                    <a:gd name="T0" fmla="*/ 147 w 147"/>
                    <a:gd name="T1" fmla="*/ 159 h 242"/>
                    <a:gd name="T2" fmla="*/ 0 w 147"/>
                    <a:gd name="T3" fmla="*/ 242 h 242"/>
                    <a:gd name="T4" fmla="*/ 0 w 147"/>
                    <a:gd name="T5" fmla="*/ 85 h 242"/>
                    <a:gd name="T6" fmla="*/ 147 w 147"/>
                    <a:gd name="T7" fmla="*/ 0 h 242"/>
                    <a:gd name="T8" fmla="*/ 147 w 147"/>
                    <a:gd name="T9" fmla="*/ 159 h 2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1">
                      <a:moveTo>
                        <a:pt x="147" y="159"/>
                      </a:moveTo>
                      <a:lnTo>
                        <a:pt x="0" y="242"/>
                      </a:lnTo>
                      <a:lnTo>
                        <a:pt x="0" y="85"/>
                      </a:lnTo>
                      <a:lnTo>
                        <a:pt x="147" y="0"/>
                      </a:lnTo>
                      <a:lnTo>
                        <a:pt x="147" y="159"/>
                      </a:lnTo>
                      <a:close/>
                    </a:path>
                  </a:pathLst>
                </a:custGeom>
                <a:solidFill>
                  <a:srgbClr val="1C64D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83" name="Freeform: Shape 282" descr="d6a99548-cd6a-426f-824c-edb69e1fad20"/>
                <p:cNvSpPr/>
                <p:nvPr/>
              </p:nvSpPr>
              <p:spPr bwMode="auto">
                <a:xfrm>
                  <a:off x="3163" y="1301"/>
                  <a:ext cx="295" cy="171"/>
                </a:xfrm>
                <a:custGeom>
                  <a:avLst/>
                  <a:gdLst>
                    <a:gd name="T0" fmla="*/ 148 w 295"/>
                    <a:gd name="T1" fmla="*/ 171 h 171"/>
                    <a:gd name="T2" fmla="*/ 0 w 295"/>
                    <a:gd name="T3" fmla="*/ 86 h 171"/>
                    <a:gd name="T4" fmla="*/ 148 w 295"/>
                    <a:gd name="T5" fmla="*/ 0 h 171"/>
                    <a:gd name="T6" fmla="*/ 295 w 295"/>
                    <a:gd name="T7" fmla="*/ 86 h 171"/>
                    <a:gd name="T8" fmla="*/ 148 w 295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71">
                      <a:moveTo>
                        <a:pt x="148" y="171"/>
                      </a:moveTo>
                      <a:lnTo>
                        <a:pt x="0" y="86"/>
                      </a:lnTo>
                      <a:lnTo>
                        <a:pt x="148" y="0"/>
                      </a:lnTo>
                      <a:lnTo>
                        <a:pt x="295" y="86"/>
                      </a:lnTo>
                      <a:lnTo>
                        <a:pt x="148" y="171"/>
                      </a:lnTo>
                      <a:close/>
                    </a:path>
                  </a:pathLst>
                </a:custGeom>
                <a:solidFill>
                  <a:srgbClr val="2D83EE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84" name="Freeform: Shape 283" descr="99b339a0-eb8a-468d-81d8-14e603ed0427"/>
                <p:cNvSpPr/>
                <p:nvPr/>
              </p:nvSpPr>
              <p:spPr bwMode="auto">
                <a:xfrm>
                  <a:off x="3163" y="1387"/>
                  <a:ext cx="148" cy="244"/>
                </a:xfrm>
                <a:custGeom>
                  <a:avLst/>
                  <a:gdLst>
                    <a:gd name="T0" fmla="*/ 148 w 148"/>
                    <a:gd name="T1" fmla="*/ 244 h 244"/>
                    <a:gd name="T2" fmla="*/ 0 w 148"/>
                    <a:gd name="T3" fmla="*/ 159 h 244"/>
                    <a:gd name="T4" fmla="*/ 0 w 148"/>
                    <a:gd name="T5" fmla="*/ 0 h 244"/>
                    <a:gd name="T6" fmla="*/ 148 w 148"/>
                    <a:gd name="T7" fmla="*/ 85 h 244"/>
                    <a:gd name="T8" fmla="*/ 148 w 148"/>
                    <a:gd name="T9" fmla="*/ 244 h 2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4">
                      <a:moveTo>
                        <a:pt x="148" y="244"/>
                      </a:moveTo>
                      <a:lnTo>
                        <a:pt x="0" y="159"/>
                      </a:lnTo>
                      <a:lnTo>
                        <a:pt x="0" y="0"/>
                      </a:lnTo>
                      <a:lnTo>
                        <a:pt x="148" y="85"/>
                      </a:lnTo>
                      <a:lnTo>
                        <a:pt x="148" y="244"/>
                      </a:lnTo>
                      <a:close/>
                    </a:path>
                  </a:pathLst>
                </a:custGeom>
                <a:solidFill>
                  <a:srgbClr val="0647A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85" name="Freeform: Shape 284" descr="cfc310e5-28cc-4034-8604-e04abc63505d"/>
                <p:cNvSpPr/>
                <p:nvPr/>
              </p:nvSpPr>
              <p:spPr bwMode="auto">
                <a:xfrm>
                  <a:off x="3311" y="1387"/>
                  <a:ext cx="147" cy="244"/>
                </a:xfrm>
                <a:custGeom>
                  <a:avLst/>
                  <a:gdLst>
                    <a:gd name="T0" fmla="*/ 147 w 147"/>
                    <a:gd name="T1" fmla="*/ 159 h 244"/>
                    <a:gd name="T2" fmla="*/ 0 w 147"/>
                    <a:gd name="T3" fmla="*/ 244 h 244"/>
                    <a:gd name="T4" fmla="*/ 0 w 147"/>
                    <a:gd name="T5" fmla="*/ 85 h 244"/>
                    <a:gd name="T6" fmla="*/ 147 w 147"/>
                    <a:gd name="T7" fmla="*/ 0 h 244"/>
                    <a:gd name="T8" fmla="*/ 147 w 147"/>
                    <a:gd name="T9" fmla="*/ 159 h 2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4">
                      <a:moveTo>
                        <a:pt x="147" y="159"/>
                      </a:moveTo>
                      <a:lnTo>
                        <a:pt x="0" y="244"/>
                      </a:lnTo>
                      <a:lnTo>
                        <a:pt x="0" y="85"/>
                      </a:lnTo>
                      <a:lnTo>
                        <a:pt x="147" y="0"/>
                      </a:lnTo>
                      <a:lnTo>
                        <a:pt x="147" y="159"/>
                      </a:lnTo>
                      <a:close/>
                    </a:path>
                  </a:pathLst>
                </a:custGeom>
                <a:solidFill>
                  <a:srgbClr val="1C64D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86" name="Freeform: Shape 285" descr="651aabec-c8d4-4c0c-b570-a50877fe01ca"/>
                <p:cNvSpPr/>
                <p:nvPr/>
              </p:nvSpPr>
              <p:spPr bwMode="auto">
                <a:xfrm>
                  <a:off x="3722" y="1624"/>
                  <a:ext cx="295" cy="171"/>
                </a:xfrm>
                <a:custGeom>
                  <a:avLst/>
                  <a:gdLst>
                    <a:gd name="T0" fmla="*/ 148 w 295"/>
                    <a:gd name="T1" fmla="*/ 171 h 171"/>
                    <a:gd name="T2" fmla="*/ 0 w 295"/>
                    <a:gd name="T3" fmla="*/ 86 h 171"/>
                    <a:gd name="T4" fmla="*/ 148 w 295"/>
                    <a:gd name="T5" fmla="*/ 0 h 171"/>
                    <a:gd name="T6" fmla="*/ 295 w 295"/>
                    <a:gd name="T7" fmla="*/ 86 h 171"/>
                    <a:gd name="T8" fmla="*/ 148 w 295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71">
                      <a:moveTo>
                        <a:pt x="148" y="171"/>
                      </a:moveTo>
                      <a:lnTo>
                        <a:pt x="0" y="86"/>
                      </a:lnTo>
                      <a:lnTo>
                        <a:pt x="148" y="0"/>
                      </a:lnTo>
                      <a:lnTo>
                        <a:pt x="295" y="86"/>
                      </a:lnTo>
                      <a:lnTo>
                        <a:pt x="148" y="17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87" name="Freeform: Shape 286" descr="90425fae-350e-4bcf-b0df-8df45aad5353"/>
                <p:cNvSpPr/>
                <p:nvPr/>
              </p:nvSpPr>
              <p:spPr bwMode="auto">
                <a:xfrm>
                  <a:off x="3722" y="1710"/>
                  <a:ext cx="148" cy="244"/>
                </a:xfrm>
                <a:custGeom>
                  <a:avLst/>
                  <a:gdLst>
                    <a:gd name="T0" fmla="*/ 148 w 148"/>
                    <a:gd name="T1" fmla="*/ 244 h 244"/>
                    <a:gd name="T2" fmla="*/ 0 w 148"/>
                    <a:gd name="T3" fmla="*/ 159 h 244"/>
                    <a:gd name="T4" fmla="*/ 0 w 148"/>
                    <a:gd name="T5" fmla="*/ 0 h 244"/>
                    <a:gd name="T6" fmla="*/ 148 w 148"/>
                    <a:gd name="T7" fmla="*/ 85 h 244"/>
                    <a:gd name="T8" fmla="*/ 148 w 148"/>
                    <a:gd name="T9" fmla="*/ 244 h 2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4">
                      <a:moveTo>
                        <a:pt x="148" y="244"/>
                      </a:moveTo>
                      <a:lnTo>
                        <a:pt x="0" y="159"/>
                      </a:lnTo>
                      <a:lnTo>
                        <a:pt x="0" y="0"/>
                      </a:lnTo>
                      <a:lnTo>
                        <a:pt x="148" y="85"/>
                      </a:lnTo>
                      <a:lnTo>
                        <a:pt x="148" y="244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88" name="Freeform: Shape 287" descr="7b84d2b3-0b5c-4f46-ac7f-314b4d89ac4c"/>
                <p:cNvSpPr/>
                <p:nvPr/>
              </p:nvSpPr>
              <p:spPr bwMode="auto">
                <a:xfrm>
                  <a:off x="3870" y="1710"/>
                  <a:ext cx="147" cy="244"/>
                </a:xfrm>
                <a:custGeom>
                  <a:avLst/>
                  <a:gdLst>
                    <a:gd name="T0" fmla="*/ 147 w 147"/>
                    <a:gd name="T1" fmla="*/ 159 h 244"/>
                    <a:gd name="T2" fmla="*/ 0 w 147"/>
                    <a:gd name="T3" fmla="*/ 244 h 244"/>
                    <a:gd name="T4" fmla="*/ 0 w 147"/>
                    <a:gd name="T5" fmla="*/ 85 h 244"/>
                    <a:gd name="T6" fmla="*/ 147 w 147"/>
                    <a:gd name="T7" fmla="*/ 0 h 244"/>
                    <a:gd name="T8" fmla="*/ 147 w 147"/>
                    <a:gd name="T9" fmla="*/ 159 h 2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4">
                      <a:moveTo>
                        <a:pt x="147" y="159"/>
                      </a:moveTo>
                      <a:lnTo>
                        <a:pt x="0" y="244"/>
                      </a:lnTo>
                      <a:lnTo>
                        <a:pt x="0" y="85"/>
                      </a:lnTo>
                      <a:lnTo>
                        <a:pt x="147" y="0"/>
                      </a:lnTo>
                      <a:lnTo>
                        <a:pt x="147" y="159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89" name="Freeform: Shape 288" descr="18b79d40-f18b-430e-a59c-ba5e264feb85"/>
                <p:cNvSpPr/>
                <p:nvPr/>
              </p:nvSpPr>
              <p:spPr bwMode="auto">
                <a:xfrm>
                  <a:off x="3889" y="1719"/>
                  <a:ext cx="295" cy="171"/>
                </a:xfrm>
                <a:custGeom>
                  <a:avLst/>
                  <a:gdLst>
                    <a:gd name="T0" fmla="*/ 147 w 295"/>
                    <a:gd name="T1" fmla="*/ 171 h 171"/>
                    <a:gd name="T2" fmla="*/ 0 w 295"/>
                    <a:gd name="T3" fmla="*/ 86 h 171"/>
                    <a:gd name="T4" fmla="*/ 147 w 295"/>
                    <a:gd name="T5" fmla="*/ 0 h 171"/>
                    <a:gd name="T6" fmla="*/ 295 w 295"/>
                    <a:gd name="T7" fmla="*/ 86 h 171"/>
                    <a:gd name="T8" fmla="*/ 147 w 295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71">
                      <a:moveTo>
                        <a:pt x="147" y="171"/>
                      </a:moveTo>
                      <a:lnTo>
                        <a:pt x="0" y="86"/>
                      </a:lnTo>
                      <a:lnTo>
                        <a:pt x="147" y="0"/>
                      </a:lnTo>
                      <a:lnTo>
                        <a:pt x="295" y="86"/>
                      </a:lnTo>
                      <a:lnTo>
                        <a:pt x="147" y="17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90" name="Freeform: Shape 289" descr="feb2cd69-b0eb-4c91-80bd-f39614688305"/>
                <p:cNvSpPr/>
                <p:nvPr/>
              </p:nvSpPr>
              <p:spPr bwMode="auto">
                <a:xfrm>
                  <a:off x="3889" y="1805"/>
                  <a:ext cx="147" cy="245"/>
                </a:xfrm>
                <a:custGeom>
                  <a:avLst/>
                  <a:gdLst>
                    <a:gd name="T0" fmla="*/ 147 w 147"/>
                    <a:gd name="T1" fmla="*/ 245 h 245"/>
                    <a:gd name="T2" fmla="*/ 0 w 147"/>
                    <a:gd name="T3" fmla="*/ 159 h 245"/>
                    <a:gd name="T4" fmla="*/ 0 w 147"/>
                    <a:gd name="T5" fmla="*/ 0 h 245"/>
                    <a:gd name="T6" fmla="*/ 147 w 147"/>
                    <a:gd name="T7" fmla="*/ 85 h 245"/>
                    <a:gd name="T8" fmla="*/ 147 w 147"/>
                    <a:gd name="T9" fmla="*/ 245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245"/>
                      </a:moveTo>
                      <a:lnTo>
                        <a:pt x="0" y="159"/>
                      </a:lnTo>
                      <a:lnTo>
                        <a:pt x="0" y="0"/>
                      </a:lnTo>
                      <a:lnTo>
                        <a:pt x="147" y="85"/>
                      </a:lnTo>
                      <a:lnTo>
                        <a:pt x="147" y="245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91" name="Freeform: Shape 290" descr="19f05650-8441-4984-9879-6c58735c077d"/>
                <p:cNvSpPr/>
                <p:nvPr/>
              </p:nvSpPr>
              <p:spPr bwMode="auto">
                <a:xfrm>
                  <a:off x="4036" y="1805"/>
                  <a:ext cx="148" cy="245"/>
                </a:xfrm>
                <a:custGeom>
                  <a:avLst/>
                  <a:gdLst>
                    <a:gd name="T0" fmla="*/ 148 w 148"/>
                    <a:gd name="T1" fmla="*/ 159 h 245"/>
                    <a:gd name="T2" fmla="*/ 0 w 148"/>
                    <a:gd name="T3" fmla="*/ 245 h 245"/>
                    <a:gd name="T4" fmla="*/ 0 w 148"/>
                    <a:gd name="T5" fmla="*/ 85 h 245"/>
                    <a:gd name="T6" fmla="*/ 148 w 148"/>
                    <a:gd name="T7" fmla="*/ 0 h 245"/>
                    <a:gd name="T8" fmla="*/ 148 w 148"/>
                    <a:gd name="T9" fmla="*/ 159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5">
                      <a:moveTo>
                        <a:pt x="148" y="159"/>
                      </a:moveTo>
                      <a:lnTo>
                        <a:pt x="0" y="245"/>
                      </a:lnTo>
                      <a:lnTo>
                        <a:pt x="0" y="85"/>
                      </a:lnTo>
                      <a:lnTo>
                        <a:pt x="148" y="0"/>
                      </a:lnTo>
                      <a:lnTo>
                        <a:pt x="148" y="159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92" name="Freeform: Shape 291" descr="f3aec4c7-b529-450c-ace5-a22a91f7fb6a"/>
                <p:cNvSpPr/>
                <p:nvPr/>
              </p:nvSpPr>
              <p:spPr bwMode="auto">
                <a:xfrm>
                  <a:off x="4055" y="1817"/>
                  <a:ext cx="295" cy="168"/>
                </a:xfrm>
                <a:custGeom>
                  <a:avLst/>
                  <a:gdLst>
                    <a:gd name="T0" fmla="*/ 148 w 295"/>
                    <a:gd name="T1" fmla="*/ 168 h 168"/>
                    <a:gd name="T2" fmla="*/ 0 w 295"/>
                    <a:gd name="T3" fmla="*/ 85 h 168"/>
                    <a:gd name="T4" fmla="*/ 148 w 295"/>
                    <a:gd name="T5" fmla="*/ 0 h 168"/>
                    <a:gd name="T6" fmla="*/ 295 w 295"/>
                    <a:gd name="T7" fmla="*/ 85 h 168"/>
                    <a:gd name="T8" fmla="*/ 148 w 295"/>
                    <a:gd name="T9" fmla="*/ 168 h 1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68">
                      <a:moveTo>
                        <a:pt x="148" y="168"/>
                      </a:moveTo>
                      <a:lnTo>
                        <a:pt x="0" y="85"/>
                      </a:lnTo>
                      <a:lnTo>
                        <a:pt x="148" y="0"/>
                      </a:lnTo>
                      <a:lnTo>
                        <a:pt x="295" y="85"/>
                      </a:lnTo>
                      <a:lnTo>
                        <a:pt x="148" y="16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93" name="Freeform: Shape 292" descr="08e61825-0488-48c0-b5fa-babc9869150b"/>
                <p:cNvSpPr/>
                <p:nvPr/>
              </p:nvSpPr>
              <p:spPr bwMode="auto">
                <a:xfrm>
                  <a:off x="4055" y="1902"/>
                  <a:ext cx="148" cy="243"/>
                </a:xfrm>
                <a:custGeom>
                  <a:avLst/>
                  <a:gdLst>
                    <a:gd name="T0" fmla="*/ 148 w 148"/>
                    <a:gd name="T1" fmla="*/ 243 h 243"/>
                    <a:gd name="T2" fmla="*/ 0 w 148"/>
                    <a:gd name="T3" fmla="*/ 157 h 243"/>
                    <a:gd name="T4" fmla="*/ 0 w 148"/>
                    <a:gd name="T5" fmla="*/ 0 h 243"/>
                    <a:gd name="T6" fmla="*/ 148 w 148"/>
                    <a:gd name="T7" fmla="*/ 83 h 243"/>
                    <a:gd name="T8" fmla="*/ 148 w 148"/>
                    <a:gd name="T9" fmla="*/ 243 h 2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3">
                      <a:moveTo>
                        <a:pt x="148" y="243"/>
                      </a:moveTo>
                      <a:lnTo>
                        <a:pt x="0" y="157"/>
                      </a:lnTo>
                      <a:lnTo>
                        <a:pt x="0" y="0"/>
                      </a:lnTo>
                      <a:lnTo>
                        <a:pt x="148" y="83"/>
                      </a:lnTo>
                      <a:lnTo>
                        <a:pt x="148" y="243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94" name="Freeform: Shape 293" descr="d90e40c8-2504-4ac4-aba6-30020ea9e47c"/>
                <p:cNvSpPr/>
                <p:nvPr/>
              </p:nvSpPr>
              <p:spPr bwMode="auto">
                <a:xfrm>
                  <a:off x="4203" y="1902"/>
                  <a:ext cx="147" cy="243"/>
                </a:xfrm>
                <a:custGeom>
                  <a:avLst/>
                  <a:gdLst>
                    <a:gd name="T0" fmla="*/ 147 w 147"/>
                    <a:gd name="T1" fmla="*/ 157 h 243"/>
                    <a:gd name="T2" fmla="*/ 0 w 147"/>
                    <a:gd name="T3" fmla="*/ 243 h 243"/>
                    <a:gd name="T4" fmla="*/ 0 w 147"/>
                    <a:gd name="T5" fmla="*/ 83 h 243"/>
                    <a:gd name="T6" fmla="*/ 147 w 147"/>
                    <a:gd name="T7" fmla="*/ 0 h 243"/>
                    <a:gd name="T8" fmla="*/ 147 w 147"/>
                    <a:gd name="T9" fmla="*/ 157 h 2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3">
                      <a:moveTo>
                        <a:pt x="147" y="157"/>
                      </a:moveTo>
                      <a:lnTo>
                        <a:pt x="0" y="243"/>
                      </a:lnTo>
                      <a:lnTo>
                        <a:pt x="0" y="83"/>
                      </a:lnTo>
                      <a:lnTo>
                        <a:pt x="147" y="0"/>
                      </a:lnTo>
                      <a:lnTo>
                        <a:pt x="147" y="157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95" name="Freeform: Shape 294" descr="8091214c-5341-45fe-bf95-a1d7e9542c7c"/>
                <p:cNvSpPr/>
                <p:nvPr/>
              </p:nvSpPr>
              <p:spPr bwMode="auto">
                <a:xfrm>
                  <a:off x="3228" y="1532"/>
                  <a:ext cx="295" cy="168"/>
                </a:xfrm>
                <a:custGeom>
                  <a:avLst/>
                  <a:gdLst>
                    <a:gd name="T0" fmla="*/ 147 w 295"/>
                    <a:gd name="T1" fmla="*/ 168 h 168"/>
                    <a:gd name="T2" fmla="*/ 0 w 295"/>
                    <a:gd name="T3" fmla="*/ 85 h 168"/>
                    <a:gd name="T4" fmla="*/ 147 w 295"/>
                    <a:gd name="T5" fmla="*/ 0 h 168"/>
                    <a:gd name="T6" fmla="*/ 295 w 295"/>
                    <a:gd name="T7" fmla="*/ 85 h 168"/>
                    <a:gd name="T8" fmla="*/ 147 w 295"/>
                    <a:gd name="T9" fmla="*/ 168 h 1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68">
                      <a:moveTo>
                        <a:pt x="147" y="168"/>
                      </a:moveTo>
                      <a:lnTo>
                        <a:pt x="0" y="85"/>
                      </a:lnTo>
                      <a:lnTo>
                        <a:pt x="147" y="0"/>
                      </a:lnTo>
                      <a:lnTo>
                        <a:pt x="295" y="85"/>
                      </a:lnTo>
                      <a:lnTo>
                        <a:pt x="147" y="168"/>
                      </a:lnTo>
                      <a:close/>
                    </a:path>
                  </a:pathLst>
                </a:custGeom>
                <a:solidFill>
                  <a:srgbClr val="2D83EE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96" name="Freeform: Shape 295" descr="47678e4b-9bb6-4725-8453-560f68fd6c3f"/>
                <p:cNvSpPr/>
                <p:nvPr/>
              </p:nvSpPr>
              <p:spPr bwMode="auto">
                <a:xfrm>
                  <a:off x="3228" y="1617"/>
                  <a:ext cx="147" cy="242"/>
                </a:xfrm>
                <a:custGeom>
                  <a:avLst/>
                  <a:gdLst>
                    <a:gd name="T0" fmla="*/ 147 w 147"/>
                    <a:gd name="T1" fmla="*/ 242 h 242"/>
                    <a:gd name="T2" fmla="*/ 0 w 147"/>
                    <a:gd name="T3" fmla="*/ 157 h 242"/>
                    <a:gd name="T4" fmla="*/ 0 w 147"/>
                    <a:gd name="T5" fmla="*/ 0 h 242"/>
                    <a:gd name="T6" fmla="*/ 147 w 147"/>
                    <a:gd name="T7" fmla="*/ 83 h 242"/>
                    <a:gd name="T8" fmla="*/ 147 w 147"/>
                    <a:gd name="T9" fmla="*/ 242 h 2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1">
                      <a:moveTo>
                        <a:pt x="147" y="242"/>
                      </a:moveTo>
                      <a:lnTo>
                        <a:pt x="0" y="157"/>
                      </a:lnTo>
                      <a:lnTo>
                        <a:pt x="0" y="0"/>
                      </a:lnTo>
                      <a:lnTo>
                        <a:pt x="147" y="83"/>
                      </a:lnTo>
                      <a:lnTo>
                        <a:pt x="147" y="242"/>
                      </a:lnTo>
                      <a:close/>
                    </a:path>
                  </a:pathLst>
                </a:custGeom>
                <a:solidFill>
                  <a:srgbClr val="0647A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97" name="Freeform: Shape 296" descr="29715316-e585-438a-afaf-5bc517b253a4"/>
                <p:cNvSpPr/>
                <p:nvPr/>
              </p:nvSpPr>
              <p:spPr bwMode="auto">
                <a:xfrm>
                  <a:off x="3375" y="1617"/>
                  <a:ext cx="148" cy="242"/>
                </a:xfrm>
                <a:custGeom>
                  <a:avLst/>
                  <a:gdLst>
                    <a:gd name="T0" fmla="*/ 148 w 148"/>
                    <a:gd name="T1" fmla="*/ 157 h 242"/>
                    <a:gd name="T2" fmla="*/ 0 w 148"/>
                    <a:gd name="T3" fmla="*/ 242 h 242"/>
                    <a:gd name="T4" fmla="*/ 0 w 148"/>
                    <a:gd name="T5" fmla="*/ 83 h 242"/>
                    <a:gd name="T6" fmla="*/ 148 w 148"/>
                    <a:gd name="T7" fmla="*/ 0 h 242"/>
                    <a:gd name="T8" fmla="*/ 148 w 148"/>
                    <a:gd name="T9" fmla="*/ 157 h 2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1">
                      <a:moveTo>
                        <a:pt x="148" y="157"/>
                      </a:moveTo>
                      <a:lnTo>
                        <a:pt x="0" y="242"/>
                      </a:lnTo>
                      <a:lnTo>
                        <a:pt x="0" y="83"/>
                      </a:lnTo>
                      <a:lnTo>
                        <a:pt x="148" y="0"/>
                      </a:lnTo>
                      <a:lnTo>
                        <a:pt x="148" y="157"/>
                      </a:lnTo>
                      <a:close/>
                    </a:path>
                  </a:pathLst>
                </a:custGeom>
                <a:solidFill>
                  <a:srgbClr val="1C64D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98" name="Freeform: Shape 297" descr="d055fa35-8b9a-4263-9e27-46c0ceee3820"/>
                <p:cNvSpPr/>
                <p:nvPr/>
              </p:nvSpPr>
              <p:spPr bwMode="auto">
                <a:xfrm>
                  <a:off x="3556" y="1722"/>
                  <a:ext cx="295" cy="168"/>
                </a:xfrm>
                <a:custGeom>
                  <a:avLst/>
                  <a:gdLst>
                    <a:gd name="T0" fmla="*/ 147 w 295"/>
                    <a:gd name="T1" fmla="*/ 168 h 168"/>
                    <a:gd name="T2" fmla="*/ 0 w 295"/>
                    <a:gd name="T3" fmla="*/ 83 h 168"/>
                    <a:gd name="T4" fmla="*/ 147 w 295"/>
                    <a:gd name="T5" fmla="*/ 0 h 168"/>
                    <a:gd name="T6" fmla="*/ 295 w 295"/>
                    <a:gd name="T7" fmla="*/ 83 h 168"/>
                    <a:gd name="T8" fmla="*/ 147 w 295"/>
                    <a:gd name="T9" fmla="*/ 168 h 1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68">
                      <a:moveTo>
                        <a:pt x="147" y="168"/>
                      </a:moveTo>
                      <a:lnTo>
                        <a:pt x="0" y="83"/>
                      </a:lnTo>
                      <a:lnTo>
                        <a:pt x="147" y="0"/>
                      </a:lnTo>
                      <a:lnTo>
                        <a:pt x="295" y="83"/>
                      </a:lnTo>
                      <a:lnTo>
                        <a:pt x="147" y="16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99" name="Freeform: Shape 298" descr="797aa890-1e1d-4a94-9666-0063dfb587ac"/>
                <p:cNvSpPr/>
                <p:nvPr/>
              </p:nvSpPr>
              <p:spPr bwMode="auto">
                <a:xfrm>
                  <a:off x="3556" y="1805"/>
                  <a:ext cx="147" cy="245"/>
                </a:xfrm>
                <a:custGeom>
                  <a:avLst/>
                  <a:gdLst>
                    <a:gd name="T0" fmla="*/ 147 w 147"/>
                    <a:gd name="T1" fmla="*/ 245 h 245"/>
                    <a:gd name="T2" fmla="*/ 0 w 147"/>
                    <a:gd name="T3" fmla="*/ 159 h 245"/>
                    <a:gd name="T4" fmla="*/ 0 w 147"/>
                    <a:gd name="T5" fmla="*/ 0 h 245"/>
                    <a:gd name="T6" fmla="*/ 147 w 147"/>
                    <a:gd name="T7" fmla="*/ 85 h 245"/>
                    <a:gd name="T8" fmla="*/ 147 w 147"/>
                    <a:gd name="T9" fmla="*/ 245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245"/>
                      </a:moveTo>
                      <a:lnTo>
                        <a:pt x="0" y="159"/>
                      </a:lnTo>
                      <a:lnTo>
                        <a:pt x="0" y="0"/>
                      </a:lnTo>
                      <a:lnTo>
                        <a:pt x="147" y="85"/>
                      </a:lnTo>
                      <a:lnTo>
                        <a:pt x="147" y="245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00" name="Freeform: Shape 299" descr="a22fef65-335e-4796-bfee-076c2aa9282e"/>
                <p:cNvSpPr/>
                <p:nvPr/>
              </p:nvSpPr>
              <p:spPr bwMode="auto">
                <a:xfrm>
                  <a:off x="3703" y="1805"/>
                  <a:ext cx="148" cy="245"/>
                </a:xfrm>
                <a:custGeom>
                  <a:avLst/>
                  <a:gdLst>
                    <a:gd name="T0" fmla="*/ 148 w 148"/>
                    <a:gd name="T1" fmla="*/ 159 h 245"/>
                    <a:gd name="T2" fmla="*/ 0 w 148"/>
                    <a:gd name="T3" fmla="*/ 245 h 245"/>
                    <a:gd name="T4" fmla="*/ 0 w 148"/>
                    <a:gd name="T5" fmla="*/ 85 h 245"/>
                    <a:gd name="T6" fmla="*/ 148 w 148"/>
                    <a:gd name="T7" fmla="*/ 0 h 245"/>
                    <a:gd name="T8" fmla="*/ 148 w 148"/>
                    <a:gd name="T9" fmla="*/ 159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5">
                      <a:moveTo>
                        <a:pt x="148" y="159"/>
                      </a:moveTo>
                      <a:lnTo>
                        <a:pt x="0" y="245"/>
                      </a:lnTo>
                      <a:lnTo>
                        <a:pt x="0" y="85"/>
                      </a:lnTo>
                      <a:lnTo>
                        <a:pt x="148" y="0"/>
                      </a:lnTo>
                      <a:lnTo>
                        <a:pt x="148" y="159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01" name="Freeform: Shape 300" descr="b3c797a9-312d-4e5c-b953-df28925f3be9"/>
                <p:cNvSpPr/>
                <p:nvPr/>
              </p:nvSpPr>
              <p:spPr bwMode="auto">
                <a:xfrm>
                  <a:off x="3722" y="1021"/>
                  <a:ext cx="295" cy="171"/>
                </a:xfrm>
                <a:custGeom>
                  <a:avLst/>
                  <a:gdLst>
                    <a:gd name="T0" fmla="*/ 148 w 295"/>
                    <a:gd name="T1" fmla="*/ 171 h 171"/>
                    <a:gd name="T2" fmla="*/ 0 w 295"/>
                    <a:gd name="T3" fmla="*/ 85 h 171"/>
                    <a:gd name="T4" fmla="*/ 148 w 295"/>
                    <a:gd name="T5" fmla="*/ 0 h 171"/>
                    <a:gd name="T6" fmla="*/ 295 w 295"/>
                    <a:gd name="T7" fmla="*/ 85 h 171"/>
                    <a:gd name="T8" fmla="*/ 148 w 295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71">
                      <a:moveTo>
                        <a:pt x="148" y="171"/>
                      </a:moveTo>
                      <a:lnTo>
                        <a:pt x="0" y="85"/>
                      </a:lnTo>
                      <a:lnTo>
                        <a:pt x="148" y="0"/>
                      </a:lnTo>
                      <a:lnTo>
                        <a:pt x="295" y="85"/>
                      </a:lnTo>
                      <a:lnTo>
                        <a:pt x="148" y="171"/>
                      </a:lnTo>
                      <a:close/>
                    </a:path>
                  </a:pathLst>
                </a:custGeom>
                <a:solidFill>
                  <a:srgbClr val="2D83EE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02" name="Freeform: Shape 301" descr="86e0ca04-4ec6-4fdd-b571-576cda97f6d4"/>
                <p:cNvSpPr/>
                <p:nvPr/>
              </p:nvSpPr>
              <p:spPr bwMode="auto">
                <a:xfrm>
                  <a:off x="3722" y="1106"/>
                  <a:ext cx="148" cy="243"/>
                </a:xfrm>
                <a:custGeom>
                  <a:avLst/>
                  <a:gdLst>
                    <a:gd name="T0" fmla="*/ 148 w 148"/>
                    <a:gd name="T1" fmla="*/ 243 h 243"/>
                    <a:gd name="T2" fmla="*/ 0 w 148"/>
                    <a:gd name="T3" fmla="*/ 159 h 243"/>
                    <a:gd name="T4" fmla="*/ 0 w 148"/>
                    <a:gd name="T5" fmla="*/ 0 h 243"/>
                    <a:gd name="T6" fmla="*/ 148 w 148"/>
                    <a:gd name="T7" fmla="*/ 86 h 243"/>
                    <a:gd name="T8" fmla="*/ 148 w 148"/>
                    <a:gd name="T9" fmla="*/ 243 h 2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3">
                      <a:moveTo>
                        <a:pt x="148" y="243"/>
                      </a:moveTo>
                      <a:lnTo>
                        <a:pt x="0" y="159"/>
                      </a:lnTo>
                      <a:lnTo>
                        <a:pt x="0" y="0"/>
                      </a:lnTo>
                      <a:lnTo>
                        <a:pt x="148" y="86"/>
                      </a:lnTo>
                      <a:lnTo>
                        <a:pt x="148" y="243"/>
                      </a:lnTo>
                      <a:close/>
                    </a:path>
                  </a:pathLst>
                </a:custGeom>
                <a:solidFill>
                  <a:srgbClr val="0647A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03" name="Freeform: Shape 302" descr="e97bf9b5-f022-4d40-85a8-00967c4e90ad"/>
                <p:cNvSpPr/>
                <p:nvPr/>
              </p:nvSpPr>
              <p:spPr bwMode="auto">
                <a:xfrm>
                  <a:off x="3870" y="1106"/>
                  <a:ext cx="147" cy="243"/>
                </a:xfrm>
                <a:custGeom>
                  <a:avLst/>
                  <a:gdLst>
                    <a:gd name="T0" fmla="*/ 147 w 147"/>
                    <a:gd name="T1" fmla="*/ 159 h 243"/>
                    <a:gd name="T2" fmla="*/ 0 w 147"/>
                    <a:gd name="T3" fmla="*/ 243 h 243"/>
                    <a:gd name="T4" fmla="*/ 0 w 147"/>
                    <a:gd name="T5" fmla="*/ 86 h 243"/>
                    <a:gd name="T6" fmla="*/ 147 w 147"/>
                    <a:gd name="T7" fmla="*/ 0 h 243"/>
                    <a:gd name="T8" fmla="*/ 147 w 147"/>
                    <a:gd name="T9" fmla="*/ 159 h 2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3">
                      <a:moveTo>
                        <a:pt x="147" y="159"/>
                      </a:moveTo>
                      <a:lnTo>
                        <a:pt x="0" y="243"/>
                      </a:lnTo>
                      <a:lnTo>
                        <a:pt x="0" y="86"/>
                      </a:lnTo>
                      <a:lnTo>
                        <a:pt x="147" y="0"/>
                      </a:lnTo>
                      <a:lnTo>
                        <a:pt x="147" y="159"/>
                      </a:lnTo>
                      <a:close/>
                    </a:path>
                  </a:pathLst>
                </a:custGeom>
                <a:solidFill>
                  <a:srgbClr val="1C64D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04" name="Freeform: Shape 303" descr="31af07b4-19b5-46cb-a3e5-51125909eba4"/>
                <p:cNvSpPr/>
                <p:nvPr/>
              </p:nvSpPr>
              <p:spPr bwMode="auto">
                <a:xfrm>
                  <a:off x="3889" y="1912"/>
                  <a:ext cx="295" cy="171"/>
                </a:xfrm>
                <a:custGeom>
                  <a:avLst/>
                  <a:gdLst>
                    <a:gd name="T0" fmla="*/ 147 w 295"/>
                    <a:gd name="T1" fmla="*/ 171 h 171"/>
                    <a:gd name="T2" fmla="*/ 0 w 295"/>
                    <a:gd name="T3" fmla="*/ 85 h 171"/>
                    <a:gd name="T4" fmla="*/ 147 w 295"/>
                    <a:gd name="T5" fmla="*/ 0 h 171"/>
                    <a:gd name="T6" fmla="*/ 295 w 295"/>
                    <a:gd name="T7" fmla="*/ 85 h 171"/>
                    <a:gd name="T8" fmla="*/ 147 w 295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71">
                      <a:moveTo>
                        <a:pt x="147" y="171"/>
                      </a:moveTo>
                      <a:lnTo>
                        <a:pt x="0" y="85"/>
                      </a:lnTo>
                      <a:lnTo>
                        <a:pt x="147" y="0"/>
                      </a:lnTo>
                      <a:lnTo>
                        <a:pt x="295" y="85"/>
                      </a:lnTo>
                      <a:lnTo>
                        <a:pt x="147" y="17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05" name="Freeform: Shape 304" descr="fad7f8a8-a0bc-4e7e-9294-4f3d46ed5a21"/>
                <p:cNvSpPr/>
                <p:nvPr/>
              </p:nvSpPr>
              <p:spPr bwMode="auto">
                <a:xfrm>
                  <a:off x="3889" y="1997"/>
                  <a:ext cx="147" cy="245"/>
                </a:xfrm>
                <a:custGeom>
                  <a:avLst/>
                  <a:gdLst>
                    <a:gd name="T0" fmla="*/ 147 w 147"/>
                    <a:gd name="T1" fmla="*/ 245 h 245"/>
                    <a:gd name="T2" fmla="*/ 0 w 147"/>
                    <a:gd name="T3" fmla="*/ 159 h 245"/>
                    <a:gd name="T4" fmla="*/ 0 w 147"/>
                    <a:gd name="T5" fmla="*/ 0 h 245"/>
                    <a:gd name="T6" fmla="*/ 147 w 147"/>
                    <a:gd name="T7" fmla="*/ 86 h 245"/>
                    <a:gd name="T8" fmla="*/ 147 w 147"/>
                    <a:gd name="T9" fmla="*/ 245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245"/>
                      </a:moveTo>
                      <a:lnTo>
                        <a:pt x="0" y="159"/>
                      </a:lnTo>
                      <a:lnTo>
                        <a:pt x="0" y="0"/>
                      </a:lnTo>
                      <a:lnTo>
                        <a:pt x="147" y="86"/>
                      </a:lnTo>
                      <a:lnTo>
                        <a:pt x="147" y="245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06" name="Freeform: Shape 305" descr="3657697f-114e-40dc-9036-e29e48d2dfee"/>
                <p:cNvSpPr/>
                <p:nvPr/>
              </p:nvSpPr>
              <p:spPr bwMode="auto">
                <a:xfrm>
                  <a:off x="4036" y="1997"/>
                  <a:ext cx="148" cy="245"/>
                </a:xfrm>
                <a:custGeom>
                  <a:avLst/>
                  <a:gdLst>
                    <a:gd name="T0" fmla="*/ 148 w 148"/>
                    <a:gd name="T1" fmla="*/ 159 h 245"/>
                    <a:gd name="T2" fmla="*/ 0 w 148"/>
                    <a:gd name="T3" fmla="*/ 245 h 245"/>
                    <a:gd name="T4" fmla="*/ 0 w 148"/>
                    <a:gd name="T5" fmla="*/ 86 h 245"/>
                    <a:gd name="T6" fmla="*/ 148 w 148"/>
                    <a:gd name="T7" fmla="*/ 0 h 245"/>
                    <a:gd name="T8" fmla="*/ 148 w 148"/>
                    <a:gd name="T9" fmla="*/ 159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5">
                      <a:moveTo>
                        <a:pt x="148" y="159"/>
                      </a:moveTo>
                      <a:lnTo>
                        <a:pt x="0" y="245"/>
                      </a:lnTo>
                      <a:lnTo>
                        <a:pt x="0" y="86"/>
                      </a:lnTo>
                      <a:lnTo>
                        <a:pt x="148" y="0"/>
                      </a:lnTo>
                      <a:lnTo>
                        <a:pt x="148" y="159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07" name="Freeform: Shape 306" descr="6d834a1a-7867-4033-a3f4-af78f8fb9532"/>
                <p:cNvSpPr/>
                <p:nvPr/>
              </p:nvSpPr>
              <p:spPr bwMode="auto">
                <a:xfrm>
                  <a:off x="3225" y="1722"/>
                  <a:ext cx="295" cy="168"/>
                </a:xfrm>
                <a:custGeom>
                  <a:avLst/>
                  <a:gdLst>
                    <a:gd name="T0" fmla="*/ 148 w 295"/>
                    <a:gd name="T1" fmla="*/ 168 h 168"/>
                    <a:gd name="T2" fmla="*/ 0 w 295"/>
                    <a:gd name="T3" fmla="*/ 83 h 168"/>
                    <a:gd name="T4" fmla="*/ 148 w 295"/>
                    <a:gd name="T5" fmla="*/ 0 h 168"/>
                    <a:gd name="T6" fmla="*/ 295 w 295"/>
                    <a:gd name="T7" fmla="*/ 83 h 168"/>
                    <a:gd name="T8" fmla="*/ 148 w 295"/>
                    <a:gd name="T9" fmla="*/ 168 h 1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68">
                      <a:moveTo>
                        <a:pt x="148" y="168"/>
                      </a:moveTo>
                      <a:lnTo>
                        <a:pt x="0" y="83"/>
                      </a:lnTo>
                      <a:lnTo>
                        <a:pt x="148" y="0"/>
                      </a:lnTo>
                      <a:lnTo>
                        <a:pt x="295" y="83"/>
                      </a:lnTo>
                      <a:lnTo>
                        <a:pt x="148" y="16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08" name="Freeform: Shape 307" descr="fe92ba6c-3a4a-4b92-a329-50fdd9215296"/>
                <p:cNvSpPr/>
                <p:nvPr/>
              </p:nvSpPr>
              <p:spPr bwMode="auto">
                <a:xfrm>
                  <a:off x="3225" y="1805"/>
                  <a:ext cx="148" cy="245"/>
                </a:xfrm>
                <a:custGeom>
                  <a:avLst/>
                  <a:gdLst>
                    <a:gd name="T0" fmla="*/ 148 w 148"/>
                    <a:gd name="T1" fmla="*/ 245 h 245"/>
                    <a:gd name="T2" fmla="*/ 0 w 148"/>
                    <a:gd name="T3" fmla="*/ 159 h 245"/>
                    <a:gd name="T4" fmla="*/ 0 w 148"/>
                    <a:gd name="T5" fmla="*/ 0 h 245"/>
                    <a:gd name="T6" fmla="*/ 148 w 148"/>
                    <a:gd name="T7" fmla="*/ 85 h 245"/>
                    <a:gd name="T8" fmla="*/ 148 w 148"/>
                    <a:gd name="T9" fmla="*/ 245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5">
                      <a:moveTo>
                        <a:pt x="148" y="245"/>
                      </a:moveTo>
                      <a:lnTo>
                        <a:pt x="0" y="159"/>
                      </a:lnTo>
                      <a:lnTo>
                        <a:pt x="0" y="0"/>
                      </a:lnTo>
                      <a:lnTo>
                        <a:pt x="148" y="85"/>
                      </a:lnTo>
                      <a:lnTo>
                        <a:pt x="148" y="245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09" name="Freeform: Shape 308" descr="a8d800ed-cce8-4254-baaa-8c5d6b01bf28"/>
                <p:cNvSpPr/>
                <p:nvPr/>
              </p:nvSpPr>
              <p:spPr bwMode="auto">
                <a:xfrm>
                  <a:off x="3373" y="1805"/>
                  <a:ext cx="147" cy="245"/>
                </a:xfrm>
                <a:custGeom>
                  <a:avLst/>
                  <a:gdLst>
                    <a:gd name="T0" fmla="*/ 147 w 147"/>
                    <a:gd name="T1" fmla="*/ 159 h 245"/>
                    <a:gd name="T2" fmla="*/ 0 w 147"/>
                    <a:gd name="T3" fmla="*/ 245 h 245"/>
                    <a:gd name="T4" fmla="*/ 0 w 147"/>
                    <a:gd name="T5" fmla="*/ 85 h 245"/>
                    <a:gd name="T6" fmla="*/ 147 w 147"/>
                    <a:gd name="T7" fmla="*/ 0 h 245"/>
                    <a:gd name="T8" fmla="*/ 147 w 147"/>
                    <a:gd name="T9" fmla="*/ 159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159"/>
                      </a:moveTo>
                      <a:lnTo>
                        <a:pt x="0" y="245"/>
                      </a:lnTo>
                      <a:lnTo>
                        <a:pt x="0" y="85"/>
                      </a:lnTo>
                      <a:lnTo>
                        <a:pt x="147" y="0"/>
                      </a:lnTo>
                      <a:lnTo>
                        <a:pt x="147" y="159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10" name="Freeform: Shape 309" descr="f156952b-d280-4b8e-8230-11f953be60d9"/>
                <p:cNvSpPr/>
                <p:nvPr/>
              </p:nvSpPr>
              <p:spPr bwMode="auto">
                <a:xfrm>
                  <a:off x="3389" y="1817"/>
                  <a:ext cx="295" cy="171"/>
                </a:xfrm>
                <a:custGeom>
                  <a:avLst/>
                  <a:gdLst>
                    <a:gd name="T0" fmla="*/ 148 w 295"/>
                    <a:gd name="T1" fmla="*/ 171 h 171"/>
                    <a:gd name="T2" fmla="*/ 0 w 295"/>
                    <a:gd name="T3" fmla="*/ 85 h 171"/>
                    <a:gd name="T4" fmla="*/ 148 w 295"/>
                    <a:gd name="T5" fmla="*/ 0 h 171"/>
                    <a:gd name="T6" fmla="*/ 295 w 295"/>
                    <a:gd name="T7" fmla="*/ 85 h 171"/>
                    <a:gd name="T8" fmla="*/ 148 w 295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71">
                      <a:moveTo>
                        <a:pt x="148" y="171"/>
                      </a:moveTo>
                      <a:lnTo>
                        <a:pt x="0" y="85"/>
                      </a:lnTo>
                      <a:lnTo>
                        <a:pt x="148" y="0"/>
                      </a:lnTo>
                      <a:lnTo>
                        <a:pt x="295" y="85"/>
                      </a:lnTo>
                      <a:lnTo>
                        <a:pt x="148" y="17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16" name="Freeform: Shape 15" descr="7d8ab19e-a286-46c7-829d-20ceee507afe"/>
              <p:cNvSpPr/>
              <p:nvPr/>
            </p:nvSpPr>
            <p:spPr bwMode="auto">
              <a:xfrm>
                <a:off x="5380041" y="3019406"/>
                <a:ext cx="234950" cy="385760"/>
              </a:xfrm>
              <a:custGeom>
                <a:avLst/>
                <a:gdLst>
                  <a:gd name="T0" fmla="*/ 148 w 148"/>
                  <a:gd name="T1" fmla="*/ 243 h 243"/>
                  <a:gd name="T2" fmla="*/ 0 w 148"/>
                  <a:gd name="T3" fmla="*/ 159 h 243"/>
                  <a:gd name="T4" fmla="*/ 0 w 148"/>
                  <a:gd name="T5" fmla="*/ 0 h 243"/>
                  <a:gd name="T6" fmla="*/ 148 w 148"/>
                  <a:gd name="T7" fmla="*/ 86 h 243"/>
                  <a:gd name="T8" fmla="*/ 148 w 148"/>
                  <a:gd name="T9" fmla="*/ 243 h 2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8" h="243">
                    <a:moveTo>
                      <a:pt x="148" y="243"/>
                    </a:moveTo>
                    <a:lnTo>
                      <a:pt x="0" y="159"/>
                    </a:lnTo>
                    <a:lnTo>
                      <a:pt x="0" y="0"/>
                    </a:lnTo>
                    <a:lnTo>
                      <a:pt x="148" y="86"/>
                    </a:lnTo>
                    <a:lnTo>
                      <a:pt x="148" y="243"/>
                    </a:lnTo>
                    <a:close/>
                  </a:path>
                </a:pathLst>
              </a:custGeom>
              <a:solidFill>
                <a:srgbClr val="CCC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7" name="Freeform: Shape 16" descr="7ca9544f-6506-470d-804e-90dca7390a68"/>
              <p:cNvSpPr/>
              <p:nvPr/>
            </p:nvSpPr>
            <p:spPr bwMode="auto">
              <a:xfrm>
                <a:off x="5614991" y="3019406"/>
                <a:ext cx="233363" cy="385760"/>
              </a:xfrm>
              <a:custGeom>
                <a:avLst/>
                <a:gdLst>
                  <a:gd name="T0" fmla="*/ 147 w 147"/>
                  <a:gd name="T1" fmla="*/ 159 h 243"/>
                  <a:gd name="T2" fmla="*/ 0 w 147"/>
                  <a:gd name="T3" fmla="*/ 243 h 243"/>
                  <a:gd name="T4" fmla="*/ 0 w 147"/>
                  <a:gd name="T5" fmla="*/ 86 h 243"/>
                  <a:gd name="T6" fmla="*/ 147 w 147"/>
                  <a:gd name="T7" fmla="*/ 0 h 243"/>
                  <a:gd name="T8" fmla="*/ 147 w 147"/>
                  <a:gd name="T9" fmla="*/ 159 h 2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7" h="243">
                    <a:moveTo>
                      <a:pt x="147" y="159"/>
                    </a:moveTo>
                    <a:lnTo>
                      <a:pt x="0" y="243"/>
                    </a:lnTo>
                    <a:lnTo>
                      <a:pt x="0" y="86"/>
                    </a:lnTo>
                    <a:lnTo>
                      <a:pt x="147" y="0"/>
                    </a:lnTo>
                    <a:lnTo>
                      <a:pt x="147" y="159"/>
                    </a:lnTo>
                    <a:close/>
                  </a:path>
                </a:pathLst>
              </a:custGeom>
              <a:solidFill>
                <a:srgbClr val="E9E4D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8" name="Freeform: Shape 17" descr="0cf09c29-75cf-4f29-85c8-cfaa86b3c615"/>
              <p:cNvSpPr/>
              <p:nvPr/>
            </p:nvSpPr>
            <p:spPr bwMode="auto">
              <a:xfrm>
                <a:off x="5645154" y="3035280"/>
                <a:ext cx="468314" cy="271461"/>
              </a:xfrm>
              <a:custGeom>
                <a:avLst/>
                <a:gdLst>
                  <a:gd name="T0" fmla="*/ 147 w 295"/>
                  <a:gd name="T1" fmla="*/ 171 h 171"/>
                  <a:gd name="T2" fmla="*/ 0 w 295"/>
                  <a:gd name="T3" fmla="*/ 85 h 171"/>
                  <a:gd name="T4" fmla="*/ 147 w 295"/>
                  <a:gd name="T5" fmla="*/ 0 h 171"/>
                  <a:gd name="T6" fmla="*/ 295 w 295"/>
                  <a:gd name="T7" fmla="*/ 85 h 171"/>
                  <a:gd name="T8" fmla="*/ 147 w 295"/>
                  <a:gd name="T9" fmla="*/ 171 h 1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95" h="171">
                    <a:moveTo>
                      <a:pt x="147" y="171"/>
                    </a:moveTo>
                    <a:lnTo>
                      <a:pt x="0" y="85"/>
                    </a:lnTo>
                    <a:lnTo>
                      <a:pt x="147" y="0"/>
                    </a:lnTo>
                    <a:lnTo>
                      <a:pt x="295" y="85"/>
                    </a:lnTo>
                    <a:lnTo>
                      <a:pt x="147" y="17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9" name="Freeform: Shape 18" descr="2a3e44bb-13b0-4a85-acc0-b5f4b19dd2f6"/>
              <p:cNvSpPr/>
              <p:nvPr/>
            </p:nvSpPr>
            <p:spPr bwMode="auto">
              <a:xfrm>
                <a:off x="5645154" y="3170218"/>
                <a:ext cx="233363" cy="388935"/>
              </a:xfrm>
              <a:custGeom>
                <a:avLst/>
                <a:gdLst>
                  <a:gd name="T0" fmla="*/ 147 w 147"/>
                  <a:gd name="T1" fmla="*/ 245 h 245"/>
                  <a:gd name="T2" fmla="*/ 0 w 147"/>
                  <a:gd name="T3" fmla="*/ 159 h 245"/>
                  <a:gd name="T4" fmla="*/ 0 w 147"/>
                  <a:gd name="T5" fmla="*/ 0 h 245"/>
                  <a:gd name="T6" fmla="*/ 147 w 147"/>
                  <a:gd name="T7" fmla="*/ 86 h 245"/>
                  <a:gd name="T8" fmla="*/ 147 w 147"/>
                  <a:gd name="T9" fmla="*/ 245 h 2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7" h="245">
                    <a:moveTo>
                      <a:pt x="147" y="245"/>
                    </a:moveTo>
                    <a:lnTo>
                      <a:pt x="0" y="159"/>
                    </a:lnTo>
                    <a:lnTo>
                      <a:pt x="0" y="0"/>
                    </a:lnTo>
                    <a:lnTo>
                      <a:pt x="147" y="86"/>
                    </a:lnTo>
                    <a:lnTo>
                      <a:pt x="147" y="245"/>
                    </a:lnTo>
                    <a:close/>
                  </a:path>
                </a:pathLst>
              </a:custGeom>
              <a:solidFill>
                <a:srgbClr val="CCC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0" name="Freeform: Shape 19" descr="8caef28f-73f0-4a5b-a0fe-91bb2b7ace86"/>
              <p:cNvSpPr/>
              <p:nvPr/>
            </p:nvSpPr>
            <p:spPr bwMode="auto">
              <a:xfrm>
                <a:off x="5878516" y="3170218"/>
                <a:ext cx="234950" cy="388935"/>
              </a:xfrm>
              <a:custGeom>
                <a:avLst/>
                <a:gdLst>
                  <a:gd name="T0" fmla="*/ 148 w 148"/>
                  <a:gd name="T1" fmla="*/ 159 h 245"/>
                  <a:gd name="T2" fmla="*/ 0 w 148"/>
                  <a:gd name="T3" fmla="*/ 245 h 245"/>
                  <a:gd name="T4" fmla="*/ 0 w 148"/>
                  <a:gd name="T5" fmla="*/ 86 h 245"/>
                  <a:gd name="T6" fmla="*/ 148 w 148"/>
                  <a:gd name="T7" fmla="*/ 0 h 245"/>
                  <a:gd name="T8" fmla="*/ 148 w 148"/>
                  <a:gd name="T9" fmla="*/ 159 h 2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8" h="245">
                    <a:moveTo>
                      <a:pt x="148" y="159"/>
                    </a:moveTo>
                    <a:lnTo>
                      <a:pt x="0" y="245"/>
                    </a:lnTo>
                    <a:lnTo>
                      <a:pt x="0" y="86"/>
                    </a:lnTo>
                    <a:lnTo>
                      <a:pt x="148" y="0"/>
                    </a:lnTo>
                    <a:lnTo>
                      <a:pt x="148" y="159"/>
                    </a:lnTo>
                    <a:close/>
                  </a:path>
                </a:pathLst>
              </a:custGeom>
              <a:solidFill>
                <a:srgbClr val="E9E4D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1" name="Freeform: Shape 20" descr="1f284871-3e47-4a21-88f8-b631e5a7821b"/>
              <p:cNvSpPr/>
              <p:nvPr/>
            </p:nvSpPr>
            <p:spPr bwMode="auto">
              <a:xfrm>
                <a:off x="5908679" y="3189267"/>
                <a:ext cx="468314" cy="268286"/>
              </a:xfrm>
              <a:custGeom>
                <a:avLst/>
                <a:gdLst>
                  <a:gd name="T0" fmla="*/ 148 w 295"/>
                  <a:gd name="T1" fmla="*/ 169 h 169"/>
                  <a:gd name="T2" fmla="*/ 0 w 295"/>
                  <a:gd name="T3" fmla="*/ 83 h 169"/>
                  <a:gd name="T4" fmla="*/ 148 w 295"/>
                  <a:gd name="T5" fmla="*/ 0 h 169"/>
                  <a:gd name="T6" fmla="*/ 295 w 295"/>
                  <a:gd name="T7" fmla="*/ 83 h 169"/>
                  <a:gd name="T8" fmla="*/ 148 w 295"/>
                  <a:gd name="T9" fmla="*/ 169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95" h="169">
                    <a:moveTo>
                      <a:pt x="148" y="169"/>
                    </a:moveTo>
                    <a:lnTo>
                      <a:pt x="0" y="83"/>
                    </a:lnTo>
                    <a:lnTo>
                      <a:pt x="148" y="0"/>
                    </a:lnTo>
                    <a:lnTo>
                      <a:pt x="295" y="83"/>
                    </a:lnTo>
                    <a:lnTo>
                      <a:pt x="148" y="16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2" name="Freeform: Shape 21" descr="0450eada-11d1-4412-ba31-0e03d971a63f"/>
              <p:cNvSpPr/>
              <p:nvPr/>
            </p:nvSpPr>
            <p:spPr bwMode="auto">
              <a:xfrm>
                <a:off x="5908679" y="3321029"/>
                <a:ext cx="234950" cy="388935"/>
              </a:xfrm>
              <a:custGeom>
                <a:avLst/>
                <a:gdLst>
                  <a:gd name="T0" fmla="*/ 148 w 148"/>
                  <a:gd name="T1" fmla="*/ 245 h 245"/>
                  <a:gd name="T2" fmla="*/ 0 w 148"/>
                  <a:gd name="T3" fmla="*/ 159 h 245"/>
                  <a:gd name="T4" fmla="*/ 0 w 148"/>
                  <a:gd name="T5" fmla="*/ 0 h 245"/>
                  <a:gd name="T6" fmla="*/ 148 w 148"/>
                  <a:gd name="T7" fmla="*/ 86 h 245"/>
                  <a:gd name="T8" fmla="*/ 148 w 148"/>
                  <a:gd name="T9" fmla="*/ 245 h 2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8" h="245">
                    <a:moveTo>
                      <a:pt x="148" y="245"/>
                    </a:moveTo>
                    <a:lnTo>
                      <a:pt x="0" y="159"/>
                    </a:lnTo>
                    <a:lnTo>
                      <a:pt x="0" y="0"/>
                    </a:lnTo>
                    <a:lnTo>
                      <a:pt x="148" y="86"/>
                    </a:lnTo>
                    <a:lnTo>
                      <a:pt x="148" y="245"/>
                    </a:lnTo>
                    <a:close/>
                  </a:path>
                </a:pathLst>
              </a:custGeom>
              <a:solidFill>
                <a:srgbClr val="CCC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3" name="Freeform: Shape 22" descr="69df1569-64e0-46e1-be3d-37d82e8bf736"/>
              <p:cNvSpPr/>
              <p:nvPr/>
            </p:nvSpPr>
            <p:spPr bwMode="auto">
              <a:xfrm>
                <a:off x="6143629" y="3321029"/>
                <a:ext cx="233363" cy="388935"/>
              </a:xfrm>
              <a:custGeom>
                <a:avLst/>
                <a:gdLst>
                  <a:gd name="T0" fmla="*/ 147 w 147"/>
                  <a:gd name="T1" fmla="*/ 159 h 245"/>
                  <a:gd name="T2" fmla="*/ 0 w 147"/>
                  <a:gd name="T3" fmla="*/ 245 h 245"/>
                  <a:gd name="T4" fmla="*/ 0 w 147"/>
                  <a:gd name="T5" fmla="*/ 86 h 245"/>
                  <a:gd name="T6" fmla="*/ 147 w 147"/>
                  <a:gd name="T7" fmla="*/ 0 h 245"/>
                  <a:gd name="T8" fmla="*/ 147 w 147"/>
                  <a:gd name="T9" fmla="*/ 159 h 2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7" h="245">
                    <a:moveTo>
                      <a:pt x="147" y="159"/>
                    </a:moveTo>
                    <a:lnTo>
                      <a:pt x="0" y="245"/>
                    </a:lnTo>
                    <a:lnTo>
                      <a:pt x="0" y="86"/>
                    </a:lnTo>
                    <a:lnTo>
                      <a:pt x="147" y="0"/>
                    </a:lnTo>
                    <a:lnTo>
                      <a:pt x="147" y="159"/>
                    </a:lnTo>
                    <a:close/>
                  </a:path>
                </a:pathLst>
              </a:custGeom>
              <a:solidFill>
                <a:srgbClr val="E9E4D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4" name="Freeform: Shape 23" descr="7818ae55-8748-456b-88aa-4061d5b9b319"/>
              <p:cNvSpPr/>
              <p:nvPr/>
            </p:nvSpPr>
            <p:spPr bwMode="auto">
              <a:xfrm>
                <a:off x="4946654" y="2397109"/>
                <a:ext cx="49213" cy="26988"/>
              </a:xfrm>
              <a:custGeom>
                <a:avLst/>
                <a:gdLst>
                  <a:gd name="T0" fmla="*/ 1 w 13"/>
                  <a:gd name="T1" fmla="*/ 3 h 7"/>
                  <a:gd name="T2" fmla="*/ 0 w 13"/>
                  <a:gd name="T3" fmla="*/ 3 h 7"/>
                  <a:gd name="T4" fmla="*/ 0 w 13"/>
                  <a:gd name="T5" fmla="*/ 2 h 7"/>
                  <a:gd name="T6" fmla="*/ 1 w 13"/>
                  <a:gd name="T7" fmla="*/ 0 h 7"/>
                  <a:gd name="T8" fmla="*/ 1 w 13"/>
                  <a:gd name="T9" fmla="*/ 0 h 7"/>
                  <a:gd name="T10" fmla="*/ 2 w 13"/>
                  <a:gd name="T11" fmla="*/ 0 h 7"/>
                  <a:gd name="T12" fmla="*/ 2 w 13"/>
                  <a:gd name="T13" fmla="*/ 0 h 7"/>
                  <a:gd name="T14" fmla="*/ 13 w 13"/>
                  <a:gd name="T15" fmla="*/ 6 h 7"/>
                  <a:gd name="T16" fmla="*/ 13 w 13"/>
                  <a:gd name="T17" fmla="*/ 6 h 7"/>
                  <a:gd name="T18" fmla="*/ 12 w 13"/>
                  <a:gd name="T19" fmla="*/ 7 h 7"/>
                  <a:gd name="T20" fmla="*/ 12 w 13"/>
                  <a:gd name="T21" fmla="*/ 7 h 7"/>
                  <a:gd name="T22" fmla="*/ 2 w 13"/>
                  <a:gd name="T23" fmla="*/ 1 h 7"/>
                  <a:gd name="T24" fmla="*/ 1 w 13"/>
                  <a:gd name="T25" fmla="*/ 3 h 7"/>
                  <a:gd name="T26" fmla="*/ 1 w 13"/>
                  <a:gd name="T27" fmla="*/ 3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" h="7">
                    <a:moveTo>
                      <a:pt x="1" y="3"/>
                    </a:move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13" y="6"/>
                      <a:pt x="13" y="6"/>
                      <a:pt x="13" y="6"/>
                    </a:cubicBezTo>
                    <a:cubicBezTo>
                      <a:pt x="13" y="6"/>
                      <a:pt x="13" y="6"/>
                      <a:pt x="13" y="6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5" name="Freeform: Shape 24" descr="9a0287a2-bf82-4fce-8648-f8ec269a6ca4"/>
              <p:cNvSpPr/>
              <p:nvPr/>
            </p:nvSpPr>
            <p:spPr bwMode="auto">
              <a:xfrm>
                <a:off x="5289554" y="1801801"/>
                <a:ext cx="57150" cy="33338"/>
              </a:xfrm>
              <a:custGeom>
                <a:avLst/>
                <a:gdLst>
                  <a:gd name="T0" fmla="*/ 14 w 15"/>
                  <a:gd name="T1" fmla="*/ 7 h 9"/>
                  <a:gd name="T2" fmla="*/ 12 w 15"/>
                  <a:gd name="T3" fmla="*/ 8 h 9"/>
                  <a:gd name="T4" fmla="*/ 10 w 15"/>
                  <a:gd name="T5" fmla="*/ 9 h 9"/>
                  <a:gd name="T6" fmla="*/ 7 w 15"/>
                  <a:gd name="T7" fmla="*/ 8 h 9"/>
                  <a:gd name="T8" fmla="*/ 1 w 15"/>
                  <a:gd name="T9" fmla="*/ 5 h 9"/>
                  <a:gd name="T10" fmla="*/ 0 w 15"/>
                  <a:gd name="T11" fmla="*/ 3 h 9"/>
                  <a:gd name="T12" fmla="*/ 1 w 15"/>
                  <a:gd name="T13" fmla="*/ 2 h 9"/>
                  <a:gd name="T14" fmla="*/ 3 w 15"/>
                  <a:gd name="T15" fmla="*/ 1 h 9"/>
                  <a:gd name="T16" fmla="*/ 5 w 15"/>
                  <a:gd name="T17" fmla="*/ 0 h 9"/>
                  <a:gd name="T18" fmla="*/ 8 w 15"/>
                  <a:gd name="T19" fmla="*/ 1 h 9"/>
                  <a:gd name="T20" fmla="*/ 14 w 15"/>
                  <a:gd name="T21" fmla="*/ 4 h 9"/>
                  <a:gd name="T22" fmla="*/ 15 w 15"/>
                  <a:gd name="T23" fmla="*/ 6 h 9"/>
                  <a:gd name="T24" fmla="*/ 14 w 15"/>
                  <a:gd name="T25" fmla="*/ 7 h 9"/>
                  <a:gd name="T26" fmla="*/ 11 w 15"/>
                  <a:gd name="T27" fmla="*/ 7 h 9"/>
                  <a:gd name="T28" fmla="*/ 13 w 15"/>
                  <a:gd name="T29" fmla="*/ 7 h 9"/>
                  <a:gd name="T30" fmla="*/ 13 w 15"/>
                  <a:gd name="T31" fmla="*/ 5 h 9"/>
                  <a:gd name="T32" fmla="*/ 7 w 15"/>
                  <a:gd name="T33" fmla="*/ 1 h 9"/>
                  <a:gd name="T34" fmla="*/ 4 w 15"/>
                  <a:gd name="T35" fmla="*/ 1 h 9"/>
                  <a:gd name="T36" fmla="*/ 2 w 15"/>
                  <a:gd name="T37" fmla="*/ 2 h 9"/>
                  <a:gd name="T38" fmla="*/ 2 w 15"/>
                  <a:gd name="T39" fmla="*/ 4 h 9"/>
                  <a:gd name="T40" fmla="*/ 8 w 15"/>
                  <a:gd name="T41" fmla="*/ 7 h 9"/>
                  <a:gd name="T42" fmla="*/ 11 w 15"/>
                  <a:gd name="T43" fmla="*/ 7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5" h="9">
                    <a:moveTo>
                      <a:pt x="14" y="7"/>
                    </a:moveTo>
                    <a:cubicBezTo>
                      <a:pt x="12" y="8"/>
                      <a:pt x="12" y="8"/>
                      <a:pt x="12" y="8"/>
                    </a:cubicBezTo>
                    <a:cubicBezTo>
                      <a:pt x="11" y="9"/>
                      <a:pt x="11" y="9"/>
                      <a:pt x="10" y="9"/>
                    </a:cubicBezTo>
                    <a:cubicBezTo>
                      <a:pt x="9" y="9"/>
                      <a:pt x="8" y="9"/>
                      <a:pt x="7" y="8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0" y="4"/>
                      <a:pt x="0" y="4"/>
                      <a:pt x="0" y="3"/>
                    </a:cubicBezTo>
                    <a:cubicBezTo>
                      <a:pt x="0" y="3"/>
                      <a:pt x="0" y="2"/>
                      <a:pt x="1" y="2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0"/>
                      <a:pt x="4" y="0"/>
                      <a:pt x="5" y="0"/>
                    </a:cubicBezTo>
                    <a:cubicBezTo>
                      <a:pt x="6" y="0"/>
                      <a:pt x="7" y="0"/>
                      <a:pt x="8" y="1"/>
                    </a:cubicBezTo>
                    <a:cubicBezTo>
                      <a:pt x="14" y="4"/>
                      <a:pt x="14" y="4"/>
                      <a:pt x="14" y="4"/>
                    </a:cubicBezTo>
                    <a:cubicBezTo>
                      <a:pt x="15" y="5"/>
                      <a:pt x="15" y="5"/>
                      <a:pt x="15" y="6"/>
                    </a:cubicBezTo>
                    <a:cubicBezTo>
                      <a:pt x="15" y="6"/>
                      <a:pt x="15" y="7"/>
                      <a:pt x="14" y="7"/>
                    </a:cubicBezTo>
                    <a:close/>
                    <a:moveTo>
                      <a:pt x="11" y="7"/>
                    </a:moveTo>
                    <a:cubicBezTo>
                      <a:pt x="13" y="7"/>
                      <a:pt x="13" y="7"/>
                      <a:pt x="13" y="7"/>
                    </a:cubicBezTo>
                    <a:cubicBezTo>
                      <a:pt x="14" y="6"/>
                      <a:pt x="14" y="5"/>
                      <a:pt x="13" y="5"/>
                    </a:cubicBezTo>
                    <a:cubicBezTo>
                      <a:pt x="7" y="1"/>
                      <a:pt x="7" y="1"/>
                      <a:pt x="7" y="1"/>
                    </a:cubicBezTo>
                    <a:cubicBezTo>
                      <a:pt x="6" y="1"/>
                      <a:pt x="5" y="1"/>
                      <a:pt x="4" y="1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1" y="3"/>
                      <a:pt x="1" y="3"/>
                      <a:pt x="2" y="4"/>
                    </a:cubicBezTo>
                    <a:cubicBezTo>
                      <a:pt x="8" y="7"/>
                      <a:pt x="8" y="7"/>
                      <a:pt x="8" y="7"/>
                    </a:cubicBezTo>
                    <a:cubicBezTo>
                      <a:pt x="9" y="8"/>
                      <a:pt x="10" y="8"/>
                      <a:pt x="11" y="7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6" name="Freeform: Shape 25" descr="b47529dd-e978-4d50-9a4c-a7db0442b965"/>
              <p:cNvSpPr/>
              <p:nvPr/>
            </p:nvSpPr>
            <p:spPr bwMode="auto">
              <a:xfrm>
                <a:off x="5946779" y="1960549"/>
                <a:ext cx="49213" cy="25400"/>
              </a:xfrm>
              <a:custGeom>
                <a:avLst/>
                <a:gdLst>
                  <a:gd name="T0" fmla="*/ 1 w 13"/>
                  <a:gd name="T1" fmla="*/ 3 h 7"/>
                  <a:gd name="T2" fmla="*/ 0 w 13"/>
                  <a:gd name="T3" fmla="*/ 3 h 7"/>
                  <a:gd name="T4" fmla="*/ 0 w 13"/>
                  <a:gd name="T5" fmla="*/ 2 h 7"/>
                  <a:gd name="T6" fmla="*/ 1 w 13"/>
                  <a:gd name="T7" fmla="*/ 1 h 7"/>
                  <a:gd name="T8" fmla="*/ 1 w 13"/>
                  <a:gd name="T9" fmla="*/ 0 h 7"/>
                  <a:gd name="T10" fmla="*/ 2 w 13"/>
                  <a:gd name="T11" fmla="*/ 0 h 7"/>
                  <a:gd name="T12" fmla="*/ 2 w 13"/>
                  <a:gd name="T13" fmla="*/ 0 h 7"/>
                  <a:gd name="T14" fmla="*/ 13 w 13"/>
                  <a:gd name="T15" fmla="*/ 6 h 7"/>
                  <a:gd name="T16" fmla="*/ 13 w 13"/>
                  <a:gd name="T17" fmla="*/ 6 h 7"/>
                  <a:gd name="T18" fmla="*/ 12 w 13"/>
                  <a:gd name="T19" fmla="*/ 7 h 7"/>
                  <a:gd name="T20" fmla="*/ 12 w 13"/>
                  <a:gd name="T21" fmla="*/ 7 h 7"/>
                  <a:gd name="T22" fmla="*/ 2 w 13"/>
                  <a:gd name="T23" fmla="*/ 1 h 7"/>
                  <a:gd name="T24" fmla="*/ 1 w 13"/>
                  <a:gd name="T25" fmla="*/ 3 h 7"/>
                  <a:gd name="T26" fmla="*/ 1 w 13"/>
                  <a:gd name="T27" fmla="*/ 3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" h="7">
                    <a:moveTo>
                      <a:pt x="1" y="3"/>
                    </a:move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2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13" y="6"/>
                      <a:pt x="13" y="6"/>
                      <a:pt x="13" y="6"/>
                    </a:cubicBezTo>
                    <a:cubicBezTo>
                      <a:pt x="13" y="6"/>
                      <a:pt x="13" y="6"/>
                      <a:pt x="13" y="6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7" name="Freeform: Shape 26" descr="05e31ecb-d1ee-48bf-adc5-1500936afcc3"/>
              <p:cNvSpPr/>
              <p:nvPr/>
            </p:nvSpPr>
            <p:spPr bwMode="auto">
              <a:xfrm>
                <a:off x="5184779" y="1650989"/>
                <a:ext cx="52388" cy="30163"/>
              </a:xfrm>
              <a:custGeom>
                <a:avLst/>
                <a:gdLst>
                  <a:gd name="T0" fmla="*/ 1 w 14"/>
                  <a:gd name="T1" fmla="*/ 4 h 8"/>
                  <a:gd name="T2" fmla="*/ 0 w 14"/>
                  <a:gd name="T3" fmla="*/ 3 h 8"/>
                  <a:gd name="T4" fmla="*/ 0 w 14"/>
                  <a:gd name="T5" fmla="*/ 3 h 8"/>
                  <a:gd name="T6" fmla="*/ 1 w 14"/>
                  <a:gd name="T7" fmla="*/ 1 h 8"/>
                  <a:gd name="T8" fmla="*/ 1 w 14"/>
                  <a:gd name="T9" fmla="*/ 1 h 8"/>
                  <a:gd name="T10" fmla="*/ 2 w 14"/>
                  <a:gd name="T11" fmla="*/ 0 h 8"/>
                  <a:gd name="T12" fmla="*/ 3 w 14"/>
                  <a:gd name="T13" fmla="*/ 0 h 8"/>
                  <a:gd name="T14" fmla="*/ 13 w 14"/>
                  <a:gd name="T15" fmla="*/ 7 h 8"/>
                  <a:gd name="T16" fmla="*/ 13 w 14"/>
                  <a:gd name="T17" fmla="*/ 7 h 8"/>
                  <a:gd name="T18" fmla="*/ 13 w 14"/>
                  <a:gd name="T19" fmla="*/ 7 h 8"/>
                  <a:gd name="T20" fmla="*/ 12 w 14"/>
                  <a:gd name="T21" fmla="*/ 7 h 8"/>
                  <a:gd name="T22" fmla="*/ 2 w 14"/>
                  <a:gd name="T23" fmla="*/ 2 h 8"/>
                  <a:gd name="T24" fmla="*/ 1 w 14"/>
                  <a:gd name="T25" fmla="*/ 4 h 8"/>
                  <a:gd name="T26" fmla="*/ 1 w 14"/>
                  <a:gd name="T27" fmla="*/ 4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4" h="8">
                    <a:moveTo>
                      <a:pt x="1" y="4"/>
                    </a:move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3" y="0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4" y="7"/>
                      <a:pt x="14" y="7"/>
                      <a:pt x="13" y="7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2" y="8"/>
                      <a:pt x="12" y="8"/>
                      <a:pt x="12" y="7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1" y="4"/>
                      <a:pt x="1" y="4"/>
                      <a:pt x="1" y="4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8" name="Freeform: Shape 27" descr="291fa954-d7c7-4b49-9a76-b9da055edea2"/>
              <p:cNvSpPr/>
              <p:nvPr/>
            </p:nvSpPr>
            <p:spPr bwMode="auto">
              <a:xfrm>
                <a:off x="7339016" y="2193911"/>
                <a:ext cx="49213" cy="25400"/>
              </a:xfrm>
              <a:custGeom>
                <a:avLst/>
                <a:gdLst>
                  <a:gd name="T0" fmla="*/ 1 w 13"/>
                  <a:gd name="T1" fmla="*/ 3 h 7"/>
                  <a:gd name="T2" fmla="*/ 0 w 13"/>
                  <a:gd name="T3" fmla="*/ 3 h 7"/>
                  <a:gd name="T4" fmla="*/ 0 w 13"/>
                  <a:gd name="T5" fmla="*/ 3 h 7"/>
                  <a:gd name="T6" fmla="*/ 0 w 13"/>
                  <a:gd name="T7" fmla="*/ 1 h 7"/>
                  <a:gd name="T8" fmla="*/ 1 w 13"/>
                  <a:gd name="T9" fmla="*/ 0 h 7"/>
                  <a:gd name="T10" fmla="*/ 2 w 13"/>
                  <a:gd name="T11" fmla="*/ 0 h 7"/>
                  <a:gd name="T12" fmla="*/ 2 w 13"/>
                  <a:gd name="T13" fmla="*/ 0 h 7"/>
                  <a:gd name="T14" fmla="*/ 13 w 13"/>
                  <a:gd name="T15" fmla="*/ 6 h 7"/>
                  <a:gd name="T16" fmla="*/ 13 w 13"/>
                  <a:gd name="T17" fmla="*/ 6 h 7"/>
                  <a:gd name="T18" fmla="*/ 12 w 13"/>
                  <a:gd name="T19" fmla="*/ 7 h 7"/>
                  <a:gd name="T20" fmla="*/ 12 w 13"/>
                  <a:gd name="T21" fmla="*/ 7 h 7"/>
                  <a:gd name="T22" fmla="*/ 2 w 13"/>
                  <a:gd name="T23" fmla="*/ 1 h 7"/>
                  <a:gd name="T24" fmla="*/ 1 w 13"/>
                  <a:gd name="T25" fmla="*/ 3 h 7"/>
                  <a:gd name="T26" fmla="*/ 1 w 13"/>
                  <a:gd name="T27" fmla="*/ 3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" h="7">
                    <a:moveTo>
                      <a:pt x="1" y="3"/>
                    </a:move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13" y="6"/>
                      <a:pt x="13" y="6"/>
                      <a:pt x="13" y="6"/>
                    </a:cubicBezTo>
                    <a:cubicBezTo>
                      <a:pt x="13" y="6"/>
                      <a:pt x="13" y="6"/>
                      <a:pt x="13" y="6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9" name="Freeform: Shape 28" descr="06dd1102-b24d-4ea6-8a36-d15a19538f7d"/>
              <p:cNvSpPr/>
              <p:nvPr/>
            </p:nvSpPr>
            <p:spPr bwMode="auto">
              <a:xfrm>
                <a:off x="4656140" y="2246298"/>
                <a:ext cx="49213" cy="26988"/>
              </a:xfrm>
              <a:custGeom>
                <a:avLst/>
                <a:gdLst>
                  <a:gd name="T0" fmla="*/ 1 w 13"/>
                  <a:gd name="T1" fmla="*/ 4 h 7"/>
                  <a:gd name="T2" fmla="*/ 0 w 13"/>
                  <a:gd name="T3" fmla="*/ 3 h 7"/>
                  <a:gd name="T4" fmla="*/ 0 w 13"/>
                  <a:gd name="T5" fmla="*/ 3 h 7"/>
                  <a:gd name="T6" fmla="*/ 1 w 13"/>
                  <a:gd name="T7" fmla="*/ 1 h 7"/>
                  <a:gd name="T8" fmla="*/ 1 w 13"/>
                  <a:gd name="T9" fmla="*/ 1 h 7"/>
                  <a:gd name="T10" fmla="*/ 2 w 13"/>
                  <a:gd name="T11" fmla="*/ 0 h 7"/>
                  <a:gd name="T12" fmla="*/ 2 w 13"/>
                  <a:gd name="T13" fmla="*/ 0 h 7"/>
                  <a:gd name="T14" fmla="*/ 13 w 13"/>
                  <a:gd name="T15" fmla="*/ 7 h 7"/>
                  <a:gd name="T16" fmla="*/ 13 w 13"/>
                  <a:gd name="T17" fmla="*/ 7 h 7"/>
                  <a:gd name="T18" fmla="*/ 12 w 13"/>
                  <a:gd name="T19" fmla="*/ 7 h 7"/>
                  <a:gd name="T20" fmla="*/ 12 w 13"/>
                  <a:gd name="T21" fmla="*/ 7 h 7"/>
                  <a:gd name="T22" fmla="*/ 2 w 13"/>
                  <a:gd name="T23" fmla="*/ 2 h 7"/>
                  <a:gd name="T24" fmla="*/ 1 w 13"/>
                  <a:gd name="T25" fmla="*/ 4 h 7"/>
                  <a:gd name="T26" fmla="*/ 1 w 13"/>
                  <a:gd name="T27" fmla="*/ 4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" h="7">
                    <a:moveTo>
                      <a:pt x="1" y="4"/>
                    </a:move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1" y="4"/>
                      <a:pt x="1" y="4"/>
                      <a:pt x="1" y="4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0" name="Freeform: Shape 29" descr="138ae16d-cf47-4dea-a487-4ae6b73f6865"/>
              <p:cNvSpPr/>
              <p:nvPr/>
            </p:nvSpPr>
            <p:spPr bwMode="auto">
              <a:xfrm>
                <a:off x="5289554" y="1887525"/>
                <a:ext cx="57150" cy="34925"/>
              </a:xfrm>
              <a:custGeom>
                <a:avLst/>
                <a:gdLst>
                  <a:gd name="T0" fmla="*/ 14 w 15"/>
                  <a:gd name="T1" fmla="*/ 8 h 9"/>
                  <a:gd name="T2" fmla="*/ 12 w 15"/>
                  <a:gd name="T3" fmla="*/ 9 h 9"/>
                  <a:gd name="T4" fmla="*/ 10 w 15"/>
                  <a:gd name="T5" fmla="*/ 9 h 9"/>
                  <a:gd name="T6" fmla="*/ 7 w 15"/>
                  <a:gd name="T7" fmla="*/ 9 h 9"/>
                  <a:gd name="T8" fmla="*/ 1 w 15"/>
                  <a:gd name="T9" fmla="*/ 5 h 9"/>
                  <a:gd name="T10" fmla="*/ 0 w 15"/>
                  <a:gd name="T11" fmla="*/ 4 h 9"/>
                  <a:gd name="T12" fmla="*/ 1 w 15"/>
                  <a:gd name="T13" fmla="*/ 2 h 9"/>
                  <a:gd name="T14" fmla="*/ 3 w 15"/>
                  <a:gd name="T15" fmla="*/ 1 h 9"/>
                  <a:gd name="T16" fmla="*/ 5 w 15"/>
                  <a:gd name="T17" fmla="*/ 0 h 9"/>
                  <a:gd name="T18" fmla="*/ 8 w 15"/>
                  <a:gd name="T19" fmla="*/ 1 h 9"/>
                  <a:gd name="T20" fmla="*/ 14 w 15"/>
                  <a:gd name="T21" fmla="*/ 5 h 9"/>
                  <a:gd name="T22" fmla="*/ 15 w 15"/>
                  <a:gd name="T23" fmla="*/ 6 h 9"/>
                  <a:gd name="T24" fmla="*/ 14 w 15"/>
                  <a:gd name="T25" fmla="*/ 8 h 9"/>
                  <a:gd name="T26" fmla="*/ 11 w 15"/>
                  <a:gd name="T27" fmla="*/ 8 h 9"/>
                  <a:gd name="T28" fmla="*/ 13 w 15"/>
                  <a:gd name="T29" fmla="*/ 7 h 9"/>
                  <a:gd name="T30" fmla="*/ 13 w 15"/>
                  <a:gd name="T31" fmla="*/ 5 h 9"/>
                  <a:gd name="T32" fmla="*/ 7 w 15"/>
                  <a:gd name="T33" fmla="*/ 2 h 9"/>
                  <a:gd name="T34" fmla="*/ 4 w 15"/>
                  <a:gd name="T35" fmla="*/ 2 h 9"/>
                  <a:gd name="T36" fmla="*/ 2 w 15"/>
                  <a:gd name="T37" fmla="*/ 3 h 9"/>
                  <a:gd name="T38" fmla="*/ 2 w 15"/>
                  <a:gd name="T39" fmla="*/ 4 h 9"/>
                  <a:gd name="T40" fmla="*/ 8 w 15"/>
                  <a:gd name="T41" fmla="*/ 8 h 9"/>
                  <a:gd name="T42" fmla="*/ 11 w 15"/>
                  <a:gd name="T43" fmla="*/ 8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5" h="9">
                    <a:moveTo>
                      <a:pt x="14" y="8"/>
                    </a:moveTo>
                    <a:cubicBezTo>
                      <a:pt x="12" y="9"/>
                      <a:pt x="12" y="9"/>
                      <a:pt x="12" y="9"/>
                    </a:cubicBezTo>
                    <a:cubicBezTo>
                      <a:pt x="11" y="9"/>
                      <a:pt x="11" y="9"/>
                      <a:pt x="10" y="9"/>
                    </a:cubicBezTo>
                    <a:cubicBezTo>
                      <a:pt x="9" y="9"/>
                      <a:pt x="8" y="9"/>
                      <a:pt x="7" y="9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0" y="5"/>
                      <a:pt x="0" y="4"/>
                      <a:pt x="0" y="4"/>
                    </a:cubicBezTo>
                    <a:cubicBezTo>
                      <a:pt x="0" y="3"/>
                      <a:pt x="0" y="3"/>
                      <a:pt x="1" y="2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1"/>
                      <a:pt x="4" y="0"/>
                      <a:pt x="5" y="0"/>
                    </a:cubicBezTo>
                    <a:cubicBezTo>
                      <a:pt x="6" y="0"/>
                      <a:pt x="7" y="1"/>
                      <a:pt x="8" y="1"/>
                    </a:cubicBezTo>
                    <a:cubicBezTo>
                      <a:pt x="14" y="5"/>
                      <a:pt x="14" y="5"/>
                      <a:pt x="14" y="5"/>
                    </a:cubicBezTo>
                    <a:cubicBezTo>
                      <a:pt x="15" y="5"/>
                      <a:pt x="15" y="6"/>
                      <a:pt x="15" y="6"/>
                    </a:cubicBezTo>
                    <a:cubicBezTo>
                      <a:pt x="15" y="7"/>
                      <a:pt x="15" y="7"/>
                      <a:pt x="14" y="8"/>
                    </a:cubicBezTo>
                    <a:close/>
                    <a:moveTo>
                      <a:pt x="11" y="8"/>
                    </a:moveTo>
                    <a:cubicBezTo>
                      <a:pt x="13" y="7"/>
                      <a:pt x="13" y="7"/>
                      <a:pt x="13" y="7"/>
                    </a:cubicBezTo>
                    <a:cubicBezTo>
                      <a:pt x="14" y="7"/>
                      <a:pt x="14" y="6"/>
                      <a:pt x="13" y="5"/>
                    </a:cubicBezTo>
                    <a:cubicBezTo>
                      <a:pt x="7" y="2"/>
                      <a:pt x="7" y="2"/>
                      <a:pt x="7" y="2"/>
                    </a:cubicBezTo>
                    <a:cubicBezTo>
                      <a:pt x="6" y="1"/>
                      <a:pt x="5" y="1"/>
                      <a:pt x="4" y="2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1" y="4"/>
                      <a:pt x="2" y="4"/>
                    </a:cubicBezTo>
                    <a:cubicBezTo>
                      <a:pt x="8" y="8"/>
                      <a:pt x="8" y="8"/>
                      <a:pt x="8" y="8"/>
                    </a:cubicBezTo>
                    <a:cubicBezTo>
                      <a:pt x="9" y="9"/>
                      <a:pt x="10" y="9"/>
                      <a:pt x="11" y="8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1" name="Freeform: Shape 30" descr="4a8b2eef-8d79-40aa-889c-aae8c72b73d1"/>
              <p:cNvSpPr/>
              <p:nvPr/>
            </p:nvSpPr>
            <p:spPr bwMode="auto">
              <a:xfrm>
                <a:off x="5056190" y="2098661"/>
                <a:ext cx="49213" cy="30163"/>
              </a:xfrm>
              <a:custGeom>
                <a:avLst/>
                <a:gdLst>
                  <a:gd name="T0" fmla="*/ 1 w 13"/>
                  <a:gd name="T1" fmla="*/ 4 h 8"/>
                  <a:gd name="T2" fmla="*/ 0 w 13"/>
                  <a:gd name="T3" fmla="*/ 3 h 8"/>
                  <a:gd name="T4" fmla="*/ 0 w 13"/>
                  <a:gd name="T5" fmla="*/ 3 h 8"/>
                  <a:gd name="T6" fmla="*/ 0 w 13"/>
                  <a:gd name="T7" fmla="*/ 1 h 8"/>
                  <a:gd name="T8" fmla="*/ 1 w 13"/>
                  <a:gd name="T9" fmla="*/ 1 h 8"/>
                  <a:gd name="T10" fmla="*/ 2 w 13"/>
                  <a:gd name="T11" fmla="*/ 0 h 8"/>
                  <a:gd name="T12" fmla="*/ 2 w 13"/>
                  <a:gd name="T13" fmla="*/ 0 h 8"/>
                  <a:gd name="T14" fmla="*/ 13 w 13"/>
                  <a:gd name="T15" fmla="*/ 7 h 8"/>
                  <a:gd name="T16" fmla="*/ 13 w 13"/>
                  <a:gd name="T17" fmla="*/ 7 h 8"/>
                  <a:gd name="T18" fmla="*/ 12 w 13"/>
                  <a:gd name="T19" fmla="*/ 7 h 8"/>
                  <a:gd name="T20" fmla="*/ 12 w 13"/>
                  <a:gd name="T21" fmla="*/ 7 h 8"/>
                  <a:gd name="T22" fmla="*/ 2 w 13"/>
                  <a:gd name="T23" fmla="*/ 2 h 8"/>
                  <a:gd name="T24" fmla="*/ 1 w 13"/>
                  <a:gd name="T25" fmla="*/ 4 h 8"/>
                  <a:gd name="T26" fmla="*/ 1 w 13"/>
                  <a:gd name="T27" fmla="*/ 4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" h="8">
                    <a:moveTo>
                      <a:pt x="1" y="4"/>
                    </a:move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2" y="8"/>
                      <a:pt x="12" y="8"/>
                      <a:pt x="12" y="7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1" y="4"/>
                      <a:pt x="1" y="4"/>
                      <a:pt x="1" y="4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2" name="Freeform: Shape 31" descr="c0117a7b-90f5-4e60-967d-ec371d761c0b"/>
              <p:cNvSpPr/>
              <p:nvPr/>
            </p:nvSpPr>
            <p:spPr bwMode="auto">
              <a:xfrm>
                <a:off x="5335591" y="2178035"/>
                <a:ext cx="49213" cy="26988"/>
              </a:xfrm>
              <a:custGeom>
                <a:avLst/>
                <a:gdLst>
                  <a:gd name="T0" fmla="*/ 1 w 13"/>
                  <a:gd name="T1" fmla="*/ 4 h 7"/>
                  <a:gd name="T2" fmla="*/ 0 w 13"/>
                  <a:gd name="T3" fmla="*/ 3 h 7"/>
                  <a:gd name="T4" fmla="*/ 0 w 13"/>
                  <a:gd name="T5" fmla="*/ 3 h 7"/>
                  <a:gd name="T6" fmla="*/ 1 w 13"/>
                  <a:gd name="T7" fmla="*/ 1 h 7"/>
                  <a:gd name="T8" fmla="*/ 1 w 13"/>
                  <a:gd name="T9" fmla="*/ 1 h 7"/>
                  <a:gd name="T10" fmla="*/ 2 w 13"/>
                  <a:gd name="T11" fmla="*/ 0 h 7"/>
                  <a:gd name="T12" fmla="*/ 2 w 13"/>
                  <a:gd name="T13" fmla="*/ 0 h 7"/>
                  <a:gd name="T14" fmla="*/ 13 w 13"/>
                  <a:gd name="T15" fmla="*/ 7 h 7"/>
                  <a:gd name="T16" fmla="*/ 13 w 13"/>
                  <a:gd name="T17" fmla="*/ 7 h 7"/>
                  <a:gd name="T18" fmla="*/ 12 w 13"/>
                  <a:gd name="T19" fmla="*/ 7 h 7"/>
                  <a:gd name="T20" fmla="*/ 12 w 13"/>
                  <a:gd name="T21" fmla="*/ 7 h 7"/>
                  <a:gd name="T22" fmla="*/ 2 w 13"/>
                  <a:gd name="T23" fmla="*/ 2 h 7"/>
                  <a:gd name="T24" fmla="*/ 1 w 13"/>
                  <a:gd name="T25" fmla="*/ 4 h 7"/>
                  <a:gd name="T26" fmla="*/ 1 w 13"/>
                  <a:gd name="T27" fmla="*/ 4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" h="7">
                    <a:moveTo>
                      <a:pt x="1" y="4"/>
                    </a:move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1" y="4"/>
                      <a:pt x="1" y="4"/>
                      <a:pt x="1" y="4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3" name="Freeform: Shape 32" descr="45519000-44e4-45db-b48e-92c734c58afb"/>
              <p:cNvSpPr/>
              <p:nvPr/>
            </p:nvSpPr>
            <p:spPr bwMode="auto">
              <a:xfrm>
                <a:off x="6848479" y="2262173"/>
                <a:ext cx="53975" cy="25400"/>
              </a:xfrm>
              <a:custGeom>
                <a:avLst/>
                <a:gdLst>
                  <a:gd name="T0" fmla="*/ 1 w 14"/>
                  <a:gd name="T1" fmla="*/ 3 h 7"/>
                  <a:gd name="T2" fmla="*/ 0 w 14"/>
                  <a:gd name="T3" fmla="*/ 3 h 7"/>
                  <a:gd name="T4" fmla="*/ 0 w 14"/>
                  <a:gd name="T5" fmla="*/ 2 h 7"/>
                  <a:gd name="T6" fmla="*/ 1 w 14"/>
                  <a:gd name="T7" fmla="*/ 1 h 7"/>
                  <a:gd name="T8" fmla="*/ 1 w 14"/>
                  <a:gd name="T9" fmla="*/ 0 h 7"/>
                  <a:gd name="T10" fmla="*/ 2 w 14"/>
                  <a:gd name="T11" fmla="*/ 0 h 7"/>
                  <a:gd name="T12" fmla="*/ 3 w 14"/>
                  <a:gd name="T13" fmla="*/ 0 h 7"/>
                  <a:gd name="T14" fmla="*/ 14 w 14"/>
                  <a:gd name="T15" fmla="*/ 6 h 7"/>
                  <a:gd name="T16" fmla="*/ 14 w 14"/>
                  <a:gd name="T17" fmla="*/ 6 h 7"/>
                  <a:gd name="T18" fmla="*/ 13 w 14"/>
                  <a:gd name="T19" fmla="*/ 7 h 7"/>
                  <a:gd name="T20" fmla="*/ 12 w 14"/>
                  <a:gd name="T21" fmla="*/ 7 h 7"/>
                  <a:gd name="T22" fmla="*/ 2 w 14"/>
                  <a:gd name="T23" fmla="*/ 1 h 7"/>
                  <a:gd name="T24" fmla="*/ 2 w 14"/>
                  <a:gd name="T25" fmla="*/ 3 h 7"/>
                  <a:gd name="T26" fmla="*/ 1 w 14"/>
                  <a:gd name="T27" fmla="*/ 3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4" h="7">
                    <a:moveTo>
                      <a:pt x="1" y="3"/>
                    </a:move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2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3" y="0"/>
                    </a:cubicBezTo>
                    <a:cubicBezTo>
                      <a:pt x="14" y="6"/>
                      <a:pt x="14" y="6"/>
                      <a:pt x="14" y="6"/>
                    </a:cubicBezTo>
                    <a:cubicBezTo>
                      <a:pt x="14" y="6"/>
                      <a:pt x="14" y="6"/>
                      <a:pt x="14" y="6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3" y="7"/>
                      <a:pt x="12" y="7"/>
                      <a:pt x="12" y="7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4" name="Freeform: Shape 33" descr="eb4c06e2-8331-497c-b819-108ea3ac7e21"/>
              <p:cNvSpPr/>
              <p:nvPr/>
            </p:nvSpPr>
            <p:spPr bwMode="auto">
              <a:xfrm>
                <a:off x="6848479" y="2016112"/>
                <a:ext cx="53975" cy="26988"/>
              </a:xfrm>
              <a:custGeom>
                <a:avLst/>
                <a:gdLst>
                  <a:gd name="T0" fmla="*/ 1 w 14"/>
                  <a:gd name="T1" fmla="*/ 3 h 7"/>
                  <a:gd name="T2" fmla="*/ 0 w 14"/>
                  <a:gd name="T3" fmla="*/ 3 h 7"/>
                  <a:gd name="T4" fmla="*/ 0 w 14"/>
                  <a:gd name="T5" fmla="*/ 3 h 7"/>
                  <a:gd name="T6" fmla="*/ 1 w 14"/>
                  <a:gd name="T7" fmla="*/ 1 h 7"/>
                  <a:gd name="T8" fmla="*/ 1 w 14"/>
                  <a:gd name="T9" fmla="*/ 0 h 7"/>
                  <a:gd name="T10" fmla="*/ 2 w 14"/>
                  <a:gd name="T11" fmla="*/ 0 h 7"/>
                  <a:gd name="T12" fmla="*/ 3 w 14"/>
                  <a:gd name="T13" fmla="*/ 0 h 7"/>
                  <a:gd name="T14" fmla="*/ 14 w 14"/>
                  <a:gd name="T15" fmla="*/ 6 h 7"/>
                  <a:gd name="T16" fmla="*/ 14 w 14"/>
                  <a:gd name="T17" fmla="*/ 6 h 7"/>
                  <a:gd name="T18" fmla="*/ 13 w 14"/>
                  <a:gd name="T19" fmla="*/ 7 h 7"/>
                  <a:gd name="T20" fmla="*/ 12 w 14"/>
                  <a:gd name="T21" fmla="*/ 7 h 7"/>
                  <a:gd name="T22" fmla="*/ 2 w 14"/>
                  <a:gd name="T23" fmla="*/ 1 h 7"/>
                  <a:gd name="T24" fmla="*/ 2 w 14"/>
                  <a:gd name="T25" fmla="*/ 3 h 7"/>
                  <a:gd name="T26" fmla="*/ 1 w 14"/>
                  <a:gd name="T27" fmla="*/ 3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4" h="7">
                    <a:moveTo>
                      <a:pt x="1" y="3"/>
                    </a:move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3" y="0"/>
                    </a:cubicBezTo>
                    <a:cubicBezTo>
                      <a:pt x="14" y="6"/>
                      <a:pt x="14" y="6"/>
                      <a:pt x="14" y="6"/>
                    </a:cubicBezTo>
                    <a:cubicBezTo>
                      <a:pt x="14" y="6"/>
                      <a:pt x="14" y="6"/>
                      <a:pt x="14" y="6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3" y="7"/>
                      <a:pt x="12" y="7"/>
                      <a:pt x="12" y="7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5" name="Freeform: Shape 34" descr="7af48d7e-df90-422e-b13f-c7226cda65c6"/>
              <p:cNvSpPr/>
              <p:nvPr/>
            </p:nvSpPr>
            <p:spPr bwMode="auto">
              <a:xfrm>
                <a:off x="5513391" y="2341548"/>
                <a:ext cx="60325" cy="33338"/>
              </a:xfrm>
              <a:custGeom>
                <a:avLst/>
                <a:gdLst>
                  <a:gd name="T0" fmla="*/ 15 w 16"/>
                  <a:gd name="T1" fmla="*/ 7 h 9"/>
                  <a:gd name="T2" fmla="*/ 13 w 16"/>
                  <a:gd name="T3" fmla="*/ 8 h 9"/>
                  <a:gd name="T4" fmla="*/ 10 w 16"/>
                  <a:gd name="T5" fmla="*/ 9 h 9"/>
                  <a:gd name="T6" fmla="*/ 8 w 16"/>
                  <a:gd name="T7" fmla="*/ 8 h 9"/>
                  <a:gd name="T8" fmla="*/ 1 w 16"/>
                  <a:gd name="T9" fmla="*/ 5 h 9"/>
                  <a:gd name="T10" fmla="*/ 0 w 16"/>
                  <a:gd name="T11" fmla="*/ 3 h 9"/>
                  <a:gd name="T12" fmla="*/ 1 w 16"/>
                  <a:gd name="T13" fmla="*/ 2 h 9"/>
                  <a:gd name="T14" fmla="*/ 3 w 16"/>
                  <a:gd name="T15" fmla="*/ 1 h 9"/>
                  <a:gd name="T16" fmla="*/ 6 w 16"/>
                  <a:gd name="T17" fmla="*/ 0 h 9"/>
                  <a:gd name="T18" fmla="*/ 8 w 16"/>
                  <a:gd name="T19" fmla="*/ 1 h 9"/>
                  <a:gd name="T20" fmla="*/ 15 w 16"/>
                  <a:gd name="T21" fmla="*/ 4 h 9"/>
                  <a:gd name="T22" fmla="*/ 16 w 16"/>
                  <a:gd name="T23" fmla="*/ 6 h 9"/>
                  <a:gd name="T24" fmla="*/ 15 w 16"/>
                  <a:gd name="T25" fmla="*/ 7 h 9"/>
                  <a:gd name="T26" fmla="*/ 12 w 16"/>
                  <a:gd name="T27" fmla="*/ 8 h 9"/>
                  <a:gd name="T28" fmla="*/ 13 w 16"/>
                  <a:gd name="T29" fmla="*/ 7 h 9"/>
                  <a:gd name="T30" fmla="*/ 13 w 16"/>
                  <a:gd name="T31" fmla="*/ 5 h 9"/>
                  <a:gd name="T32" fmla="*/ 7 w 16"/>
                  <a:gd name="T33" fmla="*/ 2 h 9"/>
                  <a:gd name="T34" fmla="*/ 4 w 16"/>
                  <a:gd name="T35" fmla="*/ 2 h 9"/>
                  <a:gd name="T36" fmla="*/ 3 w 16"/>
                  <a:gd name="T37" fmla="*/ 2 h 9"/>
                  <a:gd name="T38" fmla="*/ 3 w 16"/>
                  <a:gd name="T39" fmla="*/ 4 h 9"/>
                  <a:gd name="T40" fmla="*/ 9 w 16"/>
                  <a:gd name="T41" fmla="*/ 8 h 9"/>
                  <a:gd name="T42" fmla="*/ 12 w 16"/>
                  <a:gd name="T43" fmla="*/ 8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6" h="9">
                    <a:moveTo>
                      <a:pt x="15" y="7"/>
                    </a:moveTo>
                    <a:cubicBezTo>
                      <a:pt x="13" y="8"/>
                      <a:pt x="13" y="8"/>
                      <a:pt x="13" y="8"/>
                    </a:cubicBezTo>
                    <a:cubicBezTo>
                      <a:pt x="12" y="9"/>
                      <a:pt x="11" y="9"/>
                      <a:pt x="10" y="9"/>
                    </a:cubicBezTo>
                    <a:cubicBezTo>
                      <a:pt x="9" y="9"/>
                      <a:pt x="8" y="9"/>
                      <a:pt x="8" y="8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1" y="4"/>
                      <a:pt x="0" y="4"/>
                      <a:pt x="0" y="3"/>
                    </a:cubicBezTo>
                    <a:cubicBezTo>
                      <a:pt x="0" y="3"/>
                      <a:pt x="1" y="2"/>
                      <a:pt x="1" y="2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4" y="0"/>
                      <a:pt x="5" y="0"/>
                      <a:pt x="6" y="0"/>
                    </a:cubicBezTo>
                    <a:cubicBezTo>
                      <a:pt x="7" y="0"/>
                      <a:pt x="8" y="0"/>
                      <a:pt x="8" y="1"/>
                    </a:cubicBezTo>
                    <a:cubicBezTo>
                      <a:pt x="15" y="4"/>
                      <a:pt x="15" y="4"/>
                      <a:pt x="15" y="4"/>
                    </a:cubicBezTo>
                    <a:cubicBezTo>
                      <a:pt x="15" y="5"/>
                      <a:pt x="16" y="5"/>
                      <a:pt x="16" y="6"/>
                    </a:cubicBezTo>
                    <a:cubicBezTo>
                      <a:pt x="16" y="7"/>
                      <a:pt x="15" y="7"/>
                      <a:pt x="15" y="7"/>
                    </a:cubicBezTo>
                    <a:close/>
                    <a:moveTo>
                      <a:pt x="12" y="8"/>
                    </a:moveTo>
                    <a:cubicBezTo>
                      <a:pt x="13" y="7"/>
                      <a:pt x="13" y="7"/>
                      <a:pt x="13" y="7"/>
                    </a:cubicBezTo>
                    <a:cubicBezTo>
                      <a:pt x="14" y="6"/>
                      <a:pt x="14" y="6"/>
                      <a:pt x="13" y="5"/>
                    </a:cubicBezTo>
                    <a:cubicBezTo>
                      <a:pt x="7" y="2"/>
                      <a:pt x="7" y="2"/>
                      <a:pt x="7" y="2"/>
                    </a:cubicBezTo>
                    <a:cubicBezTo>
                      <a:pt x="6" y="1"/>
                      <a:pt x="5" y="1"/>
                      <a:pt x="4" y="2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2" y="3"/>
                      <a:pt x="2" y="4"/>
                      <a:pt x="3" y="4"/>
                    </a:cubicBezTo>
                    <a:cubicBezTo>
                      <a:pt x="9" y="8"/>
                      <a:pt x="9" y="8"/>
                      <a:pt x="9" y="8"/>
                    </a:cubicBezTo>
                    <a:cubicBezTo>
                      <a:pt x="10" y="8"/>
                      <a:pt x="11" y="8"/>
                      <a:pt x="12" y="8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6" name="Freeform: Shape 35" descr="4c05b9d4-d4aa-4b31-ae28-17b09b19c107"/>
              <p:cNvSpPr/>
              <p:nvPr/>
            </p:nvSpPr>
            <p:spPr bwMode="auto">
              <a:xfrm>
                <a:off x="5905504" y="1646227"/>
                <a:ext cx="60325" cy="34925"/>
              </a:xfrm>
              <a:custGeom>
                <a:avLst/>
                <a:gdLst>
                  <a:gd name="T0" fmla="*/ 15 w 16"/>
                  <a:gd name="T1" fmla="*/ 8 h 9"/>
                  <a:gd name="T2" fmla="*/ 13 w 16"/>
                  <a:gd name="T3" fmla="*/ 9 h 9"/>
                  <a:gd name="T4" fmla="*/ 10 w 16"/>
                  <a:gd name="T5" fmla="*/ 9 h 9"/>
                  <a:gd name="T6" fmla="*/ 8 w 16"/>
                  <a:gd name="T7" fmla="*/ 9 h 9"/>
                  <a:gd name="T8" fmla="*/ 2 w 16"/>
                  <a:gd name="T9" fmla="*/ 5 h 9"/>
                  <a:gd name="T10" fmla="*/ 0 w 16"/>
                  <a:gd name="T11" fmla="*/ 4 h 9"/>
                  <a:gd name="T12" fmla="*/ 2 w 16"/>
                  <a:gd name="T13" fmla="*/ 2 h 9"/>
                  <a:gd name="T14" fmla="*/ 3 w 16"/>
                  <a:gd name="T15" fmla="*/ 1 h 9"/>
                  <a:gd name="T16" fmla="*/ 6 w 16"/>
                  <a:gd name="T17" fmla="*/ 0 h 9"/>
                  <a:gd name="T18" fmla="*/ 9 w 16"/>
                  <a:gd name="T19" fmla="*/ 1 h 9"/>
                  <a:gd name="T20" fmla="*/ 15 w 16"/>
                  <a:gd name="T21" fmla="*/ 5 h 9"/>
                  <a:gd name="T22" fmla="*/ 16 w 16"/>
                  <a:gd name="T23" fmla="*/ 6 h 9"/>
                  <a:gd name="T24" fmla="*/ 15 w 16"/>
                  <a:gd name="T25" fmla="*/ 8 h 9"/>
                  <a:gd name="T26" fmla="*/ 12 w 16"/>
                  <a:gd name="T27" fmla="*/ 8 h 9"/>
                  <a:gd name="T28" fmla="*/ 14 w 16"/>
                  <a:gd name="T29" fmla="*/ 7 h 9"/>
                  <a:gd name="T30" fmla="*/ 13 w 16"/>
                  <a:gd name="T31" fmla="*/ 5 h 9"/>
                  <a:gd name="T32" fmla="*/ 7 w 16"/>
                  <a:gd name="T33" fmla="*/ 2 h 9"/>
                  <a:gd name="T34" fmla="*/ 4 w 16"/>
                  <a:gd name="T35" fmla="*/ 2 h 9"/>
                  <a:gd name="T36" fmla="*/ 3 w 16"/>
                  <a:gd name="T37" fmla="*/ 3 h 9"/>
                  <a:gd name="T38" fmla="*/ 3 w 16"/>
                  <a:gd name="T39" fmla="*/ 4 h 9"/>
                  <a:gd name="T40" fmla="*/ 9 w 16"/>
                  <a:gd name="T41" fmla="*/ 8 h 9"/>
                  <a:gd name="T42" fmla="*/ 12 w 16"/>
                  <a:gd name="T43" fmla="*/ 8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6" h="9">
                    <a:moveTo>
                      <a:pt x="15" y="8"/>
                    </a:moveTo>
                    <a:cubicBezTo>
                      <a:pt x="13" y="9"/>
                      <a:pt x="13" y="9"/>
                      <a:pt x="13" y="9"/>
                    </a:cubicBezTo>
                    <a:cubicBezTo>
                      <a:pt x="12" y="9"/>
                      <a:pt x="11" y="9"/>
                      <a:pt x="10" y="9"/>
                    </a:cubicBezTo>
                    <a:cubicBezTo>
                      <a:pt x="10" y="9"/>
                      <a:pt x="9" y="9"/>
                      <a:pt x="8" y="9"/>
                    </a:cubicBezTo>
                    <a:cubicBezTo>
                      <a:pt x="2" y="5"/>
                      <a:pt x="2" y="5"/>
                      <a:pt x="2" y="5"/>
                    </a:cubicBezTo>
                    <a:cubicBezTo>
                      <a:pt x="1" y="5"/>
                      <a:pt x="0" y="4"/>
                      <a:pt x="0" y="4"/>
                    </a:cubicBezTo>
                    <a:cubicBezTo>
                      <a:pt x="0" y="3"/>
                      <a:pt x="1" y="3"/>
                      <a:pt x="2" y="2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4" y="1"/>
                      <a:pt x="5" y="0"/>
                      <a:pt x="6" y="0"/>
                    </a:cubicBezTo>
                    <a:cubicBezTo>
                      <a:pt x="7" y="0"/>
                      <a:pt x="8" y="1"/>
                      <a:pt x="9" y="1"/>
                    </a:cubicBezTo>
                    <a:cubicBezTo>
                      <a:pt x="15" y="5"/>
                      <a:pt x="15" y="5"/>
                      <a:pt x="15" y="5"/>
                    </a:cubicBezTo>
                    <a:cubicBezTo>
                      <a:pt x="16" y="5"/>
                      <a:pt x="16" y="6"/>
                      <a:pt x="16" y="6"/>
                    </a:cubicBezTo>
                    <a:cubicBezTo>
                      <a:pt x="16" y="7"/>
                      <a:pt x="16" y="7"/>
                      <a:pt x="15" y="8"/>
                    </a:cubicBezTo>
                    <a:close/>
                    <a:moveTo>
                      <a:pt x="12" y="8"/>
                    </a:moveTo>
                    <a:cubicBezTo>
                      <a:pt x="14" y="7"/>
                      <a:pt x="14" y="7"/>
                      <a:pt x="14" y="7"/>
                    </a:cubicBezTo>
                    <a:cubicBezTo>
                      <a:pt x="15" y="7"/>
                      <a:pt x="14" y="6"/>
                      <a:pt x="13" y="5"/>
                    </a:cubicBezTo>
                    <a:cubicBezTo>
                      <a:pt x="7" y="2"/>
                      <a:pt x="7" y="2"/>
                      <a:pt x="7" y="2"/>
                    </a:cubicBezTo>
                    <a:cubicBezTo>
                      <a:pt x="6" y="1"/>
                      <a:pt x="5" y="1"/>
                      <a:pt x="4" y="2"/>
                    </a:cubicBezTo>
                    <a:cubicBezTo>
                      <a:pt x="3" y="3"/>
                      <a:pt x="3" y="3"/>
                      <a:pt x="3" y="3"/>
                    </a:cubicBezTo>
                    <a:cubicBezTo>
                      <a:pt x="2" y="3"/>
                      <a:pt x="2" y="4"/>
                      <a:pt x="3" y="4"/>
                    </a:cubicBezTo>
                    <a:cubicBezTo>
                      <a:pt x="9" y="8"/>
                      <a:pt x="9" y="8"/>
                      <a:pt x="9" y="8"/>
                    </a:cubicBezTo>
                    <a:cubicBezTo>
                      <a:pt x="10" y="9"/>
                      <a:pt x="11" y="9"/>
                      <a:pt x="12" y="8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7" name="Freeform: Shape 36" descr="44574fd4-a24d-4e3b-ad1a-e45f5175b6c4"/>
              <p:cNvSpPr/>
              <p:nvPr/>
            </p:nvSpPr>
            <p:spPr bwMode="auto">
              <a:xfrm>
                <a:off x="4943478" y="2309798"/>
                <a:ext cx="55563" cy="34925"/>
              </a:xfrm>
              <a:custGeom>
                <a:avLst/>
                <a:gdLst>
                  <a:gd name="T0" fmla="*/ 14 w 15"/>
                  <a:gd name="T1" fmla="*/ 7 h 9"/>
                  <a:gd name="T2" fmla="*/ 12 w 15"/>
                  <a:gd name="T3" fmla="*/ 8 h 9"/>
                  <a:gd name="T4" fmla="*/ 10 w 15"/>
                  <a:gd name="T5" fmla="*/ 9 h 9"/>
                  <a:gd name="T6" fmla="*/ 7 w 15"/>
                  <a:gd name="T7" fmla="*/ 8 h 9"/>
                  <a:gd name="T8" fmla="*/ 1 w 15"/>
                  <a:gd name="T9" fmla="*/ 4 h 9"/>
                  <a:gd name="T10" fmla="*/ 0 w 15"/>
                  <a:gd name="T11" fmla="*/ 3 h 9"/>
                  <a:gd name="T12" fmla="*/ 1 w 15"/>
                  <a:gd name="T13" fmla="*/ 1 h 9"/>
                  <a:gd name="T14" fmla="*/ 3 w 15"/>
                  <a:gd name="T15" fmla="*/ 0 h 9"/>
                  <a:gd name="T16" fmla="*/ 5 w 15"/>
                  <a:gd name="T17" fmla="*/ 0 h 9"/>
                  <a:gd name="T18" fmla="*/ 8 w 15"/>
                  <a:gd name="T19" fmla="*/ 0 h 9"/>
                  <a:gd name="T20" fmla="*/ 14 w 15"/>
                  <a:gd name="T21" fmla="*/ 4 h 9"/>
                  <a:gd name="T22" fmla="*/ 15 w 15"/>
                  <a:gd name="T23" fmla="*/ 5 h 9"/>
                  <a:gd name="T24" fmla="*/ 14 w 15"/>
                  <a:gd name="T25" fmla="*/ 7 h 9"/>
                  <a:gd name="T26" fmla="*/ 11 w 15"/>
                  <a:gd name="T27" fmla="*/ 7 h 9"/>
                  <a:gd name="T28" fmla="*/ 13 w 15"/>
                  <a:gd name="T29" fmla="*/ 6 h 9"/>
                  <a:gd name="T30" fmla="*/ 13 w 15"/>
                  <a:gd name="T31" fmla="*/ 5 h 9"/>
                  <a:gd name="T32" fmla="*/ 7 w 15"/>
                  <a:gd name="T33" fmla="*/ 1 h 9"/>
                  <a:gd name="T34" fmla="*/ 4 w 15"/>
                  <a:gd name="T35" fmla="*/ 1 h 9"/>
                  <a:gd name="T36" fmla="*/ 2 w 15"/>
                  <a:gd name="T37" fmla="*/ 2 h 9"/>
                  <a:gd name="T38" fmla="*/ 2 w 15"/>
                  <a:gd name="T39" fmla="*/ 4 h 9"/>
                  <a:gd name="T40" fmla="*/ 8 w 15"/>
                  <a:gd name="T41" fmla="*/ 7 h 9"/>
                  <a:gd name="T42" fmla="*/ 11 w 15"/>
                  <a:gd name="T43" fmla="*/ 7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5" h="9">
                    <a:moveTo>
                      <a:pt x="14" y="7"/>
                    </a:moveTo>
                    <a:cubicBezTo>
                      <a:pt x="12" y="8"/>
                      <a:pt x="12" y="8"/>
                      <a:pt x="12" y="8"/>
                    </a:cubicBezTo>
                    <a:cubicBezTo>
                      <a:pt x="11" y="8"/>
                      <a:pt x="11" y="9"/>
                      <a:pt x="10" y="9"/>
                    </a:cubicBezTo>
                    <a:cubicBezTo>
                      <a:pt x="9" y="9"/>
                      <a:pt x="8" y="8"/>
                      <a:pt x="7" y="8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0" y="4"/>
                      <a:pt x="0" y="3"/>
                      <a:pt x="0" y="3"/>
                    </a:cubicBezTo>
                    <a:cubicBezTo>
                      <a:pt x="0" y="2"/>
                      <a:pt x="0" y="2"/>
                      <a:pt x="1" y="1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4" y="0"/>
                      <a:pt x="5" y="0"/>
                    </a:cubicBezTo>
                    <a:cubicBezTo>
                      <a:pt x="6" y="0"/>
                      <a:pt x="7" y="0"/>
                      <a:pt x="8" y="0"/>
                    </a:cubicBezTo>
                    <a:cubicBezTo>
                      <a:pt x="14" y="4"/>
                      <a:pt x="14" y="4"/>
                      <a:pt x="14" y="4"/>
                    </a:cubicBezTo>
                    <a:cubicBezTo>
                      <a:pt x="15" y="4"/>
                      <a:pt x="15" y="5"/>
                      <a:pt x="15" y="5"/>
                    </a:cubicBezTo>
                    <a:cubicBezTo>
                      <a:pt x="15" y="6"/>
                      <a:pt x="15" y="7"/>
                      <a:pt x="14" y="7"/>
                    </a:cubicBezTo>
                    <a:close/>
                    <a:moveTo>
                      <a:pt x="11" y="7"/>
                    </a:moveTo>
                    <a:cubicBezTo>
                      <a:pt x="13" y="6"/>
                      <a:pt x="13" y="6"/>
                      <a:pt x="13" y="6"/>
                    </a:cubicBezTo>
                    <a:cubicBezTo>
                      <a:pt x="14" y="6"/>
                      <a:pt x="14" y="5"/>
                      <a:pt x="13" y="5"/>
                    </a:cubicBezTo>
                    <a:cubicBezTo>
                      <a:pt x="7" y="1"/>
                      <a:pt x="7" y="1"/>
                      <a:pt x="7" y="1"/>
                    </a:cubicBezTo>
                    <a:cubicBezTo>
                      <a:pt x="6" y="1"/>
                      <a:pt x="5" y="1"/>
                      <a:pt x="4" y="1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1" y="3"/>
                      <a:pt x="1" y="3"/>
                      <a:pt x="2" y="4"/>
                    </a:cubicBezTo>
                    <a:cubicBezTo>
                      <a:pt x="8" y="7"/>
                      <a:pt x="8" y="7"/>
                      <a:pt x="8" y="7"/>
                    </a:cubicBezTo>
                    <a:cubicBezTo>
                      <a:pt x="9" y="8"/>
                      <a:pt x="10" y="8"/>
                      <a:pt x="11" y="7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8" name="Freeform: Shape 37" descr="3e0e42c7-983f-4e63-aa41-6324b508818e"/>
              <p:cNvSpPr/>
              <p:nvPr/>
            </p:nvSpPr>
            <p:spPr bwMode="auto">
              <a:xfrm>
                <a:off x="6958016" y="2155811"/>
                <a:ext cx="60325" cy="33338"/>
              </a:xfrm>
              <a:custGeom>
                <a:avLst/>
                <a:gdLst>
                  <a:gd name="T0" fmla="*/ 15 w 16"/>
                  <a:gd name="T1" fmla="*/ 7 h 9"/>
                  <a:gd name="T2" fmla="*/ 13 w 16"/>
                  <a:gd name="T3" fmla="*/ 8 h 9"/>
                  <a:gd name="T4" fmla="*/ 10 w 16"/>
                  <a:gd name="T5" fmla="*/ 9 h 9"/>
                  <a:gd name="T6" fmla="*/ 8 w 16"/>
                  <a:gd name="T7" fmla="*/ 8 h 9"/>
                  <a:gd name="T8" fmla="*/ 1 w 16"/>
                  <a:gd name="T9" fmla="*/ 5 h 9"/>
                  <a:gd name="T10" fmla="*/ 0 w 16"/>
                  <a:gd name="T11" fmla="*/ 3 h 9"/>
                  <a:gd name="T12" fmla="*/ 1 w 16"/>
                  <a:gd name="T13" fmla="*/ 1 h 9"/>
                  <a:gd name="T14" fmla="*/ 3 w 16"/>
                  <a:gd name="T15" fmla="*/ 0 h 9"/>
                  <a:gd name="T16" fmla="*/ 6 w 16"/>
                  <a:gd name="T17" fmla="*/ 0 h 9"/>
                  <a:gd name="T18" fmla="*/ 8 w 16"/>
                  <a:gd name="T19" fmla="*/ 0 h 9"/>
                  <a:gd name="T20" fmla="*/ 15 w 16"/>
                  <a:gd name="T21" fmla="*/ 4 h 9"/>
                  <a:gd name="T22" fmla="*/ 16 w 16"/>
                  <a:gd name="T23" fmla="*/ 6 h 9"/>
                  <a:gd name="T24" fmla="*/ 15 w 16"/>
                  <a:gd name="T25" fmla="*/ 7 h 9"/>
                  <a:gd name="T26" fmla="*/ 12 w 16"/>
                  <a:gd name="T27" fmla="*/ 7 h 9"/>
                  <a:gd name="T28" fmla="*/ 13 w 16"/>
                  <a:gd name="T29" fmla="*/ 6 h 9"/>
                  <a:gd name="T30" fmla="*/ 13 w 16"/>
                  <a:gd name="T31" fmla="*/ 5 h 9"/>
                  <a:gd name="T32" fmla="*/ 7 w 16"/>
                  <a:gd name="T33" fmla="*/ 1 h 9"/>
                  <a:gd name="T34" fmla="*/ 4 w 16"/>
                  <a:gd name="T35" fmla="*/ 1 h 9"/>
                  <a:gd name="T36" fmla="*/ 3 w 16"/>
                  <a:gd name="T37" fmla="*/ 2 h 9"/>
                  <a:gd name="T38" fmla="*/ 3 w 16"/>
                  <a:gd name="T39" fmla="*/ 4 h 9"/>
                  <a:gd name="T40" fmla="*/ 9 w 16"/>
                  <a:gd name="T41" fmla="*/ 7 h 9"/>
                  <a:gd name="T42" fmla="*/ 12 w 16"/>
                  <a:gd name="T43" fmla="*/ 7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6" h="9">
                    <a:moveTo>
                      <a:pt x="15" y="7"/>
                    </a:moveTo>
                    <a:cubicBezTo>
                      <a:pt x="13" y="8"/>
                      <a:pt x="13" y="8"/>
                      <a:pt x="13" y="8"/>
                    </a:cubicBezTo>
                    <a:cubicBezTo>
                      <a:pt x="12" y="9"/>
                      <a:pt x="11" y="9"/>
                      <a:pt x="10" y="9"/>
                    </a:cubicBezTo>
                    <a:cubicBezTo>
                      <a:pt x="9" y="9"/>
                      <a:pt x="8" y="9"/>
                      <a:pt x="8" y="8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1" y="4"/>
                      <a:pt x="0" y="4"/>
                      <a:pt x="0" y="3"/>
                    </a:cubicBezTo>
                    <a:cubicBezTo>
                      <a:pt x="0" y="2"/>
                      <a:pt x="1" y="2"/>
                      <a:pt x="1" y="1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4" y="0"/>
                      <a:pt x="5" y="0"/>
                      <a:pt x="6" y="0"/>
                    </a:cubicBezTo>
                    <a:cubicBezTo>
                      <a:pt x="7" y="0"/>
                      <a:pt x="8" y="0"/>
                      <a:pt x="8" y="0"/>
                    </a:cubicBezTo>
                    <a:cubicBezTo>
                      <a:pt x="15" y="4"/>
                      <a:pt x="15" y="4"/>
                      <a:pt x="15" y="4"/>
                    </a:cubicBezTo>
                    <a:cubicBezTo>
                      <a:pt x="15" y="5"/>
                      <a:pt x="16" y="5"/>
                      <a:pt x="16" y="6"/>
                    </a:cubicBezTo>
                    <a:cubicBezTo>
                      <a:pt x="16" y="6"/>
                      <a:pt x="15" y="7"/>
                      <a:pt x="15" y="7"/>
                    </a:cubicBezTo>
                    <a:close/>
                    <a:moveTo>
                      <a:pt x="12" y="7"/>
                    </a:moveTo>
                    <a:cubicBezTo>
                      <a:pt x="13" y="6"/>
                      <a:pt x="13" y="6"/>
                      <a:pt x="13" y="6"/>
                    </a:cubicBezTo>
                    <a:cubicBezTo>
                      <a:pt x="14" y="6"/>
                      <a:pt x="14" y="5"/>
                      <a:pt x="13" y="5"/>
                    </a:cubicBezTo>
                    <a:cubicBezTo>
                      <a:pt x="7" y="1"/>
                      <a:pt x="7" y="1"/>
                      <a:pt x="7" y="1"/>
                    </a:cubicBezTo>
                    <a:cubicBezTo>
                      <a:pt x="6" y="1"/>
                      <a:pt x="5" y="1"/>
                      <a:pt x="4" y="1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2" y="3"/>
                      <a:pt x="2" y="3"/>
                      <a:pt x="3" y="4"/>
                    </a:cubicBezTo>
                    <a:cubicBezTo>
                      <a:pt x="9" y="7"/>
                      <a:pt x="9" y="7"/>
                      <a:pt x="9" y="7"/>
                    </a:cubicBezTo>
                    <a:cubicBezTo>
                      <a:pt x="10" y="8"/>
                      <a:pt x="11" y="8"/>
                      <a:pt x="12" y="7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9" name="Freeform: Shape 38" descr="7a05813d-efd2-4798-9d49-4c48faeaaae6"/>
              <p:cNvSpPr/>
              <p:nvPr/>
            </p:nvSpPr>
            <p:spPr bwMode="auto">
              <a:xfrm>
                <a:off x="5184779" y="2660633"/>
                <a:ext cx="52388" cy="26988"/>
              </a:xfrm>
              <a:custGeom>
                <a:avLst/>
                <a:gdLst>
                  <a:gd name="T0" fmla="*/ 1 w 14"/>
                  <a:gd name="T1" fmla="*/ 4 h 7"/>
                  <a:gd name="T2" fmla="*/ 0 w 14"/>
                  <a:gd name="T3" fmla="*/ 3 h 7"/>
                  <a:gd name="T4" fmla="*/ 0 w 14"/>
                  <a:gd name="T5" fmla="*/ 3 h 7"/>
                  <a:gd name="T6" fmla="*/ 1 w 14"/>
                  <a:gd name="T7" fmla="*/ 1 h 7"/>
                  <a:gd name="T8" fmla="*/ 1 w 14"/>
                  <a:gd name="T9" fmla="*/ 1 h 7"/>
                  <a:gd name="T10" fmla="*/ 2 w 14"/>
                  <a:gd name="T11" fmla="*/ 0 h 7"/>
                  <a:gd name="T12" fmla="*/ 3 w 14"/>
                  <a:gd name="T13" fmla="*/ 0 h 7"/>
                  <a:gd name="T14" fmla="*/ 13 w 14"/>
                  <a:gd name="T15" fmla="*/ 6 h 7"/>
                  <a:gd name="T16" fmla="*/ 13 w 14"/>
                  <a:gd name="T17" fmla="*/ 7 h 7"/>
                  <a:gd name="T18" fmla="*/ 13 w 14"/>
                  <a:gd name="T19" fmla="*/ 7 h 7"/>
                  <a:gd name="T20" fmla="*/ 12 w 14"/>
                  <a:gd name="T21" fmla="*/ 7 h 7"/>
                  <a:gd name="T22" fmla="*/ 2 w 14"/>
                  <a:gd name="T23" fmla="*/ 2 h 7"/>
                  <a:gd name="T24" fmla="*/ 1 w 14"/>
                  <a:gd name="T25" fmla="*/ 3 h 7"/>
                  <a:gd name="T26" fmla="*/ 1 w 14"/>
                  <a:gd name="T27" fmla="*/ 4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4" h="7">
                    <a:moveTo>
                      <a:pt x="1" y="4"/>
                    </a:move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3" y="0"/>
                    </a:cubicBezTo>
                    <a:cubicBezTo>
                      <a:pt x="13" y="6"/>
                      <a:pt x="13" y="6"/>
                      <a:pt x="13" y="6"/>
                    </a:cubicBezTo>
                    <a:cubicBezTo>
                      <a:pt x="14" y="7"/>
                      <a:pt x="14" y="7"/>
                      <a:pt x="13" y="7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1" y="4"/>
                      <a:pt x="1" y="4"/>
                      <a:pt x="1" y="4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0" name="Freeform: Shape 39" descr="4e14d42e-66ed-4859-81f2-15640c419161"/>
              <p:cNvSpPr/>
              <p:nvPr/>
            </p:nvSpPr>
            <p:spPr bwMode="auto">
              <a:xfrm>
                <a:off x="5448304" y="2136761"/>
                <a:ext cx="60325" cy="34925"/>
              </a:xfrm>
              <a:custGeom>
                <a:avLst/>
                <a:gdLst>
                  <a:gd name="T0" fmla="*/ 15 w 16"/>
                  <a:gd name="T1" fmla="*/ 7 h 9"/>
                  <a:gd name="T2" fmla="*/ 13 w 16"/>
                  <a:gd name="T3" fmla="*/ 8 h 9"/>
                  <a:gd name="T4" fmla="*/ 10 w 16"/>
                  <a:gd name="T5" fmla="*/ 9 h 9"/>
                  <a:gd name="T6" fmla="*/ 8 w 16"/>
                  <a:gd name="T7" fmla="*/ 8 h 9"/>
                  <a:gd name="T8" fmla="*/ 2 w 16"/>
                  <a:gd name="T9" fmla="*/ 5 h 9"/>
                  <a:gd name="T10" fmla="*/ 0 w 16"/>
                  <a:gd name="T11" fmla="*/ 3 h 9"/>
                  <a:gd name="T12" fmla="*/ 2 w 16"/>
                  <a:gd name="T13" fmla="*/ 2 h 9"/>
                  <a:gd name="T14" fmla="*/ 3 w 16"/>
                  <a:gd name="T15" fmla="*/ 1 h 9"/>
                  <a:gd name="T16" fmla="*/ 6 w 16"/>
                  <a:gd name="T17" fmla="*/ 0 h 9"/>
                  <a:gd name="T18" fmla="*/ 9 w 16"/>
                  <a:gd name="T19" fmla="*/ 1 h 9"/>
                  <a:gd name="T20" fmla="*/ 15 w 16"/>
                  <a:gd name="T21" fmla="*/ 4 h 9"/>
                  <a:gd name="T22" fmla="*/ 16 w 16"/>
                  <a:gd name="T23" fmla="*/ 6 h 9"/>
                  <a:gd name="T24" fmla="*/ 15 w 16"/>
                  <a:gd name="T25" fmla="*/ 7 h 9"/>
                  <a:gd name="T26" fmla="*/ 12 w 16"/>
                  <a:gd name="T27" fmla="*/ 7 h 9"/>
                  <a:gd name="T28" fmla="*/ 14 w 16"/>
                  <a:gd name="T29" fmla="*/ 7 h 9"/>
                  <a:gd name="T30" fmla="*/ 13 w 16"/>
                  <a:gd name="T31" fmla="*/ 5 h 9"/>
                  <a:gd name="T32" fmla="*/ 7 w 16"/>
                  <a:gd name="T33" fmla="*/ 1 h 9"/>
                  <a:gd name="T34" fmla="*/ 4 w 16"/>
                  <a:gd name="T35" fmla="*/ 1 h 9"/>
                  <a:gd name="T36" fmla="*/ 3 w 16"/>
                  <a:gd name="T37" fmla="*/ 2 h 9"/>
                  <a:gd name="T38" fmla="*/ 3 w 16"/>
                  <a:gd name="T39" fmla="*/ 4 h 9"/>
                  <a:gd name="T40" fmla="*/ 9 w 16"/>
                  <a:gd name="T41" fmla="*/ 7 h 9"/>
                  <a:gd name="T42" fmla="*/ 12 w 16"/>
                  <a:gd name="T43" fmla="*/ 7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6" h="9">
                    <a:moveTo>
                      <a:pt x="15" y="7"/>
                    </a:moveTo>
                    <a:cubicBezTo>
                      <a:pt x="13" y="8"/>
                      <a:pt x="13" y="8"/>
                      <a:pt x="13" y="8"/>
                    </a:cubicBezTo>
                    <a:cubicBezTo>
                      <a:pt x="12" y="9"/>
                      <a:pt x="11" y="9"/>
                      <a:pt x="10" y="9"/>
                    </a:cubicBezTo>
                    <a:cubicBezTo>
                      <a:pt x="10" y="9"/>
                      <a:pt x="9" y="9"/>
                      <a:pt x="8" y="8"/>
                    </a:cubicBezTo>
                    <a:cubicBezTo>
                      <a:pt x="2" y="5"/>
                      <a:pt x="2" y="5"/>
                      <a:pt x="2" y="5"/>
                    </a:cubicBezTo>
                    <a:cubicBezTo>
                      <a:pt x="1" y="4"/>
                      <a:pt x="0" y="4"/>
                      <a:pt x="0" y="3"/>
                    </a:cubicBezTo>
                    <a:cubicBezTo>
                      <a:pt x="0" y="3"/>
                      <a:pt x="1" y="2"/>
                      <a:pt x="2" y="2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4" y="0"/>
                      <a:pt x="5" y="0"/>
                      <a:pt x="6" y="0"/>
                    </a:cubicBezTo>
                    <a:cubicBezTo>
                      <a:pt x="7" y="0"/>
                      <a:pt x="8" y="0"/>
                      <a:pt x="9" y="1"/>
                    </a:cubicBezTo>
                    <a:cubicBezTo>
                      <a:pt x="15" y="4"/>
                      <a:pt x="15" y="4"/>
                      <a:pt x="15" y="4"/>
                    </a:cubicBezTo>
                    <a:cubicBezTo>
                      <a:pt x="16" y="5"/>
                      <a:pt x="16" y="5"/>
                      <a:pt x="16" y="6"/>
                    </a:cubicBezTo>
                    <a:cubicBezTo>
                      <a:pt x="16" y="6"/>
                      <a:pt x="16" y="7"/>
                      <a:pt x="15" y="7"/>
                    </a:cubicBezTo>
                    <a:close/>
                    <a:moveTo>
                      <a:pt x="12" y="7"/>
                    </a:moveTo>
                    <a:cubicBezTo>
                      <a:pt x="14" y="7"/>
                      <a:pt x="14" y="7"/>
                      <a:pt x="14" y="7"/>
                    </a:cubicBezTo>
                    <a:cubicBezTo>
                      <a:pt x="15" y="6"/>
                      <a:pt x="15" y="5"/>
                      <a:pt x="13" y="5"/>
                    </a:cubicBezTo>
                    <a:cubicBezTo>
                      <a:pt x="7" y="1"/>
                      <a:pt x="7" y="1"/>
                      <a:pt x="7" y="1"/>
                    </a:cubicBezTo>
                    <a:cubicBezTo>
                      <a:pt x="6" y="1"/>
                      <a:pt x="5" y="1"/>
                      <a:pt x="4" y="1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2" y="3"/>
                      <a:pt x="2" y="3"/>
                      <a:pt x="3" y="4"/>
                    </a:cubicBezTo>
                    <a:cubicBezTo>
                      <a:pt x="9" y="7"/>
                      <a:pt x="9" y="7"/>
                      <a:pt x="9" y="7"/>
                    </a:cubicBezTo>
                    <a:cubicBezTo>
                      <a:pt x="10" y="8"/>
                      <a:pt x="11" y="8"/>
                      <a:pt x="12" y="7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1" name="Freeform: Shape 40" descr="8f254db4-c0cc-4da8-a6b8-381fdc6881df"/>
              <p:cNvSpPr/>
              <p:nvPr/>
            </p:nvSpPr>
            <p:spPr bwMode="auto">
              <a:xfrm>
                <a:off x="5497516" y="2114536"/>
                <a:ext cx="49213" cy="26988"/>
              </a:xfrm>
              <a:custGeom>
                <a:avLst/>
                <a:gdLst>
                  <a:gd name="T0" fmla="*/ 1 w 13"/>
                  <a:gd name="T1" fmla="*/ 3 h 7"/>
                  <a:gd name="T2" fmla="*/ 0 w 13"/>
                  <a:gd name="T3" fmla="*/ 3 h 7"/>
                  <a:gd name="T4" fmla="*/ 0 w 13"/>
                  <a:gd name="T5" fmla="*/ 3 h 7"/>
                  <a:gd name="T6" fmla="*/ 1 w 13"/>
                  <a:gd name="T7" fmla="*/ 1 h 7"/>
                  <a:gd name="T8" fmla="*/ 1 w 13"/>
                  <a:gd name="T9" fmla="*/ 0 h 7"/>
                  <a:gd name="T10" fmla="*/ 2 w 13"/>
                  <a:gd name="T11" fmla="*/ 0 h 7"/>
                  <a:gd name="T12" fmla="*/ 2 w 13"/>
                  <a:gd name="T13" fmla="*/ 0 h 7"/>
                  <a:gd name="T14" fmla="*/ 13 w 13"/>
                  <a:gd name="T15" fmla="*/ 6 h 7"/>
                  <a:gd name="T16" fmla="*/ 13 w 13"/>
                  <a:gd name="T17" fmla="*/ 7 h 7"/>
                  <a:gd name="T18" fmla="*/ 12 w 13"/>
                  <a:gd name="T19" fmla="*/ 7 h 7"/>
                  <a:gd name="T20" fmla="*/ 12 w 13"/>
                  <a:gd name="T21" fmla="*/ 7 h 7"/>
                  <a:gd name="T22" fmla="*/ 2 w 13"/>
                  <a:gd name="T23" fmla="*/ 1 h 7"/>
                  <a:gd name="T24" fmla="*/ 1 w 13"/>
                  <a:gd name="T25" fmla="*/ 3 h 7"/>
                  <a:gd name="T26" fmla="*/ 1 w 13"/>
                  <a:gd name="T27" fmla="*/ 3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" h="7">
                    <a:moveTo>
                      <a:pt x="1" y="3"/>
                    </a:move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1"/>
                      <a:pt x="1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13" y="6"/>
                      <a:pt x="13" y="6"/>
                      <a:pt x="13" y="6"/>
                    </a:cubicBezTo>
                    <a:cubicBezTo>
                      <a:pt x="13" y="6"/>
                      <a:pt x="13" y="7"/>
                      <a:pt x="13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1" y="4"/>
                      <a:pt x="1" y="4"/>
                      <a:pt x="1" y="3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2" name="Freeform: Shape 41" descr="7307b0c5-69bb-4b43-be7d-0abe7df5151f"/>
              <p:cNvSpPr/>
              <p:nvPr/>
            </p:nvSpPr>
            <p:spPr bwMode="auto">
              <a:xfrm>
                <a:off x="6173791" y="1465253"/>
                <a:ext cx="52388" cy="30163"/>
              </a:xfrm>
              <a:custGeom>
                <a:avLst/>
                <a:gdLst>
                  <a:gd name="T0" fmla="*/ 1 w 14"/>
                  <a:gd name="T1" fmla="*/ 4 h 8"/>
                  <a:gd name="T2" fmla="*/ 1 w 14"/>
                  <a:gd name="T3" fmla="*/ 4 h 8"/>
                  <a:gd name="T4" fmla="*/ 0 w 14"/>
                  <a:gd name="T5" fmla="*/ 3 h 8"/>
                  <a:gd name="T6" fmla="*/ 1 w 14"/>
                  <a:gd name="T7" fmla="*/ 1 h 8"/>
                  <a:gd name="T8" fmla="*/ 2 w 14"/>
                  <a:gd name="T9" fmla="*/ 1 h 8"/>
                  <a:gd name="T10" fmla="*/ 2 w 14"/>
                  <a:gd name="T11" fmla="*/ 1 h 8"/>
                  <a:gd name="T12" fmla="*/ 3 w 14"/>
                  <a:gd name="T13" fmla="*/ 1 h 8"/>
                  <a:gd name="T14" fmla="*/ 14 w 14"/>
                  <a:gd name="T15" fmla="*/ 7 h 8"/>
                  <a:gd name="T16" fmla="*/ 14 w 14"/>
                  <a:gd name="T17" fmla="*/ 7 h 8"/>
                  <a:gd name="T18" fmla="*/ 13 w 14"/>
                  <a:gd name="T19" fmla="*/ 8 h 8"/>
                  <a:gd name="T20" fmla="*/ 12 w 14"/>
                  <a:gd name="T21" fmla="*/ 8 h 8"/>
                  <a:gd name="T22" fmla="*/ 3 w 14"/>
                  <a:gd name="T23" fmla="*/ 2 h 8"/>
                  <a:gd name="T24" fmla="*/ 2 w 14"/>
                  <a:gd name="T25" fmla="*/ 4 h 8"/>
                  <a:gd name="T26" fmla="*/ 1 w 14"/>
                  <a:gd name="T27" fmla="*/ 4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4" h="8">
                    <a:moveTo>
                      <a:pt x="1" y="4"/>
                    </a:moveTo>
                    <a:cubicBezTo>
                      <a:pt x="1" y="4"/>
                      <a:pt x="1" y="4"/>
                      <a:pt x="1" y="4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1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0"/>
                      <a:pt x="3" y="0"/>
                      <a:pt x="3" y="1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3" y="8"/>
                      <a:pt x="13" y="8"/>
                      <a:pt x="12" y="8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2" y="4"/>
                      <a:pt x="2" y="4"/>
                      <a:pt x="2" y="4"/>
                    </a:cubicBezTo>
                    <a:cubicBezTo>
                      <a:pt x="2" y="4"/>
                      <a:pt x="1" y="4"/>
                      <a:pt x="1" y="4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3" name="Freeform: Shape 42" descr="03f84e78-a0f6-4a22-909d-ba6d772ecf12"/>
              <p:cNvSpPr/>
              <p:nvPr/>
            </p:nvSpPr>
            <p:spPr bwMode="auto">
              <a:xfrm>
                <a:off x="5919791" y="1895463"/>
                <a:ext cx="49213" cy="26988"/>
              </a:xfrm>
              <a:custGeom>
                <a:avLst/>
                <a:gdLst>
                  <a:gd name="T0" fmla="*/ 1 w 13"/>
                  <a:gd name="T1" fmla="*/ 4 h 7"/>
                  <a:gd name="T2" fmla="*/ 0 w 13"/>
                  <a:gd name="T3" fmla="*/ 3 h 7"/>
                  <a:gd name="T4" fmla="*/ 0 w 13"/>
                  <a:gd name="T5" fmla="*/ 3 h 7"/>
                  <a:gd name="T6" fmla="*/ 1 w 13"/>
                  <a:gd name="T7" fmla="*/ 1 h 7"/>
                  <a:gd name="T8" fmla="*/ 1 w 13"/>
                  <a:gd name="T9" fmla="*/ 1 h 7"/>
                  <a:gd name="T10" fmla="*/ 2 w 13"/>
                  <a:gd name="T11" fmla="*/ 0 h 7"/>
                  <a:gd name="T12" fmla="*/ 2 w 13"/>
                  <a:gd name="T13" fmla="*/ 0 h 7"/>
                  <a:gd name="T14" fmla="*/ 13 w 13"/>
                  <a:gd name="T15" fmla="*/ 7 h 7"/>
                  <a:gd name="T16" fmla="*/ 13 w 13"/>
                  <a:gd name="T17" fmla="*/ 7 h 7"/>
                  <a:gd name="T18" fmla="*/ 12 w 13"/>
                  <a:gd name="T19" fmla="*/ 7 h 7"/>
                  <a:gd name="T20" fmla="*/ 12 w 13"/>
                  <a:gd name="T21" fmla="*/ 7 h 7"/>
                  <a:gd name="T22" fmla="*/ 2 w 13"/>
                  <a:gd name="T23" fmla="*/ 2 h 7"/>
                  <a:gd name="T24" fmla="*/ 1 w 13"/>
                  <a:gd name="T25" fmla="*/ 4 h 7"/>
                  <a:gd name="T26" fmla="*/ 1 w 13"/>
                  <a:gd name="T27" fmla="*/ 4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" h="7">
                    <a:moveTo>
                      <a:pt x="1" y="4"/>
                    </a:move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1" y="4"/>
                      <a:pt x="1" y="4"/>
                      <a:pt x="1" y="4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4" name="Freeform: Shape 43" descr="e0826c46-4b9c-4a3a-942f-5965f65b7b08"/>
              <p:cNvSpPr/>
              <p:nvPr/>
            </p:nvSpPr>
            <p:spPr bwMode="auto">
              <a:xfrm>
                <a:off x="5826129" y="1774813"/>
                <a:ext cx="49213" cy="26988"/>
              </a:xfrm>
              <a:custGeom>
                <a:avLst/>
                <a:gdLst>
                  <a:gd name="T0" fmla="*/ 1 w 13"/>
                  <a:gd name="T1" fmla="*/ 3 h 7"/>
                  <a:gd name="T2" fmla="*/ 0 w 13"/>
                  <a:gd name="T3" fmla="*/ 3 h 7"/>
                  <a:gd name="T4" fmla="*/ 0 w 13"/>
                  <a:gd name="T5" fmla="*/ 2 h 7"/>
                  <a:gd name="T6" fmla="*/ 1 w 13"/>
                  <a:gd name="T7" fmla="*/ 1 h 7"/>
                  <a:gd name="T8" fmla="*/ 1 w 13"/>
                  <a:gd name="T9" fmla="*/ 0 h 7"/>
                  <a:gd name="T10" fmla="*/ 2 w 13"/>
                  <a:gd name="T11" fmla="*/ 0 h 7"/>
                  <a:gd name="T12" fmla="*/ 2 w 13"/>
                  <a:gd name="T13" fmla="*/ 0 h 7"/>
                  <a:gd name="T14" fmla="*/ 13 w 13"/>
                  <a:gd name="T15" fmla="*/ 6 h 7"/>
                  <a:gd name="T16" fmla="*/ 13 w 13"/>
                  <a:gd name="T17" fmla="*/ 6 h 7"/>
                  <a:gd name="T18" fmla="*/ 12 w 13"/>
                  <a:gd name="T19" fmla="*/ 7 h 7"/>
                  <a:gd name="T20" fmla="*/ 12 w 13"/>
                  <a:gd name="T21" fmla="*/ 7 h 7"/>
                  <a:gd name="T22" fmla="*/ 2 w 13"/>
                  <a:gd name="T23" fmla="*/ 1 h 7"/>
                  <a:gd name="T24" fmla="*/ 1 w 13"/>
                  <a:gd name="T25" fmla="*/ 3 h 7"/>
                  <a:gd name="T26" fmla="*/ 1 w 13"/>
                  <a:gd name="T27" fmla="*/ 3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" h="7">
                    <a:moveTo>
                      <a:pt x="1" y="3"/>
                    </a:move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2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13" y="6"/>
                      <a:pt x="13" y="6"/>
                      <a:pt x="13" y="6"/>
                    </a:cubicBezTo>
                    <a:cubicBezTo>
                      <a:pt x="13" y="6"/>
                      <a:pt x="13" y="6"/>
                      <a:pt x="13" y="6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5" name="Freeform: Shape 44" descr="f8dc464a-de8e-4e85-9596-bfcbbaa84199"/>
              <p:cNvSpPr/>
              <p:nvPr/>
            </p:nvSpPr>
            <p:spPr bwMode="auto">
              <a:xfrm>
                <a:off x="6396041" y="1911337"/>
                <a:ext cx="52388" cy="25400"/>
              </a:xfrm>
              <a:custGeom>
                <a:avLst/>
                <a:gdLst>
                  <a:gd name="T0" fmla="*/ 1 w 14"/>
                  <a:gd name="T1" fmla="*/ 3 h 7"/>
                  <a:gd name="T2" fmla="*/ 1 w 14"/>
                  <a:gd name="T3" fmla="*/ 3 h 7"/>
                  <a:gd name="T4" fmla="*/ 0 w 14"/>
                  <a:gd name="T5" fmla="*/ 3 h 7"/>
                  <a:gd name="T6" fmla="*/ 1 w 14"/>
                  <a:gd name="T7" fmla="*/ 1 h 7"/>
                  <a:gd name="T8" fmla="*/ 2 w 14"/>
                  <a:gd name="T9" fmla="*/ 0 h 7"/>
                  <a:gd name="T10" fmla="*/ 2 w 14"/>
                  <a:gd name="T11" fmla="*/ 0 h 7"/>
                  <a:gd name="T12" fmla="*/ 3 w 14"/>
                  <a:gd name="T13" fmla="*/ 0 h 7"/>
                  <a:gd name="T14" fmla="*/ 14 w 14"/>
                  <a:gd name="T15" fmla="*/ 6 h 7"/>
                  <a:gd name="T16" fmla="*/ 14 w 14"/>
                  <a:gd name="T17" fmla="*/ 6 h 7"/>
                  <a:gd name="T18" fmla="*/ 13 w 14"/>
                  <a:gd name="T19" fmla="*/ 7 h 7"/>
                  <a:gd name="T20" fmla="*/ 12 w 14"/>
                  <a:gd name="T21" fmla="*/ 7 h 7"/>
                  <a:gd name="T22" fmla="*/ 3 w 14"/>
                  <a:gd name="T23" fmla="*/ 1 h 7"/>
                  <a:gd name="T24" fmla="*/ 2 w 14"/>
                  <a:gd name="T25" fmla="*/ 3 h 7"/>
                  <a:gd name="T26" fmla="*/ 1 w 14"/>
                  <a:gd name="T27" fmla="*/ 3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4" h="7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3" y="0"/>
                      <a:pt x="3" y="0"/>
                    </a:cubicBezTo>
                    <a:cubicBezTo>
                      <a:pt x="14" y="6"/>
                      <a:pt x="14" y="6"/>
                      <a:pt x="14" y="6"/>
                    </a:cubicBezTo>
                    <a:cubicBezTo>
                      <a:pt x="14" y="6"/>
                      <a:pt x="14" y="6"/>
                      <a:pt x="14" y="6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3" y="7"/>
                      <a:pt x="13" y="7"/>
                      <a:pt x="12" y="7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6" name="Freeform: Shape 45" descr="8cf76e62-a590-48ca-b8b0-789db94e22c2"/>
              <p:cNvSpPr/>
              <p:nvPr/>
            </p:nvSpPr>
            <p:spPr bwMode="auto">
              <a:xfrm>
                <a:off x="5210179" y="2709845"/>
                <a:ext cx="49213" cy="30163"/>
              </a:xfrm>
              <a:custGeom>
                <a:avLst/>
                <a:gdLst>
                  <a:gd name="T0" fmla="*/ 1 w 13"/>
                  <a:gd name="T1" fmla="*/ 4 h 8"/>
                  <a:gd name="T2" fmla="*/ 0 w 13"/>
                  <a:gd name="T3" fmla="*/ 4 h 8"/>
                  <a:gd name="T4" fmla="*/ 0 w 13"/>
                  <a:gd name="T5" fmla="*/ 3 h 8"/>
                  <a:gd name="T6" fmla="*/ 1 w 13"/>
                  <a:gd name="T7" fmla="*/ 1 h 8"/>
                  <a:gd name="T8" fmla="*/ 1 w 13"/>
                  <a:gd name="T9" fmla="*/ 1 h 8"/>
                  <a:gd name="T10" fmla="*/ 2 w 13"/>
                  <a:gd name="T11" fmla="*/ 1 h 8"/>
                  <a:gd name="T12" fmla="*/ 2 w 13"/>
                  <a:gd name="T13" fmla="*/ 1 h 8"/>
                  <a:gd name="T14" fmla="*/ 13 w 13"/>
                  <a:gd name="T15" fmla="*/ 7 h 8"/>
                  <a:gd name="T16" fmla="*/ 13 w 13"/>
                  <a:gd name="T17" fmla="*/ 7 h 8"/>
                  <a:gd name="T18" fmla="*/ 12 w 13"/>
                  <a:gd name="T19" fmla="*/ 8 h 8"/>
                  <a:gd name="T20" fmla="*/ 12 w 13"/>
                  <a:gd name="T21" fmla="*/ 8 h 8"/>
                  <a:gd name="T22" fmla="*/ 2 w 13"/>
                  <a:gd name="T23" fmla="*/ 2 h 8"/>
                  <a:gd name="T24" fmla="*/ 1 w 13"/>
                  <a:gd name="T25" fmla="*/ 4 h 8"/>
                  <a:gd name="T26" fmla="*/ 1 w 13"/>
                  <a:gd name="T27" fmla="*/ 4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" h="8">
                    <a:moveTo>
                      <a:pt x="1" y="4"/>
                    </a:moveTo>
                    <a:cubicBezTo>
                      <a:pt x="0" y="4"/>
                      <a:pt x="0" y="4"/>
                      <a:pt x="0" y="4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0"/>
                      <a:pt x="2" y="0"/>
                      <a:pt x="2" y="1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2" y="8"/>
                      <a:pt x="12" y="8"/>
                      <a:pt x="12" y="8"/>
                    </a:cubicBezTo>
                    <a:cubicBezTo>
                      <a:pt x="12" y="8"/>
                      <a:pt x="12" y="8"/>
                      <a:pt x="12" y="8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1" y="4"/>
                      <a:pt x="1" y="4"/>
                      <a:pt x="1" y="4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7" name="Freeform: Shape 46" descr="5ab88f32-e452-4bba-9870-5e59612d03e1"/>
              <p:cNvSpPr/>
              <p:nvPr/>
            </p:nvSpPr>
            <p:spPr bwMode="auto">
              <a:xfrm>
                <a:off x="5618165" y="2690796"/>
                <a:ext cx="57150" cy="34925"/>
              </a:xfrm>
              <a:custGeom>
                <a:avLst/>
                <a:gdLst>
                  <a:gd name="T0" fmla="*/ 14 w 15"/>
                  <a:gd name="T1" fmla="*/ 8 h 9"/>
                  <a:gd name="T2" fmla="*/ 12 w 15"/>
                  <a:gd name="T3" fmla="*/ 9 h 9"/>
                  <a:gd name="T4" fmla="*/ 10 w 15"/>
                  <a:gd name="T5" fmla="*/ 9 h 9"/>
                  <a:gd name="T6" fmla="*/ 7 w 15"/>
                  <a:gd name="T7" fmla="*/ 9 h 9"/>
                  <a:gd name="T8" fmla="*/ 1 w 15"/>
                  <a:gd name="T9" fmla="*/ 5 h 9"/>
                  <a:gd name="T10" fmla="*/ 0 w 15"/>
                  <a:gd name="T11" fmla="*/ 4 h 9"/>
                  <a:gd name="T12" fmla="*/ 1 w 15"/>
                  <a:gd name="T13" fmla="*/ 2 h 9"/>
                  <a:gd name="T14" fmla="*/ 3 w 15"/>
                  <a:gd name="T15" fmla="*/ 1 h 9"/>
                  <a:gd name="T16" fmla="*/ 5 w 15"/>
                  <a:gd name="T17" fmla="*/ 0 h 9"/>
                  <a:gd name="T18" fmla="*/ 8 w 15"/>
                  <a:gd name="T19" fmla="*/ 1 h 9"/>
                  <a:gd name="T20" fmla="*/ 14 w 15"/>
                  <a:gd name="T21" fmla="*/ 5 h 9"/>
                  <a:gd name="T22" fmla="*/ 15 w 15"/>
                  <a:gd name="T23" fmla="*/ 6 h 9"/>
                  <a:gd name="T24" fmla="*/ 14 w 15"/>
                  <a:gd name="T25" fmla="*/ 8 h 9"/>
                  <a:gd name="T26" fmla="*/ 11 w 15"/>
                  <a:gd name="T27" fmla="*/ 8 h 9"/>
                  <a:gd name="T28" fmla="*/ 13 w 15"/>
                  <a:gd name="T29" fmla="*/ 7 h 9"/>
                  <a:gd name="T30" fmla="*/ 13 w 15"/>
                  <a:gd name="T31" fmla="*/ 5 h 9"/>
                  <a:gd name="T32" fmla="*/ 7 w 15"/>
                  <a:gd name="T33" fmla="*/ 2 h 9"/>
                  <a:gd name="T34" fmla="*/ 4 w 15"/>
                  <a:gd name="T35" fmla="*/ 2 h 9"/>
                  <a:gd name="T36" fmla="*/ 2 w 15"/>
                  <a:gd name="T37" fmla="*/ 3 h 9"/>
                  <a:gd name="T38" fmla="*/ 2 w 15"/>
                  <a:gd name="T39" fmla="*/ 4 h 9"/>
                  <a:gd name="T40" fmla="*/ 8 w 15"/>
                  <a:gd name="T41" fmla="*/ 8 h 9"/>
                  <a:gd name="T42" fmla="*/ 11 w 15"/>
                  <a:gd name="T43" fmla="*/ 8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5" h="9">
                    <a:moveTo>
                      <a:pt x="14" y="8"/>
                    </a:moveTo>
                    <a:cubicBezTo>
                      <a:pt x="12" y="9"/>
                      <a:pt x="12" y="9"/>
                      <a:pt x="12" y="9"/>
                    </a:cubicBezTo>
                    <a:cubicBezTo>
                      <a:pt x="12" y="9"/>
                      <a:pt x="11" y="9"/>
                      <a:pt x="10" y="9"/>
                    </a:cubicBezTo>
                    <a:cubicBezTo>
                      <a:pt x="9" y="9"/>
                      <a:pt x="8" y="9"/>
                      <a:pt x="7" y="9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0" y="5"/>
                      <a:pt x="0" y="4"/>
                      <a:pt x="0" y="4"/>
                    </a:cubicBezTo>
                    <a:cubicBezTo>
                      <a:pt x="0" y="3"/>
                      <a:pt x="0" y="3"/>
                      <a:pt x="1" y="2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4" y="1"/>
                      <a:pt x="4" y="0"/>
                      <a:pt x="5" y="0"/>
                    </a:cubicBezTo>
                    <a:cubicBezTo>
                      <a:pt x="6" y="0"/>
                      <a:pt x="7" y="1"/>
                      <a:pt x="8" y="1"/>
                    </a:cubicBezTo>
                    <a:cubicBezTo>
                      <a:pt x="14" y="5"/>
                      <a:pt x="14" y="5"/>
                      <a:pt x="14" y="5"/>
                    </a:cubicBezTo>
                    <a:cubicBezTo>
                      <a:pt x="15" y="5"/>
                      <a:pt x="15" y="6"/>
                      <a:pt x="15" y="6"/>
                    </a:cubicBezTo>
                    <a:cubicBezTo>
                      <a:pt x="15" y="7"/>
                      <a:pt x="15" y="7"/>
                      <a:pt x="14" y="8"/>
                    </a:cubicBezTo>
                    <a:close/>
                    <a:moveTo>
                      <a:pt x="11" y="8"/>
                    </a:moveTo>
                    <a:cubicBezTo>
                      <a:pt x="13" y="7"/>
                      <a:pt x="13" y="7"/>
                      <a:pt x="13" y="7"/>
                    </a:cubicBezTo>
                    <a:cubicBezTo>
                      <a:pt x="14" y="7"/>
                      <a:pt x="14" y="6"/>
                      <a:pt x="13" y="5"/>
                    </a:cubicBezTo>
                    <a:cubicBezTo>
                      <a:pt x="7" y="2"/>
                      <a:pt x="7" y="2"/>
                      <a:pt x="7" y="2"/>
                    </a:cubicBezTo>
                    <a:cubicBezTo>
                      <a:pt x="6" y="1"/>
                      <a:pt x="5" y="1"/>
                      <a:pt x="4" y="2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1" y="4"/>
                      <a:pt x="2" y="4"/>
                    </a:cubicBezTo>
                    <a:cubicBezTo>
                      <a:pt x="8" y="8"/>
                      <a:pt x="8" y="8"/>
                      <a:pt x="8" y="8"/>
                    </a:cubicBezTo>
                    <a:cubicBezTo>
                      <a:pt x="9" y="8"/>
                      <a:pt x="10" y="8"/>
                      <a:pt x="11" y="8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8" name="Freeform: Shape 47" descr="795309b8-2ffb-467d-a13a-f9678381f0e6"/>
              <p:cNvSpPr/>
              <p:nvPr/>
            </p:nvSpPr>
            <p:spPr bwMode="auto">
              <a:xfrm>
                <a:off x="6234116" y="1635114"/>
                <a:ext cx="52388" cy="26988"/>
              </a:xfrm>
              <a:custGeom>
                <a:avLst/>
                <a:gdLst>
                  <a:gd name="T0" fmla="*/ 1 w 14"/>
                  <a:gd name="T1" fmla="*/ 3 h 7"/>
                  <a:gd name="T2" fmla="*/ 1 w 14"/>
                  <a:gd name="T3" fmla="*/ 3 h 7"/>
                  <a:gd name="T4" fmla="*/ 0 w 14"/>
                  <a:gd name="T5" fmla="*/ 3 h 7"/>
                  <a:gd name="T6" fmla="*/ 1 w 14"/>
                  <a:gd name="T7" fmla="*/ 1 h 7"/>
                  <a:gd name="T8" fmla="*/ 1 w 14"/>
                  <a:gd name="T9" fmla="*/ 0 h 7"/>
                  <a:gd name="T10" fmla="*/ 2 w 14"/>
                  <a:gd name="T11" fmla="*/ 0 h 7"/>
                  <a:gd name="T12" fmla="*/ 3 w 14"/>
                  <a:gd name="T13" fmla="*/ 0 h 7"/>
                  <a:gd name="T14" fmla="*/ 14 w 14"/>
                  <a:gd name="T15" fmla="*/ 6 h 7"/>
                  <a:gd name="T16" fmla="*/ 14 w 14"/>
                  <a:gd name="T17" fmla="*/ 6 h 7"/>
                  <a:gd name="T18" fmla="*/ 13 w 14"/>
                  <a:gd name="T19" fmla="*/ 7 h 7"/>
                  <a:gd name="T20" fmla="*/ 12 w 14"/>
                  <a:gd name="T21" fmla="*/ 7 h 7"/>
                  <a:gd name="T22" fmla="*/ 3 w 14"/>
                  <a:gd name="T23" fmla="*/ 1 h 7"/>
                  <a:gd name="T24" fmla="*/ 2 w 14"/>
                  <a:gd name="T25" fmla="*/ 3 h 7"/>
                  <a:gd name="T26" fmla="*/ 1 w 14"/>
                  <a:gd name="T27" fmla="*/ 3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4" h="7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3" y="0"/>
                      <a:pt x="3" y="0"/>
                    </a:cubicBezTo>
                    <a:cubicBezTo>
                      <a:pt x="14" y="6"/>
                      <a:pt x="14" y="6"/>
                      <a:pt x="14" y="6"/>
                    </a:cubicBezTo>
                    <a:cubicBezTo>
                      <a:pt x="14" y="6"/>
                      <a:pt x="14" y="6"/>
                      <a:pt x="14" y="6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3" y="7"/>
                      <a:pt x="13" y="7"/>
                      <a:pt x="12" y="7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9" name="Freeform: Shape 48" descr="9ceacef6-c901-45c7-b189-436be56bf745"/>
              <p:cNvSpPr/>
              <p:nvPr/>
            </p:nvSpPr>
            <p:spPr bwMode="auto">
              <a:xfrm>
                <a:off x="6958016" y="2600308"/>
                <a:ext cx="60325" cy="34925"/>
              </a:xfrm>
              <a:custGeom>
                <a:avLst/>
                <a:gdLst>
                  <a:gd name="T0" fmla="*/ 15 w 16"/>
                  <a:gd name="T1" fmla="*/ 8 h 9"/>
                  <a:gd name="T2" fmla="*/ 13 w 16"/>
                  <a:gd name="T3" fmla="*/ 9 h 9"/>
                  <a:gd name="T4" fmla="*/ 10 w 16"/>
                  <a:gd name="T5" fmla="*/ 9 h 9"/>
                  <a:gd name="T6" fmla="*/ 8 w 16"/>
                  <a:gd name="T7" fmla="*/ 9 h 9"/>
                  <a:gd name="T8" fmla="*/ 1 w 16"/>
                  <a:gd name="T9" fmla="*/ 5 h 9"/>
                  <a:gd name="T10" fmla="*/ 0 w 16"/>
                  <a:gd name="T11" fmla="*/ 4 h 9"/>
                  <a:gd name="T12" fmla="*/ 1 w 16"/>
                  <a:gd name="T13" fmla="*/ 2 h 9"/>
                  <a:gd name="T14" fmla="*/ 3 w 16"/>
                  <a:gd name="T15" fmla="*/ 1 h 9"/>
                  <a:gd name="T16" fmla="*/ 6 w 16"/>
                  <a:gd name="T17" fmla="*/ 0 h 9"/>
                  <a:gd name="T18" fmla="*/ 8 w 16"/>
                  <a:gd name="T19" fmla="*/ 1 h 9"/>
                  <a:gd name="T20" fmla="*/ 15 w 16"/>
                  <a:gd name="T21" fmla="*/ 5 h 9"/>
                  <a:gd name="T22" fmla="*/ 16 w 16"/>
                  <a:gd name="T23" fmla="*/ 6 h 9"/>
                  <a:gd name="T24" fmla="*/ 15 w 16"/>
                  <a:gd name="T25" fmla="*/ 8 h 9"/>
                  <a:gd name="T26" fmla="*/ 12 w 16"/>
                  <a:gd name="T27" fmla="*/ 8 h 9"/>
                  <a:gd name="T28" fmla="*/ 13 w 16"/>
                  <a:gd name="T29" fmla="*/ 7 h 9"/>
                  <a:gd name="T30" fmla="*/ 13 w 16"/>
                  <a:gd name="T31" fmla="*/ 5 h 9"/>
                  <a:gd name="T32" fmla="*/ 7 w 16"/>
                  <a:gd name="T33" fmla="*/ 2 h 9"/>
                  <a:gd name="T34" fmla="*/ 4 w 16"/>
                  <a:gd name="T35" fmla="*/ 2 h 9"/>
                  <a:gd name="T36" fmla="*/ 3 w 16"/>
                  <a:gd name="T37" fmla="*/ 3 h 9"/>
                  <a:gd name="T38" fmla="*/ 3 w 16"/>
                  <a:gd name="T39" fmla="*/ 4 h 9"/>
                  <a:gd name="T40" fmla="*/ 9 w 16"/>
                  <a:gd name="T41" fmla="*/ 8 h 9"/>
                  <a:gd name="T42" fmla="*/ 12 w 16"/>
                  <a:gd name="T43" fmla="*/ 8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6" h="9">
                    <a:moveTo>
                      <a:pt x="15" y="8"/>
                    </a:moveTo>
                    <a:cubicBezTo>
                      <a:pt x="13" y="9"/>
                      <a:pt x="13" y="9"/>
                      <a:pt x="13" y="9"/>
                    </a:cubicBezTo>
                    <a:cubicBezTo>
                      <a:pt x="12" y="9"/>
                      <a:pt x="11" y="9"/>
                      <a:pt x="10" y="9"/>
                    </a:cubicBezTo>
                    <a:cubicBezTo>
                      <a:pt x="9" y="9"/>
                      <a:pt x="8" y="9"/>
                      <a:pt x="8" y="9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1" y="5"/>
                      <a:pt x="0" y="4"/>
                      <a:pt x="0" y="4"/>
                    </a:cubicBezTo>
                    <a:cubicBezTo>
                      <a:pt x="0" y="3"/>
                      <a:pt x="1" y="2"/>
                      <a:pt x="1" y="2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4" y="1"/>
                      <a:pt x="5" y="0"/>
                      <a:pt x="6" y="0"/>
                    </a:cubicBezTo>
                    <a:cubicBezTo>
                      <a:pt x="7" y="0"/>
                      <a:pt x="8" y="1"/>
                      <a:pt x="8" y="1"/>
                    </a:cubicBezTo>
                    <a:cubicBezTo>
                      <a:pt x="15" y="5"/>
                      <a:pt x="15" y="5"/>
                      <a:pt x="15" y="5"/>
                    </a:cubicBezTo>
                    <a:cubicBezTo>
                      <a:pt x="15" y="5"/>
                      <a:pt x="16" y="6"/>
                      <a:pt x="16" y="6"/>
                    </a:cubicBezTo>
                    <a:cubicBezTo>
                      <a:pt x="16" y="7"/>
                      <a:pt x="15" y="7"/>
                      <a:pt x="15" y="8"/>
                    </a:cubicBezTo>
                    <a:close/>
                    <a:moveTo>
                      <a:pt x="12" y="8"/>
                    </a:moveTo>
                    <a:cubicBezTo>
                      <a:pt x="13" y="7"/>
                      <a:pt x="13" y="7"/>
                      <a:pt x="13" y="7"/>
                    </a:cubicBezTo>
                    <a:cubicBezTo>
                      <a:pt x="14" y="6"/>
                      <a:pt x="14" y="6"/>
                      <a:pt x="13" y="5"/>
                    </a:cubicBezTo>
                    <a:cubicBezTo>
                      <a:pt x="7" y="2"/>
                      <a:pt x="7" y="2"/>
                      <a:pt x="7" y="2"/>
                    </a:cubicBezTo>
                    <a:cubicBezTo>
                      <a:pt x="6" y="1"/>
                      <a:pt x="5" y="1"/>
                      <a:pt x="4" y="2"/>
                    </a:cubicBezTo>
                    <a:cubicBezTo>
                      <a:pt x="3" y="3"/>
                      <a:pt x="3" y="3"/>
                      <a:pt x="3" y="3"/>
                    </a:cubicBezTo>
                    <a:cubicBezTo>
                      <a:pt x="2" y="3"/>
                      <a:pt x="2" y="4"/>
                      <a:pt x="3" y="4"/>
                    </a:cubicBezTo>
                    <a:cubicBezTo>
                      <a:pt x="9" y="8"/>
                      <a:pt x="9" y="8"/>
                      <a:pt x="9" y="8"/>
                    </a:cubicBezTo>
                    <a:cubicBezTo>
                      <a:pt x="10" y="8"/>
                      <a:pt x="11" y="8"/>
                      <a:pt x="12" y="8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0" name="Freeform: Shape 49" descr="8a757fdb-2575-47aa-a3e3-2c19b9a887ee"/>
              <p:cNvSpPr/>
              <p:nvPr/>
            </p:nvSpPr>
            <p:spPr bwMode="auto">
              <a:xfrm>
                <a:off x="6573841" y="2454258"/>
                <a:ext cx="49213" cy="25400"/>
              </a:xfrm>
              <a:custGeom>
                <a:avLst/>
                <a:gdLst>
                  <a:gd name="T0" fmla="*/ 1 w 13"/>
                  <a:gd name="T1" fmla="*/ 4 h 7"/>
                  <a:gd name="T2" fmla="*/ 0 w 13"/>
                  <a:gd name="T3" fmla="*/ 3 h 7"/>
                  <a:gd name="T4" fmla="*/ 0 w 13"/>
                  <a:gd name="T5" fmla="*/ 3 h 7"/>
                  <a:gd name="T6" fmla="*/ 1 w 13"/>
                  <a:gd name="T7" fmla="*/ 1 h 7"/>
                  <a:gd name="T8" fmla="*/ 1 w 13"/>
                  <a:gd name="T9" fmla="*/ 1 h 7"/>
                  <a:gd name="T10" fmla="*/ 2 w 13"/>
                  <a:gd name="T11" fmla="*/ 0 h 7"/>
                  <a:gd name="T12" fmla="*/ 2 w 13"/>
                  <a:gd name="T13" fmla="*/ 0 h 7"/>
                  <a:gd name="T14" fmla="*/ 13 w 13"/>
                  <a:gd name="T15" fmla="*/ 7 h 7"/>
                  <a:gd name="T16" fmla="*/ 13 w 13"/>
                  <a:gd name="T17" fmla="*/ 7 h 7"/>
                  <a:gd name="T18" fmla="*/ 12 w 13"/>
                  <a:gd name="T19" fmla="*/ 7 h 7"/>
                  <a:gd name="T20" fmla="*/ 12 w 13"/>
                  <a:gd name="T21" fmla="*/ 7 h 7"/>
                  <a:gd name="T22" fmla="*/ 2 w 13"/>
                  <a:gd name="T23" fmla="*/ 2 h 7"/>
                  <a:gd name="T24" fmla="*/ 1 w 13"/>
                  <a:gd name="T25" fmla="*/ 4 h 7"/>
                  <a:gd name="T26" fmla="*/ 1 w 13"/>
                  <a:gd name="T27" fmla="*/ 4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" h="7">
                    <a:moveTo>
                      <a:pt x="1" y="4"/>
                    </a:move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1" y="4"/>
                      <a:pt x="1" y="4"/>
                      <a:pt x="1" y="4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1" name="Freeform: Shape 50" descr="3227263a-064b-4b8c-ad56-093343851f37"/>
              <p:cNvSpPr/>
              <p:nvPr/>
            </p:nvSpPr>
            <p:spPr bwMode="auto">
              <a:xfrm>
                <a:off x="6327779" y="2081199"/>
                <a:ext cx="60325" cy="33338"/>
              </a:xfrm>
              <a:custGeom>
                <a:avLst/>
                <a:gdLst>
                  <a:gd name="T0" fmla="*/ 14 w 16"/>
                  <a:gd name="T1" fmla="*/ 7 h 9"/>
                  <a:gd name="T2" fmla="*/ 13 w 16"/>
                  <a:gd name="T3" fmla="*/ 8 h 9"/>
                  <a:gd name="T4" fmla="*/ 10 w 16"/>
                  <a:gd name="T5" fmla="*/ 9 h 9"/>
                  <a:gd name="T6" fmla="*/ 7 w 16"/>
                  <a:gd name="T7" fmla="*/ 8 h 9"/>
                  <a:gd name="T8" fmla="*/ 1 w 16"/>
                  <a:gd name="T9" fmla="*/ 5 h 9"/>
                  <a:gd name="T10" fmla="*/ 0 w 16"/>
                  <a:gd name="T11" fmla="*/ 3 h 9"/>
                  <a:gd name="T12" fmla="*/ 1 w 16"/>
                  <a:gd name="T13" fmla="*/ 2 h 9"/>
                  <a:gd name="T14" fmla="*/ 3 w 16"/>
                  <a:gd name="T15" fmla="*/ 1 h 9"/>
                  <a:gd name="T16" fmla="*/ 5 w 16"/>
                  <a:gd name="T17" fmla="*/ 0 h 9"/>
                  <a:gd name="T18" fmla="*/ 8 w 16"/>
                  <a:gd name="T19" fmla="*/ 1 h 9"/>
                  <a:gd name="T20" fmla="*/ 14 w 16"/>
                  <a:gd name="T21" fmla="*/ 4 h 9"/>
                  <a:gd name="T22" fmla="*/ 15 w 16"/>
                  <a:gd name="T23" fmla="*/ 6 h 9"/>
                  <a:gd name="T24" fmla="*/ 14 w 16"/>
                  <a:gd name="T25" fmla="*/ 7 h 9"/>
                  <a:gd name="T26" fmla="*/ 12 w 16"/>
                  <a:gd name="T27" fmla="*/ 7 h 9"/>
                  <a:gd name="T28" fmla="*/ 13 w 16"/>
                  <a:gd name="T29" fmla="*/ 7 h 9"/>
                  <a:gd name="T30" fmla="*/ 13 w 16"/>
                  <a:gd name="T31" fmla="*/ 5 h 9"/>
                  <a:gd name="T32" fmla="*/ 7 w 16"/>
                  <a:gd name="T33" fmla="*/ 1 h 9"/>
                  <a:gd name="T34" fmla="*/ 4 w 16"/>
                  <a:gd name="T35" fmla="*/ 1 h 9"/>
                  <a:gd name="T36" fmla="*/ 2 w 16"/>
                  <a:gd name="T37" fmla="*/ 2 h 9"/>
                  <a:gd name="T38" fmla="*/ 2 w 16"/>
                  <a:gd name="T39" fmla="*/ 4 h 9"/>
                  <a:gd name="T40" fmla="*/ 9 w 16"/>
                  <a:gd name="T41" fmla="*/ 7 h 9"/>
                  <a:gd name="T42" fmla="*/ 12 w 16"/>
                  <a:gd name="T43" fmla="*/ 7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6" h="9">
                    <a:moveTo>
                      <a:pt x="14" y="7"/>
                    </a:moveTo>
                    <a:cubicBezTo>
                      <a:pt x="13" y="8"/>
                      <a:pt x="13" y="8"/>
                      <a:pt x="13" y="8"/>
                    </a:cubicBezTo>
                    <a:cubicBezTo>
                      <a:pt x="12" y="9"/>
                      <a:pt x="11" y="9"/>
                      <a:pt x="10" y="9"/>
                    </a:cubicBezTo>
                    <a:cubicBezTo>
                      <a:pt x="9" y="9"/>
                      <a:pt x="8" y="9"/>
                      <a:pt x="7" y="8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0" y="4"/>
                      <a:pt x="0" y="4"/>
                      <a:pt x="0" y="3"/>
                    </a:cubicBezTo>
                    <a:cubicBezTo>
                      <a:pt x="0" y="3"/>
                      <a:pt x="0" y="2"/>
                      <a:pt x="1" y="2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4" y="0"/>
                      <a:pt x="5" y="0"/>
                      <a:pt x="5" y="0"/>
                    </a:cubicBezTo>
                    <a:cubicBezTo>
                      <a:pt x="6" y="0"/>
                      <a:pt x="7" y="0"/>
                      <a:pt x="8" y="1"/>
                    </a:cubicBezTo>
                    <a:cubicBezTo>
                      <a:pt x="14" y="4"/>
                      <a:pt x="14" y="4"/>
                      <a:pt x="14" y="4"/>
                    </a:cubicBezTo>
                    <a:cubicBezTo>
                      <a:pt x="15" y="5"/>
                      <a:pt x="16" y="5"/>
                      <a:pt x="15" y="6"/>
                    </a:cubicBezTo>
                    <a:cubicBezTo>
                      <a:pt x="15" y="6"/>
                      <a:pt x="15" y="7"/>
                      <a:pt x="14" y="7"/>
                    </a:cubicBezTo>
                    <a:close/>
                    <a:moveTo>
                      <a:pt x="12" y="7"/>
                    </a:moveTo>
                    <a:cubicBezTo>
                      <a:pt x="13" y="7"/>
                      <a:pt x="13" y="7"/>
                      <a:pt x="13" y="7"/>
                    </a:cubicBezTo>
                    <a:cubicBezTo>
                      <a:pt x="14" y="6"/>
                      <a:pt x="14" y="5"/>
                      <a:pt x="13" y="5"/>
                    </a:cubicBezTo>
                    <a:cubicBezTo>
                      <a:pt x="7" y="1"/>
                      <a:pt x="7" y="1"/>
                      <a:pt x="7" y="1"/>
                    </a:cubicBezTo>
                    <a:cubicBezTo>
                      <a:pt x="6" y="1"/>
                      <a:pt x="5" y="1"/>
                      <a:pt x="4" y="1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1" y="3"/>
                      <a:pt x="1" y="3"/>
                      <a:pt x="2" y="4"/>
                    </a:cubicBezTo>
                    <a:cubicBezTo>
                      <a:pt x="9" y="7"/>
                      <a:pt x="9" y="7"/>
                      <a:pt x="9" y="7"/>
                    </a:cubicBezTo>
                    <a:cubicBezTo>
                      <a:pt x="10" y="8"/>
                      <a:pt x="11" y="8"/>
                      <a:pt x="12" y="7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2" name="Freeform: Shape 51" descr="aaaaa1a6-89b5-4e94-b081-2e8fc71eb523"/>
              <p:cNvSpPr/>
              <p:nvPr/>
            </p:nvSpPr>
            <p:spPr bwMode="auto">
              <a:xfrm>
                <a:off x="5157790" y="1971662"/>
                <a:ext cx="52388" cy="30163"/>
              </a:xfrm>
              <a:custGeom>
                <a:avLst/>
                <a:gdLst>
                  <a:gd name="T0" fmla="*/ 1 w 14"/>
                  <a:gd name="T1" fmla="*/ 4 h 8"/>
                  <a:gd name="T2" fmla="*/ 1 w 14"/>
                  <a:gd name="T3" fmla="*/ 3 h 8"/>
                  <a:gd name="T4" fmla="*/ 0 w 14"/>
                  <a:gd name="T5" fmla="*/ 3 h 8"/>
                  <a:gd name="T6" fmla="*/ 1 w 14"/>
                  <a:gd name="T7" fmla="*/ 1 h 8"/>
                  <a:gd name="T8" fmla="*/ 2 w 14"/>
                  <a:gd name="T9" fmla="*/ 1 h 8"/>
                  <a:gd name="T10" fmla="*/ 2 w 14"/>
                  <a:gd name="T11" fmla="*/ 0 h 8"/>
                  <a:gd name="T12" fmla="*/ 3 w 14"/>
                  <a:gd name="T13" fmla="*/ 0 h 8"/>
                  <a:gd name="T14" fmla="*/ 14 w 14"/>
                  <a:gd name="T15" fmla="*/ 7 h 8"/>
                  <a:gd name="T16" fmla="*/ 14 w 14"/>
                  <a:gd name="T17" fmla="*/ 7 h 8"/>
                  <a:gd name="T18" fmla="*/ 13 w 14"/>
                  <a:gd name="T19" fmla="*/ 7 h 8"/>
                  <a:gd name="T20" fmla="*/ 12 w 14"/>
                  <a:gd name="T21" fmla="*/ 7 h 8"/>
                  <a:gd name="T22" fmla="*/ 3 w 14"/>
                  <a:gd name="T23" fmla="*/ 2 h 8"/>
                  <a:gd name="T24" fmla="*/ 2 w 14"/>
                  <a:gd name="T25" fmla="*/ 4 h 8"/>
                  <a:gd name="T26" fmla="*/ 1 w 14"/>
                  <a:gd name="T27" fmla="*/ 4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4" h="8">
                    <a:moveTo>
                      <a:pt x="1" y="4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1"/>
                      <a:pt x="2" y="1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3" y="8"/>
                      <a:pt x="13" y="8"/>
                      <a:pt x="12" y="7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2" y="4"/>
                      <a:pt x="2" y="4"/>
                      <a:pt x="2" y="4"/>
                    </a:cubicBezTo>
                    <a:cubicBezTo>
                      <a:pt x="2" y="4"/>
                      <a:pt x="2" y="4"/>
                      <a:pt x="1" y="4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3" name="Freeform: Shape 52" descr="ddb4cd60-c017-459b-81f2-f43971151bb0"/>
              <p:cNvSpPr/>
              <p:nvPr/>
            </p:nvSpPr>
            <p:spPr bwMode="auto">
              <a:xfrm>
                <a:off x="6199191" y="1960549"/>
                <a:ext cx="53975" cy="25400"/>
              </a:xfrm>
              <a:custGeom>
                <a:avLst/>
                <a:gdLst>
                  <a:gd name="T0" fmla="*/ 1 w 14"/>
                  <a:gd name="T1" fmla="*/ 3 h 7"/>
                  <a:gd name="T2" fmla="*/ 0 w 14"/>
                  <a:gd name="T3" fmla="*/ 3 h 7"/>
                  <a:gd name="T4" fmla="*/ 0 w 14"/>
                  <a:gd name="T5" fmla="*/ 2 h 7"/>
                  <a:gd name="T6" fmla="*/ 1 w 14"/>
                  <a:gd name="T7" fmla="*/ 1 h 7"/>
                  <a:gd name="T8" fmla="*/ 1 w 14"/>
                  <a:gd name="T9" fmla="*/ 0 h 7"/>
                  <a:gd name="T10" fmla="*/ 2 w 14"/>
                  <a:gd name="T11" fmla="*/ 0 h 7"/>
                  <a:gd name="T12" fmla="*/ 2 w 14"/>
                  <a:gd name="T13" fmla="*/ 0 h 7"/>
                  <a:gd name="T14" fmla="*/ 13 w 14"/>
                  <a:gd name="T15" fmla="*/ 6 h 7"/>
                  <a:gd name="T16" fmla="*/ 13 w 14"/>
                  <a:gd name="T17" fmla="*/ 6 h 7"/>
                  <a:gd name="T18" fmla="*/ 13 w 14"/>
                  <a:gd name="T19" fmla="*/ 7 h 7"/>
                  <a:gd name="T20" fmla="*/ 12 w 14"/>
                  <a:gd name="T21" fmla="*/ 7 h 7"/>
                  <a:gd name="T22" fmla="*/ 2 w 14"/>
                  <a:gd name="T23" fmla="*/ 1 h 7"/>
                  <a:gd name="T24" fmla="*/ 1 w 14"/>
                  <a:gd name="T25" fmla="*/ 3 h 7"/>
                  <a:gd name="T26" fmla="*/ 1 w 14"/>
                  <a:gd name="T27" fmla="*/ 3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4" h="7">
                    <a:moveTo>
                      <a:pt x="1" y="3"/>
                    </a:move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2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13" y="6"/>
                      <a:pt x="13" y="6"/>
                      <a:pt x="13" y="6"/>
                    </a:cubicBezTo>
                    <a:cubicBezTo>
                      <a:pt x="14" y="6"/>
                      <a:pt x="14" y="6"/>
                      <a:pt x="13" y="6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4" name="Freeform: Shape 53" descr="7c7efad3-3194-4aa0-9c33-e32ad2532d3f"/>
              <p:cNvSpPr/>
              <p:nvPr/>
            </p:nvSpPr>
            <p:spPr bwMode="auto">
              <a:xfrm>
                <a:off x="5308603" y="2619358"/>
                <a:ext cx="60325" cy="34925"/>
              </a:xfrm>
              <a:custGeom>
                <a:avLst/>
                <a:gdLst>
                  <a:gd name="T0" fmla="*/ 14 w 16"/>
                  <a:gd name="T1" fmla="*/ 7 h 9"/>
                  <a:gd name="T2" fmla="*/ 13 w 16"/>
                  <a:gd name="T3" fmla="*/ 8 h 9"/>
                  <a:gd name="T4" fmla="*/ 10 w 16"/>
                  <a:gd name="T5" fmla="*/ 9 h 9"/>
                  <a:gd name="T6" fmla="*/ 7 w 16"/>
                  <a:gd name="T7" fmla="*/ 8 h 9"/>
                  <a:gd name="T8" fmla="*/ 1 w 16"/>
                  <a:gd name="T9" fmla="*/ 5 h 9"/>
                  <a:gd name="T10" fmla="*/ 0 w 16"/>
                  <a:gd name="T11" fmla="*/ 3 h 9"/>
                  <a:gd name="T12" fmla="*/ 1 w 16"/>
                  <a:gd name="T13" fmla="*/ 1 h 9"/>
                  <a:gd name="T14" fmla="*/ 3 w 16"/>
                  <a:gd name="T15" fmla="*/ 0 h 9"/>
                  <a:gd name="T16" fmla="*/ 6 w 16"/>
                  <a:gd name="T17" fmla="*/ 0 h 9"/>
                  <a:gd name="T18" fmla="*/ 8 w 16"/>
                  <a:gd name="T19" fmla="*/ 0 h 9"/>
                  <a:gd name="T20" fmla="*/ 14 w 16"/>
                  <a:gd name="T21" fmla="*/ 4 h 9"/>
                  <a:gd name="T22" fmla="*/ 16 w 16"/>
                  <a:gd name="T23" fmla="*/ 6 h 9"/>
                  <a:gd name="T24" fmla="*/ 14 w 16"/>
                  <a:gd name="T25" fmla="*/ 7 h 9"/>
                  <a:gd name="T26" fmla="*/ 12 w 16"/>
                  <a:gd name="T27" fmla="*/ 7 h 9"/>
                  <a:gd name="T28" fmla="*/ 13 w 16"/>
                  <a:gd name="T29" fmla="*/ 6 h 9"/>
                  <a:gd name="T30" fmla="*/ 13 w 16"/>
                  <a:gd name="T31" fmla="*/ 5 h 9"/>
                  <a:gd name="T32" fmla="*/ 7 w 16"/>
                  <a:gd name="T33" fmla="*/ 1 h 9"/>
                  <a:gd name="T34" fmla="*/ 4 w 16"/>
                  <a:gd name="T35" fmla="*/ 1 h 9"/>
                  <a:gd name="T36" fmla="*/ 3 w 16"/>
                  <a:gd name="T37" fmla="*/ 2 h 9"/>
                  <a:gd name="T38" fmla="*/ 3 w 16"/>
                  <a:gd name="T39" fmla="*/ 4 h 9"/>
                  <a:gd name="T40" fmla="*/ 9 w 16"/>
                  <a:gd name="T41" fmla="*/ 7 h 9"/>
                  <a:gd name="T42" fmla="*/ 12 w 16"/>
                  <a:gd name="T43" fmla="*/ 7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6" h="9">
                    <a:moveTo>
                      <a:pt x="14" y="7"/>
                    </a:moveTo>
                    <a:cubicBezTo>
                      <a:pt x="13" y="8"/>
                      <a:pt x="13" y="8"/>
                      <a:pt x="13" y="8"/>
                    </a:cubicBezTo>
                    <a:cubicBezTo>
                      <a:pt x="12" y="9"/>
                      <a:pt x="11" y="9"/>
                      <a:pt x="10" y="9"/>
                    </a:cubicBezTo>
                    <a:cubicBezTo>
                      <a:pt x="9" y="9"/>
                      <a:pt x="8" y="9"/>
                      <a:pt x="7" y="8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1" y="4"/>
                      <a:pt x="0" y="4"/>
                      <a:pt x="0" y="3"/>
                    </a:cubicBezTo>
                    <a:cubicBezTo>
                      <a:pt x="0" y="2"/>
                      <a:pt x="1" y="2"/>
                      <a:pt x="1" y="1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4" y="0"/>
                      <a:pt x="5" y="0"/>
                      <a:pt x="6" y="0"/>
                    </a:cubicBezTo>
                    <a:cubicBezTo>
                      <a:pt x="7" y="0"/>
                      <a:pt x="8" y="0"/>
                      <a:pt x="8" y="0"/>
                    </a:cubicBezTo>
                    <a:cubicBezTo>
                      <a:pt x="14" y="4"/>
                      <a:pt x="14" y="4"/>
                      <a:pt x="14" y="4"/>
                    </a:cubicBezTo>
                    <a:cubicBezTo>
                      <a:pt x="15" y="5"/>
                      <a:pt x="16" y="5"/>
                      <a:pt x="16" y="6"/>
                    </a:cubicBezTo>
                    <a:cubicBezTo>
                      <a:pt x="16" y="6"/>
                      <a:pt x="15" y="7"/>
                      <a:pt x="14" y="7"/>
                    </a:cubicBezTo>
                    <a:close/>
                    <a:moveTo>
                      <a:pt x="12" y="7"/>
                    </a:moveTo>
                    <a:cubicBezTo>
                      <a:pt x="13" y="6"/>
                      <a:pt x="13" y="6"/>
                      <a:pt x="13" y="6"/>
                    </a:cubicBezTo>
                    <a:cubicBezTo>
                      <a:pt x="14" y="6"/>
                      <a:pt x="14" y="5"/>
                      <a:pt x="13" y="5"/>
                    </a:cubicBezTo>
                    <a:cubicBezTo>
                      <a:pt x="7" y="1"/>
                      <a:pt x="7" y="1"/>
                      <a:pt x="7" y="1"/>
                    </a:cubicBezTo>
                    <a:cubicBezTo>
                      <a:pt x="6" y="1"/>
                      <a:pt x="5" y="1"/>
                      <a:pt x="4" y="1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2" y="3"/>
                      <a:pt x="2" y="3"/>
                      <a:pt x="3" y="4"/>
                    </a:cubicBezTo>
                    <a:cubicBezTo>
                      <a:pt x="9" y="7"/>
                      <a:pt x="9" y="7"/>
                      <a:pt x="9" y="7"/>
                    </a:cubicBezTo>
                    <a:cubicBezTo>
                      <a:pt x="10" y="8"/>
                      <a:pt x="11" y="8"/>
                      <a:pt x="12" y="7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5" name="Freeform: Shape 54" descr="fbbfa430-f45e-4772-a527-6701d41caae1"/>
              <p:cNvSpPr/>
              <p:nvPr/>
            </p:nvSpPr>
            <p:spPr bwMode="auto">
              <a:xfrm>
                <a:off x="7199316" y="2416159"/>
                <a:ext cx="57150" cy="33338"/>
              </a:xfrm>
              <a:custGeom>
                <a:avLst/>
                <a:gdLst>
                  <a:gd name="T0" fmla="*/ 14 w 15"/>
                  <a:gd name="T1" fmla="*/ 7 h 9"/>
                  <a:gd name="T2" fmla="*/ 12 w 15"/>
                  <a:gd name="T3" fmla="*/ 8 h 9"/>
                  <a:gd name="T4" fmla="*/ 10 w 15"/>
                  <a:gd name="T5" fmla="*/ 9 h 9"/>
                  <a:gd name="T6" fmla="*/ 7 w 15"/>
                  <a:gd name="T7" fmla="*/ 8 h 9"/>
                  <a:gd name="T8" fmla="*/ 1 w 15"/>
                  <a:gd name="T9" fmla="*/ 5 h 9"/>
                  <a:gd name="T10" fmla="*/ 0 w 15"/>
                  <a:gd name="T11" fmla="*/ 3 h 9"/>
                  <a:gd name="T12" fmla="*/ 1 w 15"/>
                  <a:gd name="T13" fmla="*/ 2 h 9"/>
                  <a:gd name="T14" fmla="*/ 3 w 15"/>
                  <a:gd name="T15" fmla="*/ 1 h 9"/>
                  <a:gd name="T16" fmla="*/ 5 w 15"/>
                  <a:gd name="T17" fmla="*/ 0 h 9"/>
                  <a:gd name="T18" fmla="*/ 8 w 15"/>
                  <a:gd name="T19" fmla="*/ 1 h 9"/>
                  <a:gd name="T20" fmla="*/ 14 w 15"/>
                  <a:gd name="T21" fmla="*/ 4 h 9"/>
                  <a:gd name="T22" fmla="*/ 15 w 15"/>
                  <a:gd name="T23" fmla="*/ 6 h 9"/>
                  <a:gd name="T24" fmla="*/ 14 w 15"/>
                  <a:gd name="T25" fmla="*/ 7 h 9"/>
                  <a:gd name="T26" fmla="*/ 11 w 15"/>
                  <a:gd name="T27" fmla="*/ 8 h 9"/>
                  <a:gd name="T28" fmla="*/ 13 w 15"/>
                  <a:gd name="T29" fmla="*/ 7 h 9"/>
                  <a:gd name="T30" fmla="*/ 13 w 15"/>
                  <a:gd name="T31" fmla="*/ 5 h 9"/>
                  <a:gd name="T32" fmla="*/ 7 w 15"/>
                  <a:gd name="T33" fmla="*/ 2 h 9"/>
                  <a:gd name="T34" fmla="*/ 4 w 15"/>
                  <a:gd name="T35" fmla="*/ 2 h 9"/>
                  <a:gd name="T36" fmla="*/ 2 w 15"/>
                  <a:gd name="T37" fmla="*/ 2 h 9"/>
                  <a:gd name="T38" fmla="*/ 2 w 15"/>
                  <a:gd name="T39" fmla="*/ 4 h 9"/>
                  <a:gd name="T40" fmla="*/ 8 w 15"/>
                  <a:gd name="T41" fmla="*/ 8 h 9"/>
                  <a:gd name="T42" fmla="*/ 11 w 15"/>
                  <a:gd name="T43" fmla="*/ 8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5" h="9">
                    <a:moveTo>
                      <a:pt x="14" y="7"/>
                    </a:moveTo>
                    <a:cubicBezTo>
                      <a:pt x="12" y="8"/>
                      <a:pt x="12" y="8"/>
                      <a:pt x="12" y="8"/>
                    </a:cubicBezTo>
                    <a:cubicBezTo>
                      <a:pt x="12" y="9"/>
                      <a:pt x="11" y="9"/>
                      <a:pt x="10" y="9"/>
                    </a:cubicBezTo>
                    <a:cubicBezTo>
                      <a:pt x="9" y="9"/>
                      <a:pt x="8" y="9"/>
                      <a:pt x="7" y="8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0" y="4"/>
                      <a:pt x="0" y="4"/>
                      <a:pt x="0" y="3"/>
                    </a:cubicBezTo>
                    <a:cubicBezTo>
                      <a:pt x="0" y="3"/>
                      <a:pt x="0" y="2"/>
                      <a:pt x="1" y="2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4" y="0"/>
                      <a:pt x="4" y="0"/>
                      <a:pt x="5" y="0"/>
                    </a:cubicBezTo>
                    <a:cubicBezTo>
                      <a:pt x="6" y="0"/>
                      <a:pt x="7" y="0"/>
                      <a:pt x="8" y="1"/>
                    </a:cubicBezTo>
                    <a:cubicBezTo>
                      <a:pt x="14" y="4"/>
                      <a:pt x="14" y="4"/>
                      <a:pt x="14" y="4"/>
                    </a:cubicBezTo>
                    <a:cubicBezTo>
                      <a:pt x="15" y="5"/>
                      <a:pt x="15" y="5"/>
                      <a:pt x="15" y="6"/>
                    </a:cubicBezTo>
                    <a:cubicBezTo>
                      <a:pt x="15" y="6"/>
                      <a:pt x="15" y="7"/>
                      <a:pt x="14" y="7"/>
                    </a:cubicBezTo>
                    <a:close/>
                    <a:moveTo>
                      <a:pt x="11" y="8"/>
                    </a:moveTo>
                    <a:cubicBezTo>
                      <a:pt x="13" y="7"/>
                      <a:pt x="13" y="7"/>
                      <a:pt x="13" y="7"/>
                    </a:cubicBezTo>
                    <a:cubicBezTo>
                      <a:pt x="14" y="6"/>
                      <a:pt x="14" y="6"/>
                      <a:pt x="13" y="5"/>
                    </a:cubicBezTo>
                    <a:cubicBezTo>
                      <a:pt x="7" y="2"/>
                      <a:pt x="7" y="2"/>
                      <a:pt x="7" y="2"/>
                    </a:cubicBezTo>
                    <a:cubicBezTo>
                      <a:pt x="6" y="1"/>
                      <a:pt x="5" y="1"/>
                      <a:pt x="4" y="2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1" y="3"/>
                      <a:pt x="1" y="4"/>
                      <a:pt x="2" y="4"/>
                    </a:cubicBezTo>
                    <a:cubicBezTo>
                      <a:pt x="8" y="8"/>
                      <a:pt x="8" y="8"/>
                      <a:pt x="8" y="8"/>
                    </a:cubicBezTo>
                    <a:cubicBezTo>
                      <a:pt x="9" y="8"/>
                      <a:pt x="10" y="8"/>
                      <a:pt x="11" y="8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6" name="Freeform: Shape 55" descr="c7622f90-6b3c-4bf2-b66b-97d466a6064e"/>
              <p:cNvSpPr/>
              <p:nvPr/>
            </p:nvSpPr>
            <p:spPr bwMode="auto">
              <a:xfrm>
                <a:off x="5056190" y="2566971"/>
                <a:ext cx="49213" cy="30163"/>
              </a:xfrm>
              <a:custGeom>
                <a:avLst/>
                <a:gdLst>
                  <a:gd name="T0" fmla="*/ 1 w 13"/>
                  <a:gd name="T1" fmla="*/ 4 h 8"/>
                  <a:gd name="T2" fmla="*/ 0 w 13"/>
                  <a:gd name="T3" fmla="*/ 4 h 8"/>
                  <a:gd name="T4" fmla="*/ 0 w 13"/>
                  <a:gd name="T5" fmla="*/ 3 h 8"/>
                  <a:gd name="T6" fmla="*/ 0 w 13"/>
                  <a:gd name="T7" fmla="*/ 1 h 8"/>
                  <a:gd name="T8" fmla="*/ 1 w 13"/>
                  <a:gd name="T9" fmla="*/ 1 h 8"/>
                  <a:gd name="T10" fmla="*/ 2 w 13"/>
                  <a:gd name="T11" fmla="*/ 1 h 8"/>
                  <a:gd name="T12" fmla="*/ 2 w 13"/>
                  <a:gd name="T13" fmla="*/ 1 h 8"/>
                  <a:gd name="T14" fmla="*/ 13 w 13"/>
                  <a:gd name="T15" fmla="*/ 7 h 8"/>
                  <a:gd name="T16" fmla="*/ 13 w 13"/>
                  <a:gd name="T17" fmla="*/ 7 h 8"/>
                  <a:gd name="T18" fmla="*/ 12 w 13"/>
                  <a:gd name="T19" fmla="*/ 8 h 8"/>
                  <a:gd name="T20" fmla="*/ 12 w 13"/>
                  <a:gd name="T21" fmla="*/ 8 h 8"/>
                  <a:gd name="T22" fmla="*/ 2 w 13"/>
                  <a:gd name="T23" fmla="*/ 2 h 8"/>
                  <a:gd name="T24" fmla="*/ 1 w 13"/>
                  <a:gd name="T25" fmla="*/ 4 h 8"/>
                  <a:gd name="T26" fmla="*/ 1 w 13"/>
                  <a:gd name="T27" fmla="*/ 4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" h="8">
                    <a:moveTo>
                      <a:pt x="1" y="4"/>
                    </a:moveTo>
                    <a:cubicBezTo>
                      <a:pt x="0" y="4"/>
                      <a:pt x="0" y="4"/>
                      <a:pt x="0" y="4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0"/>
                      <a:pt x="2" y="0"/>
                      <a:pt x="2" y="1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2" y="8"/>
                      <a:pt x="12" y="8"/>
                      <a:pt x="12" y="8"/>
                    </a:cubicBezTo>
                    <a:cubicBezTo>
                      <a:pt x="12" y="8"/>
                      <a:pt x="12" y="8"/>
                      <a:pt x="12" y="8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1" y="4"/>
                      <a:pt x="1" y="4"/>
                      <a:pt x="1" y="4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7" name="Freeform: Shape 56" descr="483854de-68ed-4a4a-9f24-ad6493b12e59"/>
              <p:cNvSpPr/>
              <p:nvPr/>
            </p:nvSpPr>
            <p:spPr bwMode="auto">
              <a:xfrm>
                <a:off x="5513391" y="2465372"/>
                <a:ext cx="60325" cy="33338"/>
              </a:xfrm>
              <a:custGeom>
                <a:avLst/>
                <a:gdLst>
                  <a:gd name="T0" fmla="*/ 15 w 16"/>
                  <a:gd name="T1" fmla="*/ 7 h 9"/>
                  <a:gd name="T2" fmla="*/ 13 w 16"/>
                  <a:gd name="T3" fmla="*/ 8 h 9"/>
                  <a:gd name="T4" fmla="*/ 10 w 16"/>
                  <a:gd name="T5" fmla="*/ 9 h 9"/>
                  <a:gd name="T6" fmla="*/ 8 w 16"/>
                  <a:gd name="T7" fmla="*/ 8 h 9"/>
                  <a:gd name="T8" fmla="*/ 1 w 16"/>
                  <a:gd name="T9" fmla="*/ 4 h 9"/>
                  <a:gd name="T10" fmla="*/ 0 w 16"/>
                  <a:gd name="T11" fmla="*/ 3 h 9"/>
                  <a:gd name="T12" fmla="*/ 1 w 16"/>
                  <a:gd name="T13" fmla="*/ 1 h 9"/>
                  <a:gd name="T14" fmla="*/ 3 w 16"/>
                  <a:gd name="T15" fmla="*/ 0 h 9"/>
                  <a:gd name="T16" fmla="*/ 6 w 16"/>
                  <a:gd name="T17" fmla="*/ 0 h 9"/>
                  <a:gd name="T18" fmla="*/ 8 w 16"/>
                  <a:gd name="T19" fmla="*/ 0 h 9"/>
                  <a:gd name="T20" fmla="*/ 15 w 16"/>
                  <a:gd name="T21" fmla="*/ 4 h 9"/>
                  <a:gd name="T22" fmla="*/ 16 w 16"/>
                  <a:gd name="T23" fmla="*/ 6 h 9"/>
                  <a:gd name="T24" fmla="*/ 15 w 16"/>
                  <a:gd name="T25" fmla="*/ 7 h 9"/>
                  <a:gd name="T26" fmla="*/ 12 w 16"/>
                  <a:gd name="T27" fmla="*/ 7 h 9"/>
                  <a:gd name="T28" fmla="*/ 13 w 16"/>
                  <a:gd name="T29" fmla="*/ 6 h 9"/>
                  <a:gd name="T30" fmla="*/ 13 w 16"/>
                  <a:gd name="T31" fmla="*/ 5 h 9"/>
                  <a:gd name="T32" fmla="*/ 7 w 16"/>
                  <a:gd name="T33" fmla="*/ 1 h 9"/>
                  <a:gd name="T34" fmla="*/ 4 w 16"/>
                  <a:gd name="T35" fmla="*/ 1 h 9"/>
                  <a:gd name="T36" fmla="*/ 3 w 16"/>
                  <a:gd name="T37" fmla="*/ 2 h 9"/>
                  <a:gd name="T38" fmla="*/ 3 w 16"/>
                  <a:gd name="T39" fmla="*/ 4 h 9"/>
                  <a:gd name="T40" fmla="*/ 9 w 16"/>
                  <a:gd name="T41" fmla="*/ 7 h 9"/>
                  <a:gd name="T42" fmla="*/ 12 w 16"/>
                  <a:gd name="T43" fmla="*/ 7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6" h="9">
                    <a:moveTo>
                      <a:pt x="15" y="7"/>
                    </a:moveTo>
                    <a:cubicBezTo>
                      <a:pt x="13" y="8"/>
                      <a:pt x="13" y="8"/>
                      <a:pt x="13" y="8"/>
                    </a:cubicBezTo>
                    <a:cubicBezTo>
                      <a:pt x="12" y="9"/>
                      <a:pt x="11" y="9"/>
                      <a:pt x="10" y="9"/>
                    </a:cubicBezTo>
                    <a:cubicBezTo>
                      <a:pt x="9" y="9"/>
                      <a:pt x="8" y="9"/>
                      <a:pt x="8" y="8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1" y="4"/>
                      <a:pt x="0" y="4"/>
                      <a:pt x="0" y="3"/>
                    </a:cubicBezTo>
                    <a:cubicBezTo>
                      <a:pt x="0" y="2"/>
                      <a:pt x="1" y="2"/>
                      <a:pt x="1" y="1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4" y="0"/>
                      <a:pt x="5" y="0"/>
                      <a:pt x="6" y="0"/>
                    </a:cubicBezTo>
                    <a:cubicBezTo>
                      <a:pt x="7" y="0"/>
                      <a:pt x="8" y="0"/>
                      <a:pt x="8" y="0"/>
                    </a:cubicBezTo>
                    <a:cubicBezTo>
                      <a:pt x="15" y="4"/>
                      <a:pt x="15" y="4"/>
                      <a:pt x="15" y="4"/>
                    </a:cubicBezTo>
                    <a:cubicBezTo>
                      <a:pt x="15" y="4"/>
                      <a:pt x="16" y="5"/>
                      <a:pt x="16" y="6"/>
                    </a:cubicBezTo>
                    <a:cubicBezTo>
                      <a:pt x="16" y="6"/>
                      <a:pt x="15" y="7"/>
                      <a:pt x="15" y="7"/>
                    </a:cubicBezTo>
                    <a:close/>
                    <a:moveTo>
                      <a:pt x="12" y="7"/>
                    </a:moveTo>
                    <a:cubicBezTo>
                      <a:pt x="13" y="6"/>
                      <a:pt x="13" y="6"/>
                      <a:pt x="13" y="6"/>
                    </a:cubicBezTo>
                    <a:cubicBezTo>
                      <a:pt x="14" y="6"/>
                      <a:pt x="14" y="5"/>
                      <a:pt x="13" y="5"/>
                    </a:cubicBezTo>
                    <a:cubicBezTo>
                      <a:pt x="7" y="1"/>
                      <a:pt x="7" y="1"/>
                      <a:pt x="7" y="1"/>
                    </a:cubicBezTo>
                    <a:cubicBezTo>
                      <a:pt x="6" y="1"/>
                      <a:pt x="5" y="1"/>
                      <a:pt x="4" y="1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2" y="3"/>
                      <a:pt x="2" y="3"/>
                      <a:pt x="3" y="4"/>
                    </a:cubicBezTo>
                    <a:cubicBezTo>
                      <a:pt x="9" y="7"/>
                      <a:pt x="9" y="7"/>
                      <a:pt x="9" y="7"/>
                    </a:cubicBezTo>
                    <a:cubicBezTo>
                      <a:pt x="10" y="8"/>
                      <a:pt x="11" y="8"/>
                      <a:pt x="12" y="7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8" name="Freeform: Shape 57" descr="3cc3a13d-dcc5-4b03-a7a7-bab54142f007"/>
              <p:cNvSpPr/>
              <p:nvPr/>
            </p:nvSpPr>
            <p:spPr bwMode="auto">
              <a:xfrm>
                <a:off x="6384929" y="1692263"/>
                <a:ext cx="57150" cy="33338"/>
              </a:xfrm>
              <a:custGeom>
                <a:avLst/>
                <a:gdLst>
                  <a:gd name="T0" fmla="*/ 14 w 15"/>
                  <a:gd name="T1" fmla="*/ 7 h 9"/>
                  <a:gd name="T2" fmla="*/ 12 w 15"/>
                  <a:gd name="T3" fmla="*/ 8 h 9"/>
                  <a:gd name="T4" fmla="*/ 10 w 15"/>
                  <a:gd name="T5" fmla="*/ 9 h 9"/>
                  <a:gd name="T6" fmla="*/ 7 w 15"/>
                  <a:gd name="T7" fmla="*/ 8 h 9"/>
                  <a:gd name="T8" fmla="*/ 1 w 15"/>
                  <a:gd name="T9" fmla="*/ 4 h 9"/>
                  <a:gd name="T10" fmla="*/ 0 w 15"/>
                  <a:gd name="T11" fmla="*/ 3 h 9"/>
                  <a:gd name="T12" fmla="*/ 1 w 15"/>
                  <a:gd name="T13" fmla="*/ 1 h 9"/>
                  <a:gd name="T14" fmla="*/ 3 w 15"/>
                  <a:gd name="T15" fmla="*/ 0 h 9"/>
                  <a:gd name="T16" fmla="*/ 5 w 15"/>
                  <a:gd name="T17" fmla="*/ 0 h 9"/>
                  <a:gd name="T18" fmla="*/ 8 w 15"/>
                  <a:gd name="T19" fmla="*/ 0 h 9"/>
                  <a:gd name="T20" fmla="*/ 14 w 15"/>
                  <a:gd name="T21" fmla="*/ 4 h 9"/>
                  <a:gd name="T22" fmla="*/ 15 w 15"/>
                  <a:gd name="T23" fmla="*/ 5 h 9"/>
                  <a:gd name="T24" fmla="*/ 14 w 15"/>
                  <a:gd name="T25" fmla="*/ 7 h 9"/>
                  <a:gd name="T26" fmla="*/ 11 w 15"/>
                  <a:gd name="T27" fmla="*/ 7 h 9"/>
                  <a:gd name="T28" fmla="*/ 13 w 15"/>
                  <a:gd name="T29" fmla="*/ 6 h 9"/>
                  <a:gd name="T30" fmla="*/ 13 w 15"/>
                  <a:gd name="T31" fmla="*/ 5 h 9"/>
                  <a:gd name="T32" fmla="*/ 7 w 15"/>
                  <a:gd name="T33" fmla="*/ 1 h 9"/>
                  <a:gd name="T34" fmla="*/ 4 w 15"/>
                  <a:gd name="T35" fmla="*/ 1 h 9"/>
                  <a:gd name="T36" fmla="*/ 2 w 15"/>
                  <a:gd name="T37" fmla="*/ 2 h 9"/>
                  <a:gd name="T38" fmla="*/ 2 w 15"/>
                  <a:gd name="T39" fmla="*/ 4 h 9"/>
                  <a:gd name="T40" fmla="*/ 8 w 15"/>
                  <a:gd name="T41" fmla="*/ 7 h 9"/>
                  <a:gd name="T42" fmla="*/ 11 w 15"/>
                  <a:gd name="T43" fmla="*/ 7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5" h="9">
                    <a:moveTo>
                      <a:pt x="14" y="7"/>
                    </a:moveTo>
                    <a:cubicBezTo>
                      <a:pt x="12" y="8"/>
                      <a:pt x="12" y="8"/>
                      <a:pt x="12" y="8"/>
                    </a:cubicBezTo>
                    <a:cubicBezTo>
                      <a:pt x="12" y="8"/>
                      <a:pt x="11" y="9"/>
                      <a:pt x="10" y="9"/>
                    </a:cubicBezTo>
                    <a:cubicBezTo>
                      <a:pt x="9" y="9"/>
                      <a:pt x="8" y="8"/>
                      <a:pt x="7" y="8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0" y="4"/>
                      <a:pt x="0" y="3"/>
                      <a:pt x="0" y="3"/>
                    </a:cubicBezTo>
                    <a:cubicBezTo>
                      <a:pt x="0" y="2"/>
                      <a:pt x="0" y="2"/>
                      <a:pt x="1" y="1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4" y="0"/>
                      <a:pt x="4" y="0"/>
                      <a:pt x="5" y="0"/>
                    </a:cubicBezTo>
                    <a:cubicBezTo>
                      <a:pt x="6" y="0"/>
                      <a:pt x="7" y="0"/>
                      <a:pt x="8" y="0"/>
                    </a:cubicBezTo>
                    <a:cubicBezTo>
                      <a:pt x="14" y="4"/>
                      <a:pt x="14" y="4"/>
                      <a:pt x="14" y="4"/>
                    </a:cubicBezTo>
                    <a:cubicBezTo>
                      <a:pt x="15" y="4"/>
                      <a:pt x="15" y="5"/>
                      <a:pt x="15" y="5"/>
                    </a:cubicBezTo>
                    <a:cubicBezTo>
                      <a:pt x="15" y="6"/>
                      <a:pt x="15" y="6"/>
                      <a:pt x="14" y="7"/>
                    </a:cubicBezTo>
                    <a:close/>
                    <a:moveTo>
                      <a:pt x="11" y="7"/>
                    </a:moveTo>
                    <a:cubicBezTo>
                      <a:pt x="13" y="6"/>
                      <a:pt x="13" y="6"/>
                      <a:pt x="13" y="6"/>
                    </a:cubicBezTo>
                    <a:cubicBezTo>
                      <a:pt x="14" y="6"/>
                      <a:pt x="14" y="5"/>
                      <a:pt x="13" y="5"/>
                    </a:cubicBezTo>
                    <a:cubicBezTo>
                      <a:pt x="7" y="1"/>
                      <a:pt x="7" y="1"/>
                      <a:pt x="7" y="1"/>
                    </a:cubicBezTo>
                    <a:cubicBezTo>
                      <a:pt x="6" y="0"/>
                      <a:pt x="5" y="0"/>
                      <a:pt x="4" y="1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1" y="2"/>
                      <a:pt x="1" y="3"/>
                      <a:pt x="2" y="4"/>
                    </a:cubicBezTo>
                    <a:cubicBezTo>
                      <a:pt x="8" y="7"/>
                      <a:pt x="8" y="7"/>
                      <a:pt x="8" y="7"/>
                    </a:cubicBezTo>
                    <a:cubicBezTo>
                      <a:pt x="9" y="8"/>
                      <a:pt x="10" y="8"/>
                      <a:pt x="11" y="7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9" name="Freeform: Shape 58" descr="34c775f7-9d21-4451-a811-29971edee465"/>
              <p:cNvSpPr/>
              <p:nvPr/>
            </p:nvSpPr>
            <p:spPr bwMode="auto">
              <a:xfrm>
                <a:off x="6059491" y="1311266"/>
                <a:ext cx="60325" cy="33338"/>
              </a:xfrm>
              <a:custGeom>
                <a:avLst/>
                <a:gdLst>
                  <a:gd name="T0" fmla="*/ 15 w 16"/>
                  <a:gd name="T1" fmla="*/ 7 h 9"/>
                  <a:gd name="T2" fmla="*/ 13 w 16"/>
                  <a:gd name="T3" fmla="*/ 8 h 9"/>
                  <a:gd name="T4" fmla="*/ 10 w 16"/>
                  <a:gd name="T5" fmla="*/ 9 h 9"/>
                  <a:gd name="T6" fmla="*/ 8 w 16"/>
                  <a:gd name="T7" fmla="*/ 8 h 9"/>
                  <a:gd name="T8" fmla="*/ 1 w 16"/>
                  <a:gd name="T9" fmla="*/ 5 h 9"/>
                  <a:gd name="T10" fmla="*/ 0 w 16"/>
                  <a:gd name="T11" fmla="*/ 3 h 9"/>
                  <a:gd name="T12" fmla="*/ 1 w 16"/>
                  <a:gd name="T13" fmla="*/ 2 h 9"/>
                  <a:gd name="T14" fmla="*/ 3 w 16"/>
                  <a:gd name="T15" fmla="*/ 1 h 9"/>
                  <a:gd name="T16" fmla="*/ 6 w 16"/>
                  <a:gd name="T17" fmla="*/ 0 h 9"/>
                  <a:gd name="T18" fmla="*/ 8 w 16"/>
                  <a:gd name="T19" fmla="*/ 1 h 9"/>
                  <a:gd name="T20" fmla="*/ 15 w 16"/>
                  <a:gd name="T21" fmla="*/ 4 h 9"/>
                  <a:gd name="T22" fmla="*/ 16 w 16"/>
                  <a:gd name="T23" fmla="*/ 6 h 9"/>
                  <a:gd name="T24" fmla="*/ 15 w 16"/>
                  <a:gd name="T25" fmla="*/ 7 h 9"/>
                  <a:gd name="T26" fmla="*/ 12 w 16"/>
                  <a:gd name="T27" fmla="*/ 7 h 9"/>
                  <a:gd name="T28" fmla="*/ 13 w 16"/>
                  <a:gd name="T29" fmla="*/ 7 h 9"/>
                  <a:gd name="T30" fmla="*/ 13 w 16"/>
                  <a:gd name="T31" fmla="*/ 5 h 9"/>
                  <a:gd name="T32" fmla="*/ 7 w 16"/>
                  <a:gd name="T33" fmla="*/ 1 h 9"/>
                  <a:gd name="T34" fmla="*/ 4 w 16"/>
                  <a:gd name="T35" fmla="*/ 1 h 9"/>
                  <a:gd name="T36" fmla="*/ 3 w 16"/>
                  <a:gd name="T37" fmla="*/ 2 h 9"/>
                  <a:gd name="T38" fmla="*/ 3 w 16"/>
                  <a:gd name="T39" fmla="*/ 4 h 9"/>
                  <a:gd name="T40" fmla="*/ 9 w 16"/>
                  <a:gd name="T41" fmla="*/ 7 h 9"/>
                  <a:gd name="T42" fmla="*/ 12 w 16"/>
                  <a:gd name="T43" fmla="*/ 7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6" h="9">
                    <a:moveTo>
                      <a:pt x="15" y="7"/>
                    </a:moveTo>
                    <a:cubicBezTo>
                      <a:pt x="13" y="8"/>
                      <a:pt x="13" y="8"/>
                      <a:pt x="13" y="8"/>
                    </a:cubicBezTo>
                    <a:cubicBezTo>
                      <a:pt x="12" y="9"/>
                      <a:pt x="11" y="9"/>
                      <a:pt x="10" y="9"/>
                    </a:cubicBezTo>
                    <a:cubicBezTo>
                      <a:pt x="9" y="9"/>
                      <a:pt x="8" y="9"/>
                      <a:pt x="8" y="8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1" y="4"/>
                      <a:pt x="0" y="4"/>
                      <a:pt x="0" y="3"/>
                    </a:cubicBezTo>
                    <a:cubicBezTo>
                      <a:pt x="0" y="3"/>
                      <a:pt x="1" y="2"/>
                      <a:pt x="1" y="2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4" y="0"/>
                      <a:pt x="5" y="0"/>
                      <a:pt x="6" y="0"/>
                    </a:cubicBezTo>
                    <a:cubicBezTo>
                      <a:pt x="7" y="0"/>
                      <a:pt x="8" y="0"/>
                      <a:pt x="8" y="1"/>
                    </a:cubicBezTo>
                    <a:cubicBezTo>
                      <a:pt x="15" y="4"/>
                      <a:pt x="15" y="4"/>
                      <a:pt x="15" y="4"/>
                    </a:cubicBezTo>
                    <a:cubicBezTo>
                      <a:pt x="15" y="5"/>
                      <a:pt x="16" y="5"/>
                      <a:pt x="16" y="6"/>
                    </a:cubicBezTo>
                    <a:cubicBezTo>
                      <a:pt x="16" y="6"/>
                      <a:pt x="15" y="7"/>
                      <a:pt x="15" y="7"/>
                    </a:cubicBezTo>
                    <a:close/>
                    <a:moveTo>
                      <a:pt x="12" y="7"/>
                    </a:moveTo>
                    <a:cubicBezTo>
                      <a:pt x="13" y="7"/>
                      <a:pt x="13" y="7"/>
                      <a:pt x="13" y="7"/>
                    </a:cubicBezTo>
                    <a:cubicBezTo>
                      <a:pt x="14" y="6"/>
                      <a:pt x="14" y="5"/>
                      <a:pt x="13" y="5"/>
                    </a:cubicBezTo>
                    <a:cubicBezTo>
                      <a:pt x="7" y="1"/>
                      <a:pt x="7" y="1"/>
                      <a:pt x="7" y="1"/>
                    </a:cubicBezTo>
                    <a:cubicBezTo>
                      <a:pt x="6" y="1"/>
                      <a:pt x="5" y="1"/>
                      <a:pt x="4" y="1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2" y="3"/>
                      <a:pt x="2" y="3"/>
                      <a:pt x="3" y="4"/>
                    </a:cubicBezTo>
                    <a:cubicBezTo>
                      <a:pt x="9" y="7"/>
                      <a:pt x="9" y="7"/>
                      <a:pt x="9" y="7"/>
                    </a:cubicBezTo>
                    <a:cubicBezTo>
                      <a:pt x="10" y="8"/>
                      <a:pt x="11" y="8"/>
                      <a:pt x="12" y="7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0" name="Freeform: Shape 59" descr="e57e6e31-e5ac-4239-8a19-c61bdfbe9461"/>
              <p:cNvSpPr/>
              <p:nvPr/>
            </p:nvSpPr>
            <p:spPr bwMode="auto">
              <a:xfrm>
                <a:off x="6059491" y="1374766"/>
                <a:ext cx="60325" cy="34925"/>
              </a:xfrm>
              <a:custGeom>
                <a:avLst/>
                <a:gdLst>
                  <a:gd name="T0" fmla="*/ 15 w 16"/>
                  <a:gd name="T1" fmla="*/ 8 h 9"/>
                  <a:gd name="T2" fmla="*/ 13 w 16"/>
                  <a:gd name="T3" fmla="*/ 9 h 9"/>
                  <a:gd name="T4" fmla="*/ 10 w 16"/>
                  <a:gd name="T5" fmla="*/ 9 h 9"/>
                  <a:gd name="T6" fmla="*/ 8 w 16"/>
                  <a:gd name="T7" fmla="*/ 9 h 9"/>
                  <a:gd name="T8" fmla="*/ 1 w 16"/>
                  <a:gd name="T9" fmla="*/ 5 h 9"/>
                  <a:gd name="T10" fmla="*/ 0 w 16"/>
                  <a:gd name="T11" fmla="*/ 4 h 9"/>
                  <a:gd name="T12" fmla="*/ 1 w 16"/>
                  <a:gd name="T13" fmla="*/ 2 h 9"/>
                  <a:gd name="T14" fmla="*/ 3 w 16"/>
                  <a:gd name="T15" fmla="*/ 1 h 9"/>
                  <a:gd name="T16" fmla="*/ 6 w 16"/>
                  <a:gd name="T17" fmla="*/ 0 h 9"/>
                  <a:gd name="T18" fmla="*/ 8 w 16"/>
                  <a:gd name="T19" fmla="*/ 1 h 9"/>
                  <a:gd name="T20" fmla="*/ 15 w 16"/>
                  <a:gd name="T21" fmla="*/ 5 h 9"/>
                  <a:gd name="T22" fmla="*/ 16 w 16"/>
                  <a:gd name="T23" fmla="*/ 6 h 9"/>
                  <a:gd name="T24" fmla="*/ 15 w 16"/>
                  <a:gd name="T25" fmla="*/ 8 h 9"/>
                  <a:gd name="T26" fmla="*/ 12 w 16"/>
                  <a:gd name="T27" fmla="*/ 8 h 9"/>
                  <a:gd name="T28" fmla="*/ 13 w 16"/>
                  <a:gd name="T29" fmla="*/ 7 h 9"/>
                  <a:gd name="T30" fmla="*/ 13 w 16"/>
                  <a:gd name="T31" fmla="*/ 5 h 9"/>
                  <a:gd name="T32" fmla="*/ 7 w 16"/>
                  <a:gd name="T33" fmla="*/ 2 h 9"/>
                  <a:gd name="T34" fmla="*/ 4 w 16"/>
                  <a:gd name="T35" fmla="*/ 2 h 9"/>
                  <a:gd name="T36" fmla="*/ 3 w 16"/>
                  <a:gd name="T37" fmla="*/ 3 h 9"/>
                  <a:gd name="T38" fmla="*/ 3 w 16"/>
                  <a:gd name="T39" fmla="*/ 4 h 9"/>
                  <a:gd name="T40" fmla="*/ 9 w 16"/>
                  <a:gd name="T41" fmla="*/ 8 h 9"/>
                  <a:gd name="T42" fmla="*/ 12 w 16"/>
                  <a:gd name="T43" fmla="*/ 8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6" h="9">
                    <a:moveTo>
                      <a:pt x="15" y="8"/>
                    </a:moveTo>
                    <a:cubicBezTo>
                      <a:pt x="13" y="9"/>
                      <a:pt x="13" y="9"/>
                      <a:pt x="13" y="9"/>
                    </a:cubicBezTo>
                    <a:cubicBezTo>
                      <a:pt x="12" y="9"/>
                      <a:pt x="11" y="9"/>
                      <a:pt x="10" y="9"/>
                    </a:cubicBezTo>
                    <a:cubicBezTo>
                      <a:pt x="9" y="9"/>
                      <a:pt x="8" y="9"/>
                      <a:pt x="8" y="9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1" y="5"/>
                      <a:pt x="0" y="4"/>
                      <a:pt x="0" y="4"/>
                    </a:cubicBezTo>
                    <a:cubicBezTo>
                      <a:pt x="0" y="3"/>
                      <a:pt x="1" y="3"/>
                      <a:pt x="1" y="2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4" y="1"/>
                      <a:pt x="5" y="0"/>
                      <a:pt x="6" y="0"/>
                    </a:cubicBezTo>
                    <a:cubicBezTo>
                      <a:pt x="7" y="0"/>
                      <a:pt x="8" y="1"/>
                      <a:pt x="8" y="1"/>
                    </a:cubicBezTo>
                    <a:cubicBezTo>
                      <a:pt x="15" y="5"/>
                      <a:pt x="15" y="5"/>
                      <a:pt x="15" y="5"/>
                    </a:cubicBezTo>
                    <a:cubicBezTo>
                      <a:pt x="15" y="5"/>
                      <a:pt x="16" y="6"/>
                      <a:pt x="16" y="6"/>
                    </a:cubicBezTo>
                    <a:cubicBezTo>
                      <a:pt x="16" y="7"/>
                      <a:pt x="15" y="7"/>
                      <a:pt x="15" y="8"/>
                    </a:cubicBezTo>
                    <a:close/>
                    <a:moveTo>
                      <a:pt x="12" y="8"/>
                    </a:moveTo>
                    <a:cubicBezTo>
                      <a:pt x="13" y="7"/>
                      <a:pt x="13" y="7"/>
                      <a:pt x="13" y="7"/>
                    </a:cubicBezTo>
                    <a:cubicBezTo>
                      <a:pt x="14" y="7"/>
                      <a:pt x="14" y="6"/>
                      <a:pt x="13" y="5"/>
                    </a:cubicBezTo>
                    <a:cubicBezTo>
                      <a:pt x="7" y="2"/>
                      <a:pt x="7" y="2"/>
                      <a:pt x="7" y="2"/>
                    </a:cubicBezTo>
                    <a:cubicBezTo>
                      <a:pt x="6" y="1"/>
                      <a:pt x="5" y="1"/>
                      <a:pt x="4" y="2"/>
                    </a:cubicBezTo>
                    <a:cubicBezTo>
                      <a:pt x="3" y="3"/>
                      <a:pt x="3" y="3"/>
                      <a:pt x="3" y="3"/>
                    </a:cubicBezTo>
                    <a:cubicBezTo>
                      <a:pt x="2" y="3"/>
                      <a:pt x="2" y="4"/>
                      <a:pt x="3" y="4"/>
                    </a:cubicBezTo>
                    <a:cubicBezTo>
                      <a:pt x="9" y="8"/>
                      <a:pt x="9" y="8"/>
                      <a:pt x="9" y="8"/>
                    </a:cubicBezTo>
                    <a:cubicBezTo>
                      <a:pt x="10" y="8"/>
                      <a:pt x="11" y="8"/>
                      <a:pt x="12" y="8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1" name="Freeform: Shape 60" descr="65bcbe1b-4d10-4dca-8680-86320ed5853e"/>
              <p:cNvSpPr/>
              <p:nvPr/>
            </p:nvSpPr>
            <p:spPr bwMode="auto">
              <a:xfrm>
                <a:off x="7212017" y="2559033"/>
                <a:ext cx="60325" cy="34925"/>
              </a:xfrm>
              <a:custGeom>
                <a:avLst/>
                <a:gdLst>
                  <a:gd name="T0" fmla="*/ 14 w 16"/>
                  <a:gd name="T1" fmla="*/ 8 h 9"/>
                  <a:gd name="T2" fmla="*/ 13 w 16"/>
                  <a:gd name="T3" fmla="*/ 9 h 9"/>
                  <a:gd name="T4" fmla="*/ 10 w 16"/>
                  <a:gd name="T5" fmla="*/ 9 h 9"/>
                  <a:gd name="T6" fmla="*/ 7 w 16"/>
                  <a:gd name="T7" fmla="*/ 9 h 9"/>
                  <a:gd name="T8" fmla="*/ 1 w 16"/>
                  <a:gd name="T9" fmla="*/ 5 h 9"/>
                  <a:gd name="T10" fmla="*/ 0 w 16"/>
                  <a:gd name="T11" fmla="*/ 4 h 9"/>
                  <a:gd name="T12" fmla="*/ 1 w 16"/>
                  <a:gd name="T13" fmla="*/ 2 h 9"/>
                  <a:gd name="T14" fmla="*/ 3 w 16"/>
                  <a:gd name="T15" fmla="*/ 1 h 9"/>
                  <a:gd name="T16" fmla="*/ 6 w 16"/>
                  <a:gd name="T17" fmla="*/ 0 h 9"/>
                  <a:gd name="T18" fmla="*/ 8 w 16"/>
                  <a:gd name="T19" fmla="*/ 1 h 9"/>
                  <a:gd name="T20" fmla="*/ 14 w 16"/>
                  <a:gd name="T21" fmla="*/ 5 h 9"/>
                  <a:gd name="T22" fmla="*/ 16 w 16"/>
                  <a:gd name="T23" fmla="*/ 6 h 9"/>
                  <a:gd name="T24" fmla="*/ 14 w 16"/>
                  <a:gd name="T25" fmla="*/ 8 h 9"/>
                  <a:gd name="T26" fmla="*/ 12 w 16"/>
                  <a:gd name="T27" fmla="*/ 8 h 9"/>
                  <a:gd name="T28" fmla="*/ 13 w 16"/>
                  <a:gd name="T29" fmla="*/ 7 h 9"/>
                  <a:gd name="T30" fmla="*/ 13 w 16"/>
                  <a:gd name="T31" fmla="*/ 5 h 9"/>
                  <a:gd name="T32" fmla="*/ 7 w 16"/>
                  <a:gd name="T33" fmla="*/ 2 h 9"/>
                  <a:gd name="T34" fmla="*/ 4 w 16"/>
                  <a:gd name="T35" fmla="*/ 2 h 9"/>
                  <a:gd name="T36" fmla="*/ 3 w 16"/>
                  <a:gd name="T37" fmla="*/ 3 h 9"/>
                  <a:gd name="T38" fmla="*/ 3 w 16"/>
                  <a:gd name="T39" fmla="*/ 4 h 9"/>
                  <a:gd name="T40" fmla="*/ 9 w 16"/>
                  <a:gd name="T41" fmla="*/ 8 h 9"/>
                  <a:gd name="T42" fmla="*/ 12 w 16"/>
                  <a:gd name="T43" fmla="*/ 8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6" h="9">
                    <a:moveTo>
                      <a:pt x="14" y="8"/>
                    </a:moveTo>
                    <a:cubicBezTo>
                      <a:pt x="13" y="9"/>
                      <a:pt x="13" y="9"/>
                      <a:pt x="13" y="9"/>
                    </a:cubicBezTo>
                    <a:cubicBezTo>
                      <a:pt x="12" y="9"/>
                      <a:pt x="11" y="9"/>
                      <a:pt x="10" y="9"/>
                    </a:cubicBezTo>
                    <a:cubicBezTo>
                      <a:pt x="9" y="9"/>
                      <a:pt x="8" y="9"/>
                      <a:pt x="7" y="9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1" y="5"/>
                      <a:pt x="0" y="4"/>
                      <a:pt x="0" y="4"/>
                    </a:cubicBezTo>
                    <a:cubicBezTo>
                      <a:pt x="0" y="3"/>
                      <a:pt x="1" y="3"/>
                      <a:pt x="1" y="2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4" y="1"/>
                      <a:pt x="5" y="0"/>
                      <a:pt x="6" y="0"/>
                    </a:cubicBezTo>
                    <a:cubicBezTo>
                      <a:pt x="7" y="0"/>
                      <a:pt x="8" y="1"/>
                      <a:pt x="8" y="1"/>
                    </a:cubicBezTo>
                    <a:cubicBezTo>
                      <a:pt x="14" y="5"/>
                      <a:pt x="14" y="5"/>
                      <a:pt x="14" y="5"/>
                    </a:cubicBezTo>
                    <a:cubicBezTo>
                      <a:pt x="15" y="5"/>
                      <a:pt x="16" y="6"/>
                      <a:pt x="16" y="6"/>
                    </a:cubicBezTo>
                    <a:cubicBezTo>
                      <a:pt x="16" y="7"/>
                      <a:pt x="15" y="7"/>
                      <a:pt x="14" y="8"/>
                    </a:cubicBezTo>
                    <a:close/>
                    <a:moveTo>
                      <a:pt x="12" y="8"/>
                    </a:moveTo>
                    <a:cubicBezTo>
                      <a:pt x="13" y="7"/>
                      <a:pt x="13" y="7"/>
                      <a:pt x="13" y="7"/>
                    </a:cubicBezTo>
                    <a:cubicBezTo>
                      <a:pt x="14" y="7"/>
                      <a:pt x="14" y="6"/>
                      <a:pt x="13" y="5"/>
                    </a:cubicBezTo>
                    <a:cubicBezTo>
                      <a:pt x="7" y="2"/>
                      <a:pt x="7" y="2"/>
                      <a:pt x="7" y="2"/>
                    </a:cubicBezTo>
                    <a:cubicBezTo>
                      <a:pt x="6" y="1"/>
                      <a:pt x="5" y="1"/>
                      <a:pt x="4" y="2"/>
                    </a:cubicBezTo>
                    <a:cubicBezTo>
                      <a:pt x="3" y="3"/>
                      <a:pt x="3" y="3"/>
                      <a:pt x="3" y="3"/>
                    </a:cubicBezTo>
                    <a:cubicBezTo>
                      <a:pt x="2" y="3"/>
                      <a:pt x="2" y="4"/>
                      <a:pt x="3" y="4"/>
                    </a:cubicBezTo>
                    <a:cubicBezTo>
                      <a:pt x="9" y="8"/>
                      <a:pt x="9" y="8"/>
                      <a:pt x="9" y="8"/>
                    </a:cubicBezTo>
                    <a:cubicBezTo>
                      <a:pt x="10" y="9"/>
                      <a:pt x="11" y="9"/>
                      <a:pt x="12" y="8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2" name="Freeform: Shape 61" descr="20da96c9-ffca-483a-81e4-1d23f61dcc91"/>
              <p:cNvSpPr/>
              <p:nvPr/>
            </p:nvSpPr>
            <p:spPr bwMode="auto">
              <a:xfrm>
                <a:off x="6694491" y="4864070"/>
                <a:ext cx="74613" cy="230186"/>
              </a:xfrm>
              <a:custGeom>
                <a:avLst/>
                <a:gdLst>
                  <a:gd name="T0" fmla="*/ 47 w 47"/>
                  <a:gd name="T1" fmla="*/ 145 h 145"/>
                  <a:gd name="T2" fmla="*/ 33 w 47"/>
                  <a:gd name="T3" fmla="*/ 140 h 145"/>
                  <a:gd name="T4" fmla="*/ 0 w 47"/>
                  <a:gd name="T5" fmla="*/ 0 h 145"/>
                  <a:gd name="T6" fmla="*/ 14 w 47"/>
                  <a:gd name="T7" fmla="*/ 5 h 145"/>
                  <a:gd name="T8" fmla="*/ 47 w 47"/>
                  <a:gd name="T9" fmla="*/ 145 h 1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7" h="145">
                    <a:moveTo>
                      <a:pt x="47" y="145"/>
                    </a:moveTo>
                    <a:lnTo>
                      <a:pt x="33" y="140"/>
                    </a:lnTo>
                    <a:lnTo>
                      <a:pt x="0" y="0"/>
                    </a:lnTo>
                    <a:lnTo>
                      <a:pt x="14" y="5"/>
                    </a:lnTo>
                    <a:lnTo>
                      <a:pt x="47" y="145"/>
                    </a:lnTo>
                    <a:close/>
                  </a:path>
                </a:pathLst>
              </a:custGeom>
              <a:solidFill>
                <a:srgbClr val="CCC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3" name="Freeform: Shape 62" descr="8f1075f0-18af-4743-adb9-776dbf17f558"/>
              <p:cNvSpPr/>
              <p:nvPr/>
            </p:nvSpPr>
            <p:spPr bwMode="auto">
              <a:xfrm>
                <a:off x="6645279" y="4652933"/>
                <a:ext cx="63500" cy="188912"/>
              </a:xfrm>
              <a:custGeom>
                <a:avLst/>
                <a:gdLst>
                  <a:gd name="T0" fmla="*/ 40 w 40"/>
                  <a:gd name="T1" fmla="*/ 119 h 119"/>
                  <a:gd name="T2" fmla="*/ 26 w 40"/>
                  <a:gd name="T3" fmla="*/ 114 h 119"/>
                  <a:gd name="T4" fmla="*/ 0 w 40"/>
                  <a:gd name="T5" fmla="*/ 0 h 119"/>
                  <a:gd name="T6" fmla="*/ 14 w 40"/>
                  <a:gd name="T7" fmla="*/ 5 h 119"/>
                  <a:gd name="T8" fmla="*/ 40 w 40"/>
                  <a:gd name="T9" fmla="*/ 119 h 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119">
                    <a:moveTo>
                      <a:pt x="40" y="119"/>
                    </a:moveTo>
                    <a:lnTo>
                      <a:pt x="26" y="114"/>
                    </a:lnTo>
                    <a:lnTo>
                      <a:pt x="0" y="0"/>
                    </a:lnTo>
                    <a:lnTo>
                      <a:pt x="14" y="5"/>
                    </a:lnTo>
                    <a:lnTo>
                      <a:pt x="40" y="119"/>
                    </a:lnTo>
                    <a:close/>
                  </a:path>
                </a:pathLst>
              </a:custGeom>
              <a:solidFill>
                <a:srgbClr val="CCC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4" name="Freeform: Shape 63" descr="167d8e80-c706-45da-9ef9-eb2c03562fc0"/>
              <p:cNvSpPr/>
              <p:nvPr/>
            </p:nvSpPr>
            <p:spPr bwMode="auto">
              <a:xfrm>
                <a:off x="6505579" y="4833907"/>
                <a:ext cx="203200" cy="109537"/>
              </a:xfrm>
              <a:custGeom>
                <a:avLst/>
                <a:gdLst>
                  <a:gd name="T0" fmla="*/ 14 w 128"/>
                  <a:gd name="T1" fmla="*/ 69 h 69"/>
                  <a:gd name="T2" fmla="*/ 0 w 128"/>
                  <a:gd name="T3" fmla="*/ 67 h 69"/>
                  <a:gd name="T4" fmla="*/ 114 w 128"/>
                  <a:gd name="T5" fmla="*/ 0 h 69"/>
                  <a:gd name="T6" fmla="*/ 128 w 128"/>
                  <a:gd name="T7" fmla="*/ 5 h 69"/>
                  <a:gd name="T8" fmla="*/ 14 w 128"/>
                  <a:gd name="T9" fmla="*/ 69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8" h="69">
                    <a:moveTo>
                      <a:pt x="14" y="69"/>
                    </a:moveTo>
                    <a:lnTo>
                      <a:pt x="0" y="67"/>
                    </a:lnTo>
                    <a:lnTo>
                      <a:pt x="114" y="0"/>
                    </a:lnTo>
                    <a:lnTo>
                      <a:pt x="128" y="5"/>
                    </a:lnTo>
                    <a:lnTo>
                      <a:pt x="14" y="69"/>
                    </a:lnTo>
                    <a:close/>
                  </a:path>
                </a:pathLst>
              </a:custGeom>
              <a:solidFill>
                <a:srgbClr val="E0DA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5" name="Freeform: Shape 64" descr="5627250a-ec11-4e94-a4a6-406bd6d8a07a"/>
              <p:cNvSpPr/>
              <p:nvPr/>
            </p:nvSpPr>
            <p:spPr bwMode="auto">
              <a:xfrm>
                <a:off x="6596066" y="4441796"/>
                <a:ext cx="63500" cy="188912"/>
              </a:xfrm>
              <a:custGeom>
                <a:avLst/>
                <a:gdLst>
                  <a:gd name="T0" fmla="*/ 40 w 40"/>
                  <a:gd name="T1" fmla="*/ 119 h 119"/>
                  <a:gd name="T2" fmla="*/ 26 w 40"/>
                  <a:gd name="T3" fmla="*/ 114 h 119"/>
                  <a:gd name="T4" fmla="*/ 0 w 40"/>
                  <a:gd name="T5" fmla="*/ 0 h 119"/>
                  <a:gd name="T6" fmla="*/ 14 w 40"/>
                  <a:gd name="T7" fmla="*/ 5 h 119"/>
                  <a:gd name="T8" fmla="*/ 40 w 40"/>
                  <a:gd name="T9" fmla="*/ 119 h 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119">
                    <a:moveTo>
                      <a:pt x="40" y="119"/>
                    </a:moveTo>
                    <a:lnTo>
                      <a:pt x="26" y="114"/>
                    </a:lnTo>
                    <a:lnTo>
                      <a:pt x="0" y="0"/>
                    </a:lnTo>
                    <a:lnTo>
                      <a:pt x="14" y="5"/>
                    </a:lnTo>
                    <a:lnTo>
                      <a:pt x="40" y="119"/>
                    </a:lnTo>
                    <a:close/>
                  </a:path>
                </a:pathLst>
              </a:custGeom>
              <a:solidFill>
                <a:srgbClr val="CCC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6" name="Freeform: Shape 65" descr="4a95bfb0-f1bf-4432-b5eb-b931852e78d7"/>
              <p:cNvSpPr/>
              <p:nvPr/>
            </p:nvSpPr>
            <p:spPr bwMode="auto">
              <a:xfrm>
                <a:off x="6453191" y="4622771"/>
                <a:ext cx="206375" cy="112712"/>
              </a:xfrm>
              <a:custGeom>
                <a:avLst/>
                <a:gdLst>
                  <a:gd name="T0" fmla="*/ 16 w 130"/>
                  <a:gd name="T1" fmla="*/ 71 h 71"/>
                  <a:gd name="T2" fmla="*/ 0 w 130"/>
                  <a:gd name="T3" fmla="*/ 67 h 71"/>
                  <a:gd name="T4" fmla="*/ 116 w 130"/>
                  <a:gd name="T5" fmla="*/ 0 h 71"/>
                  <a:gd name="T6" fmla="*/ 130 w 130"/>
                  <a:gd name="T7" fmla="*/ 5 h 71"/>
                  <a:gd name="T8" fmla="*/ 16 w 13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0" h="71">
                    <a:moveTo>
                      <a:pt x="16" y="71"/>
                    </a:moveTo>
                    <a:lnTo>
                      <a:pt x="0" y="67"/>
                    </a:lnTo>
                    <a:lnTo>
                      <a:pt x="116" y="0"/>
                    </a:lnTo>
                    <a:lnTo>
                      <a:pt x="130" y="5"/>
                    </a:lnTo>
                    <a:lnTo>
                      <a:pt x="16" y="71"/>
                    </a:lnTo>
                    <a:close/>
                  </a:path>
                </a:pathLst>
              </a:custGeom>
              <a:solidFill>
                <a:srgbClr val="E0DA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7" name="Freeform: Shape 66" descr="7162eea0-878b-4496-98ab-3cf5e4500033"/>
              <p:cNvSpPr/>
              <p:nvPr/>
            </p:nvSpPr>
            <p:spPr bwMode="auto">
              <a:xfrm>
                <a:off x="6543679" y="4233836"/>
                <a:ext cx="68263" cy="185737"/>
              </a:xfrm>
              <a:custGeom>
                <a:avLst/>
                <a:gdLst>
                  <a:gd name="T0" fmla="*/ 43 w 43"/>
                  <a:gd name="T1" fmla="*/ 117 h 117"/>
                  <a:gd name="T2" fmla="*/ 28 w 43"/>
                  <a:gd name="T3" fmla="*/ 112 h 117"/>
                  <a:gd name="T4" fmla="*/ 0 w 43"/>
                  <a:gd name="T5" fmla="*/ 0 h 117"/>
                  <a:gd name="T6" fmla="*/ 16 w 43"/>
                  <a:gd name="T7" fmla="*/ 3 h 117"/>
                  <a:gd name="T8" fmla="*/ 43 w 43"/>
                  <a:gd name="T9" fmla="*/ 117 h 1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3" h="117">
                    <a:moveTo>
                      <a:pt x="43" y="117"/>
                    </a:moveTo>
                    <a:lnTo>
                      <a:pt x="28" y="112"/>
                    </a:lnTo>
                    <a:lnTo>
                      <a:pt x="0" y="0"/>
                    </a:lnTo>
                    <a:lnTo>
                      <a:pt x="16" y="3"/>
                    </a:lnTo>
                    <a:lnTo>
                      <a:pt x="43" y="117"/>
                    </a:lnTo>
                    <a:close/>
                  </a:path>
                </a:pathLst>
              </a:custGeom>
              <a:solidFill>
                <a:srgbClr val="CCC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8" name="Freeform: Shape 67" descr="028d8975-0d0d-468c-b4e0-0e07adfbc63c"/>
              <p:cNvSpPr/>
              <p:nvPr/>
            </p:nvSpPr>
            <p:spPr bwMode="auto">
              <a:xfrm>
                <a:off x="6403979" y="4411635"/>
                <a:ext cx="207963" cy="112712"/>
              </a:xfrm>
              <a:custGeom>
                <a:avLst/>
                <a:gdLst>
                  <a:gd name="T0" fmla="*/ 16 w 131"/>
                  <a:gd name="T1" fmla="*/ 71 h 71"/>
                  <a:gd name="T2" fmla="*/ 0 w 131"/>
                  <a:gd name="T3" fmla="*/ 66 h 71"/>
                  <a:gd name="T4" fmla="*/ 116 w 131"/>
                  <a:gd name="T5" fmla="*/ 0 h 71"/>
                  <a:gd name="T6" fmla="*/ 131 w 131"/>
                  <a:gd name="T7" fmla="*/ 5 h 71"/>
                  <a:gd name="T8" fmla="*/ 16 w 131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1" h="71">
                    <a:moveTo>
                      <a:pt x="16" y="71"/>
                    </a:moveTo>
                    <a:lnTo>
                      <a:pt x="0" y="66"/>
                    </a:lnTo>
                    <a:lnTo>
                      <a:pt x="116" y="0"/>
                    </a:lnTo>
                    <a:lnTo>
                      <a:pt x="131" y="5"/>
                    </a:lnTo>
                    <a:lnTo>
                      <a:pt x="16" y="71"/>
                    </a:lnTo>
                    <a:close/>
                  </a:path>
                </a:pathLst>
              </a:custGeom>
              <a:solidFill>
                <a:srgbClr val="E0DA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9" name="Freeform: Shape 68" descr="a7521d17-4366-44ba-8f0d-ebd19743c368"/>
              <p:cNvSpPr/>
              <p:nvPr/>
            </p:nvSpPr>
            <p:spPr bwMode="auto">
              <a:xfrm>
                <a:off x="6494466" y="4022699"/>
                <a:ext cx="68263" cy="185737"/>
              </a:xfrm>
              <a:custGeom>
                <a:avLst/>
                <a:gdLst>
                  <a:gd name="T0" fmla="*/ 43 w 43"/>
                  <a:gd name="T1" fmla="*/ 117 h 117"/>
                  <a:gd name="T2" fmla="*/ 28 w 43"/>
                  <a:gd name="T3" fmla="*/ 112 h 117"/>
                  <a:gd name="T4" fmla="*/ 0 w 43"/>
                  <a:gd name="T5" fmla="*/ 0 h 117"/>
                  <a:gd name="T6" fmla="*/ 16 w 43"/>
                  <a:gd name="T7" fmla="*/ 3 h 117"/>
                  <a:gd name="T8" fmla="*/ 43 w 43"/>
                  <a:gd name="T9" fmla="*/ 117 h 1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3" h="117">
                    <a:moveTo>
                      <a:pt x="43" y="117"/>
                    </a:moveTo>
                    <a:lnTo>
                      <a:pt x="28" y="112"/>
                    </a:lnTo>
                    <a:lnTo>
                      <a:pt x="0" y="0"/>
                    </a:lnTo>
                    <a:lnTo>
                      <a:pt x="16" y="3"/>
                    </a:lnTo>
                    <a:lnTo>
                      <a:pt x="43" y="117"/>
                    </a:lnTo>
                    <a:close/>
                  </a:path>
                </a:pathLst>
              </a:custGeom>
              <a:solidFill>
                <a:srgbClr val="CCC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0" name="Freeform: Shape 69" descr="16c81c24-578f-4269-8dde-3834c400c92b"/>
              <p:cNvSpPr/>
              <p:nvPr/>
            </p:nvSpPr>
            <p:spPr bwMode="auto">
              <a:xfrm>
                <a:off x="6354766" y="4200498"/>
                <a:ext cx="207963" cy="112712"/>
              </a:xfrm>
              <a:custGeom>
                <a:avLst/>
                <a:gdLst>
                  <a:gd name="T0" fmla="*/ 16 w 131"/>
                  <a:gd name="T1" fmla="*/ 71 h 71"/>
                  <a:gd name="T2" fmla="*/ 0 w 131"/>
                  <a:gd name="T3" fmla="*/ 66 h 71"/>
                  <a:gd name="T4" fmla="*/ 116 w 131"/>
                  <a:gd name="T5" fmla="*/ 0 h 71"/>
                  <a:gd name="T6" fmla="*/ 131 w 131"/>
                  <a:gd name="T7" fmla="*/ 5 h 71"/>
                  <a:gd name="T8" fmla="*/ 16 w 131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1" h="71">
                    <a:moveTo>
                      <a:pt x="16" y="71"/>
                    </a:moveTo>
                    <a:lnTo>
                      <a:pt x="0" y="66"/>
                    </a:lnTo>
                    <a:lnTo>
                      <a:pt x="116" y="0"/>
                    </a:lnTo>
                    <a:lnTo>
                      <a:pt x="131" y="5"/>
                    </a:lnTo>
                    <a:lnTo>
                      <a:pt x="16" y="71"/>
                    </a:lnTo>
                    <a:close/>
                  </a:path>
                </a:pathLst>
              </a:custGeom>
              <a:solidFill>
                <a:srgbClr val="E0DA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1" name="Freeform: Shape 70" descr="3bb672e1-b862-4115-99f9-c306c84805fd"/>
              <p:cNvSpPr/>
              <p:nvPr/>
            </p:nvSpPr>
            <p:spPr bwMode="auto">
              <a:xfrm>
                <a:off x="6445254" y="3811564"/>
                <a:ext cx="68263" cy="185737"/>
              </a:xfrm>
              <a:custGeom>
                <a:avLst/>
                <a:gdLst>
                  <a:gd name="T0" fmla="*/ 43 w 43"/>
                  <a:gd name="T1" fmla="*/ 117 h 117"/>
                  <a:gd name="T2" fmla="*/ 28 w 43"/>
                  <a:gd name="T3" fmla="*/ 114 h 117"/>
                  <a:gd name="T4" fmla="*/ 0 w 43"/>
                  <a:gd name="T5" fmla="*/ 0 h 117"/>
                  <a:gd name="T6" fmla="*/ 17 w 43"/>
                  <a:gd name="T7" fmla="*/ 3 h 117"/>
                  <a:gd name="T8" fmla="*/ 43 w 43"/>
                  <a:gd name="T9" fmla="*/ 117 h 1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3" h="117">
                    <a:moveTo>
                      <a:pt x="43" y="117"/>
                    </a:moveTo>
                    <a:lnTo>
                      <a:pt x="28" y="114"/>
                    </a:lnTo>
                    <a:lnTo>
                      <a:pt x="0" y="0"/>
                    </a:lnTo>
                    <a:lnTo>
                      <a:pt x="17" y="3"/>
                    </a:lnTo>
                    <a:lnTo>
                      <a:pt x="43" y="117"/>
                    </a:lnTo>
                    <a:close/>
                  </a:path>
                </a:pathLst>
              </a:custGeom>
              <a:solidFill>
                <a:srgbClr val="CCC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2" name="Freeform: Shape 71" descr="b872ccf5-1707-429b-b989-7725a8987f04"/>
              <p:cNvSpPr/>
              <p:nvPr/>
            </p:nvSpPr>
            <p:spPr bwMode="auto">
              <a:xfrm>
                <a:off x="6410329" y="3657577"/>
                <a:ext cx="53975" cy="128588"/>
              </a:xfrm>
              <a:custGeom>
                <a:avLst/>
                <a:gdLst>
                  <a:gd name="T0" fmla="*/ 34 w 34"/>
                  <a:gd name="T1" fmla="*/ 81 h 81"/>
                  <a:gd name="T2" fmla="*/ 17 w 34"/>
                  <a:gd name="T3" fmla="*/ 78 h 81"/>
                  <a:gd name="T4" fmla="*/ 0 w 34"/>
                  <a:gd name="T5" fmla="*/ 0 h 81"/>
                  <a:gd name="T6" fmla="*/ 15 w 34"/>
                  <a:gd name="T7" fmla="*/ 2 h 81"/>
                  <a:gd name="T8" fmla="*/ 34 w 34"/>
                  <a:gd name="T9" fmla="*/ 81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4" h="81">
                    <a:moveTo>
                      <a:pt x="34" y="81"/>
                    </a:moveTo>
                    <a:lnTo>
                      <a:pt x="17" y="78"/>
                    </a:lnTo>
                    <a:lnTo>
                      <a:pt x="0" y="0"/>
                    </a:lnTo>
                    <a:lnTo>
                      <a:pt x="15" y="2"/>
                    </a:lnTo>
                    <a:lnTo>
                      <a:pt x="34" y="81"/>
                    </a:lnTo>
                    <a:close/>
                  </a:path>
                </a:pathLst>
              </a:custGeom>
              <a:solidFill>
                <a:srgbClr val="CCC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3" name="Freeform: Shape 72" descr="38371fde-d5bc-4dca-b971-218ea1b15011"/>
              <p:cNvSpPr/>
              <p:nvPr/>
            </p:nvSpPr>
            <p:spPr bwMode="auto">
              <a:xfrm>
                <a:off x="6410329" y="3641702"/>
                <a:ext cx="49213" cy="19050"/>
              </a:xfrm>
              <a:custGeom>
                <a:avLst/>
                <a:gdLst>
                  <a:gd name="T0" fmla="*/ 15 w 31"/>
                  <a:gd name="T1" fmla="*/ 12 h 12"/>
                  <a:gd name="T2" fmla="*/ 0 w 31"/>
                  <a:gd name="T3" fmla="*/ 10 h 12"/>
                  <a:gd name="T4" fmla="*/ 15 w 31"/>
                  <a:gd name="T5" fmla="*/ 0 h 12"/>
                  <a:gd name="T6" fmla="*/ 31 w 31"/>
                  <a:gd name="T7" fmla="*/ 3 h 12"/>
                  <a:gd name="T8" fmla="*/ 15 w 31"/>
                  <a:gd name="T9" fmla="*/ 1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" h="12">
                    <a:moveTo>
                      <a:pt x="15" y="12"/>
                    </a:moveTo>
                    <a:lnTo>
                      <a:pt x="0" y="10"/>
                    </a:lnTo>
                    <a:lnTo>
                      <a:pt x="15" y="0"/>
                    </a:lnTo>
                    <a:lnTo>
                      <a:pt x="31" y="3"/>
                    </a:lnTo>
                    <a:lnTo>
                      <a:pt x="15" y="12"/>
                    </a:lnTo>
                    <a:close/>
                  </a:path>
                </a:pathLst>
              </a:custGeom>
              <a:solidFill>
                <a:srgbClr val="E0DA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4" name="Freeform: Shape 73" descr="87080add-e342-4ef0-a70e-a95458b6d884"/>
              <p:cNvSpPr/>
              <p:nvPr/>
            </p:nvSpPr>
            <p:spPr bwMode="auto">
              <a:xfrm>
                <a:off x="6305554" y="3992538"/>
                <a:ext cx="207963" cy="109537"/>
              </a:xfrm>
              <a:custGeom>
                <a:avLst/>
                <a:gdLst>
                  <a:gd name="T0" fmla="*/ 17 w 131"/>
                  <a:gd name="T1" fmla="*/ 69 h 69"/>
                  <a:gd name="T2" fmla="*/ 0 w 131"/>
                  <a:gd name="T3" fmla="*/ 64 h 69"/>
                  <a:gd name="T4" fmla="*/ 116 w 131"/>
                  <a:gd name="T5" fmla="*/ 0 h 69"/>
                  <a:gd name="T6" fmla="*/ 131 w 131"/>
                  <a:gd name="T7" fmla="*/ 3 h 69"/>
                  <a:gd name="T8" fmla="*/ 17 w 131"/>
                  <a:gd name="T9" fmla="*/ 69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1" h="69">
                    <a:moveTo>
                      <a:pt x="17" y="69"/>
                    </a:moveTo>
                    <a:lnTo>
                      <a:pt x="0" y="64"/>
                    </a:lnTo>
                    <a:lnTo>
                      <a:pt x="116" y="0"/>
                    </a:lnTo>
                    <a:lnTo>
                      <a:pt x="131" y="3"/>
                    </a:lnTo>
                    <a:lnTo>
                      <a:pt x="17" y="69"/>
                    </a:lnTo>
                    <a:close/>
                  </a:path>
                </a:pathLst>
              </a:custGeom>
              <a:solidFill>
                <a:srgbClr val="E0DA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5" name="Freeform: Shape 74" descr="cb8d2945-d353-42ce-881c-94bcf4f12690"/>
              <p:cNvSpPr/>
              <p:nvPr/>
            </p:nvSpPr>
            <p:spPr bwMode="auto">
              <a:xfrm>
                <a:off x="6256341" y="3781401"/>
                <a:ext cx="207963" cy="109537"/>
              </a:xfrm>
              <a:custGeom>
                <a:avLst/>
                <a:gdLst>
                  <a:gd name="T0" fmla="*/ 17 w 131"/>
                  <a:gd name="T1" fmla="*/ 69 h 69"/>
                  <a:gd name="T2" fmla="*/ 0 w 131"/>
                  <a:gd name="T3" fmla="*/ 67 h 69"/>
                  <a:gd name="T4" fmla="*/ 114 w 131"/>
                  <a:gd name="T5" fmla="*/ 0 h 69"/>
                  <a:gd name="T6" fmla="*/ 131 w 131"/>
                  <a:gd name="T7" fmla="*/ 3 h 69"/>
                  <a:gd name="T8" fmla="*/ 17 w 131"/>
                  <a:gd name="T9" fmla="*/ 69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1" h="69">
                    <a:moveTo>
                      <a:pt x="17" y="69"/>
                    </a:moveTo>
                    <a:lnTo>
                      <a:pt x="0" y="67"/>
                    </a:lnTo>
                    <a:lnTo>
                      <a:pt x="114" y="0"/>
                    </a:lnTo>
                    <a:lnTo>
                      <a:pt x="131" y="3"/>
                    </a:lnTo>
                    <a:lnTo>
                      <a:pt x="17" y="69"/>
                    </a:lnTo>
                    <a:close/>
                  </a:path>
                </a:pathLst>
              </a:custGeom>
              <a:solidFill>
                <a:srgbClr val="E0DA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6" name="Freeform: Shape 75" descr="c224756b-a336-4eeb-97ee-21e3733561ed"/>
              <p:cNvSpPr/>
              <p:nvPr/>
            </p:nvSpPr>
            <p:spPr bwMode="auto">
              <a:xfrm>
                <a:off x="6203954" y="3759176"/>
                <a:ext cx="49213" cy="22225"/>
              </a:xfrm>
              <a:custGeom>
                <a:avLst/>
                <a:gdLst>
                  <a:gd name="T0" fmla="*/ 14 w 31"/>
                  <a:gd name="T1" fmla="*/ 14 h 14"/>
                  <a:gd name="T2" fmla="*/ 0 w 31"/>
                  <a:gd name="T3" fmla="*/ 9 h 14"/>
                  <a:gd name="T4" fmla="*/ 16 w 31"/>
                  <a:gd name="T5" fmla="*/ 0 h 14"/>
                  <a:gd name="T6" fmla="*/ 31 w 31"/>
                  <a:gd name="T7" fmla="*/ 5 h 14"/>
                  <a:gd name="T8" fmla="*/ 14 w 31"/>
                  <a:gd name="T9" fmla="*/ 14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" h="14">
                    <a:moveTo>
                      <a:pt x="14" y="14"/>
                    </a:moveTo>
                    <a:lnTo>
                      <a:pt x="0" y="9"/>
                    </a:lnTo>
                    <a:lnTo>
                      <a:pt x="16" y="0"/>
                    </a:lnTo>
                    <a:lnTo>
                      <a:pt x="31" y="5"/>
                    </a:lnTo>
                    <a:lnTo>
                      <a:pt x="14" y="14"/>
                    </a:lnTo>
                    <a:close/>
                  </a:path>
                </a:pathLst>
              </a:custGeom>
              <a:solidFill>
                <a:srgbClr val="E0DA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7" name="Freeform: Shape 76" descr="498df496-3ef2-4ce0-b19e-893967b92bcf"/>
              <p:cNvSpPr/>
              <p:nvPr/>
            </p:nvSpPr>
            <p:spPr bwMode="auto">
              <a:xfrm>
                <a:off x="6203954" y="3773464"/>
                <a:ext cx="358776" cy="1441441"/>
              </a:xfrm>
              <a:custGeom>
                <a:avLst/>
                <a:gdLst>
                  <a:gd name="T0" fmla="*/ 226 w 226"/>
                  <a:gd name="T1" fmla="*/ 908 h 908"/>
                  <a:gd name="T2" fmla="*/ 211 w 226"/>
                  <a:gd name="T3" fmla="*/ 903 h 908"/>
                  <a:gd name="T4" fmla="*/ 0 w 226"/>
                  <a:gd name="T5" fmla="*/ 0 h 908"/>
                  <a:gd name="T6" fmla="*/ 14 w 226"/>
                  <a:gd name="T7" fmla="*/ 5 h 908"/>
                  <a:gd name="T8" fmla="*/ 226 w 226"/>
                  <a:gd name="T9" fmla="*/ 908 h 9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26" h="907">
                    <a:moveTo>
                      <a:pt x="226" y="908"/>
                    </a:moveTo>
                    <a:lnTo>
                      <a:pt x="211" y="903"/>
                    </a:lnTo>
                    <a:lnTo>
                      <a:pt x="0" y="0"/>
                    </a:lnTo>
                    <a:lnTo>
                      <a:pt x="14" y="5"/>
                    </a:lnTo>
                    <a:lnTo>
                      <a:pt x="226" y="908"/>
                    </a:lnTo>
                    <a:close/>
                  </a:path>
                </a:pathLst>
              </a:custGeom>
              <a:solidFill>
                <a:srgbClr val="CCC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8" name="Freeform: Shape 77" descr="d66c9638-3538-4561-bed7-24322ea96cb2"/>
              <p:cNvSpPr/>
              <p:nvPr/>
            </p:nvSpPr>
            <p:spPr bwMode="auto">
              <a:xfrm>
                <a:off x="6226179" y="3646464"/>
                <a:ext cx="569913" cy="1568441"/>
              </a:xfrm>
              <a:custGeom>
                <a:avLst/>
                <a:gdLst>
                  <a:gd name="T0" fmla="*/ 131 w 359"/>
                  <a:gd name="T1" fmla="*/ 9 h 988"/>
                  <a:gd name="T2" fmla="*/ 147 w 359"/>
                  <a:gd name="T3" fmla="*/ 0 h 988"/>
                  <a:gd name="T4" fmla="*/ 359 w 359"/>
                  <a:gd name="T5" fmla="*/ 903 h 988"/>
                  <a:gd name="T6" fmla="*/ 342 w 359"/>
                  <a:gd name="T7" fmla="*/ 912 h 988"/>
                  <a:gd name="T8" fmla="*/ 309 w 359"/>
                  <a:gd name="T9" fmla="*/ 772 h 988"/>
                  <a:gd name="T10" fmla="*/ 195 w 359"/>
                  <a:gd name="T11" fmla="*/ 836 h 988"/>
                  <a:gd name="T12" fmla="*/ 228 w 359"/>
                  <a:gd name="T13" fmla="*/ 979 h 988"/>
                  <a:gd name="T14" fmla="*/ 212 w 359"/>
                  <a:gd name="T15" fmla="*/ 988 h 988"/>
                  <a:gd name="T16" fmla="*/ 0 w 359"/>
                  <a:gd name="T17" fmla="*/ 85 h 988"/>
                  <a:gd name="T18" fmla="*/ 17 w 359"/>
                  <a:gd name="T19" fmla="*/ 76 h 988"/>
                  <a:gd name="T20" fmla="*/ 36 w 359"/>
                  <a:gd name="T21" fmla="*/ 154 h 988"/>
                  <a:gd name="T22" fmla="*/ 150 w 359"/>
                  <a:gd name="T23" fmla="*/ 88 h 988"/>
                  <a:gd name="T24" fmla="*/ 131 w 359"/>
                  <a:gd name="T25" fmla="*/ 9 h 988"/>
                  <a:gd name="T26" fmla="*/ 273 w 359"/>
                  <a:gd name="T27" fmla="*/ 620 h 988"/>
                  <a:gd name="T28" fmla="*/ 247 w 359"/>
                  <a:gd name="T29" fmla="*/ 506 h 988"/>
                  <a:gd name="T30" fmla="*/ 133 w 359"/>
                  <a:gd name="T31" fmla="*/ 572 h 988"/>
                  <a:gd name="T32" fmla="*/ 159 w 359"/>
                  <a:gd name="T33" fmla="*/ 686 h 988"/>
                  <a:gd name="T34" fmla="*/ 273 w 359"/>
                  <a:gd name="T35" fmla="*/ 620 h 988"/>
                  <a:gd name="T36" fmla="*/ 273 w 359"/>
                  <a:gd name="T37" fmla="*/ 620 h 988"/>
                  <a:gd name="T38" fmla="*/ 181 w 359"/>
                  <a:gd name="T39" fmla="*/ 221 h 988"/>
                  <a:gd name="T40" fmla="*/ 155 w 359"/>
                  <a:gd name="T41" fmla="*/ 107 h 988"/>
                  <a:gd name="T42" fmla="*/ 40 w 359"/>
                  <a:gd name="T43" fmla="*/ 173 h 988"/>
                  <a:gd name="T44" fmla="*/ 67 w 359"/>
                  <a:gd name="T45" fmla="*/ 287 h 988"/>
                  <a:gd name="T46" fmla="*/ 181 w 359"/>
                  <a:gd name="T47" fmla="*/ 221 h 988"/>
                  <a:gd name="T48" fmla="*/ 181 w 359"/>
                  <a:gd name="T49" fmla="*/ 221 h 988"/>
                  <a:gd name="T50" fmla="*/ 304 w 359"/>
                  <a:gd name="T51" fmla="*/ 753 h 988"/>
                  <a:gd name="T52" fmla="*/ 278 w 359"/>
                  <a:gd name="T53" fmla="*/ 639 h 988"/>
                  <a:gd name="T54" fmla="*/ 164 w 359"/>
                  <a:gd name="T55" fmla="*/ 705 h 988"/>
                  <a:gd name="T56" fmla="*/ 190 w 359"/>
                  <a:gd name="T57" fmla="*/ 817 h 988"/>
                  <a:gd name="T58" fmla="*/ 304 w 359"/>
                  <a:gd name="T59" fmla="*/ 753 h 988"/>
                  <a:gd name="T60" fmla="*/ 304 w 359"/>
                  <a:gd name="T61" fmla="*/ 753 h 988"/>
                  <a:gd name="T62" fmla="*/ 212 w 359"/>
                  <a:gd name="T63" fmla="*/ 354 h 988"/>
                  <a:gd name="T64" fmla="*/ 185 w 359"/>
                  <a:gd name="T65" fmla="*/ 240 h 988"/>
                  <a:gd name="T66" fmla="*/ 71 w 359"/>
                  <a:gd name="T67" fmla="*/ 306 h 988"/>
                  <a:gd name="T68" fmla="*/ 97 w 359"/>
                  <a:gd name="T69" fmla="*/ 420 h 988"/>
                  <a:gd name="T70" fmla="*/ 212 w 359"/>
                  <a:gd name="T71" fmla="*/ 354 h 988"/>
                  <a:gd name="T72" fmla="*/ 212 w 359"/>
                  <a:gd name="T73" fmla="*/ 354 h 988"/>
                  <a:gd name="T74" fmla="*/ 243 w 359"/>
                  <a:gd name="T75" fmla="*/ 487 h 988"/>
                  <a:gd name="T76" fmla="*/ 216 w 359"/>
                  <a:gd name="T77" fmla="*/ 373 h 988"/>
                  <a:gd name="T78" fmla="*/ 102 w 359"/>
                  <a:gd name="T79" fmla="*/ 439 h 988"/>
                  <a:gd name="T80" fmla="*/ 128 w 359"/>
                  <a:gd name="T81" fmla="*/ 553 h 988"/>
                  <a:gd name="T82" fmla="*/ 243 w 359"/>
                  <a:gd name="T83" fmla="*/ 487 h 988"/>
                  <a:gd name="T84" fmla="*/ 243 w 359"/>
                  <a:gd name="T85" fmla="*/ 487 h 9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359" h="987">
                    <a:moveTo>
                      <a:pt x="131" y="9"/>
                    </a:moveTo>
                    <a:lnTo>
                      <a:pt x="147" y="0"/>
                    </a:lnTo>
                    <a:lnTo>
                      <a:pt x="359" y="903"/>
                    </a:lnTo>
                    <a:lnTo>
                      <a:pt x="342" y="912"/>
                    </a:lnTo>
                    <a:lnTo>
                      <a:pt x="309" y="772"/>
                    </a:lnTo>
                    <a:lnTo>
                      <a:pt x="195" y="836"/>
                    </a:lnTo>
                    <a:lnTo>
                      <a:pt x="228" y="979"/>
                    </a:lnTo>
                    <a:lnTo>
                      <a:pt x="212" y="988"/>
                    </a:lnTo>
                    <a:lnTo>
                      <a:pt x="0" y="85"/>
                    </a:lnTo>
                    <a:lnTo>
                      <a:pt x="17" y="76"/>
                    </a:lnTo>
                    <a:lnTo>
                      <a:pt x="36" y="154"/>
                    </a:lnTo>
                    <a:lnTo>
                      <a:pt x="150" y="88"/>
                    </a:lnTo>
                    <a:lnTo>
                      <a:pt x="131" y="9"/>
                    </a:lnTo>
                    <a:close/>
                    <a:moveTo>
                      <a:pt x="273" y="620"/>
                    </a:moveTo>
                    <a:lnTo>
                      <a:pt x="247" y="506"/>
                    </a:lnTo>
                    <a:lnTo>
                      <a:pt x="133" y="572"/>
                    </a:lnTo>
                    <a:lnTo>
                      <a:pt x="159" y="686"/>
                    </a:lnTo>
                    <a:lnTo>
                      <a:pt x="273" y="620"/>
                    </a:lnTo>
                    <a:lnTo>
                      <a:pt x="273" y="620"/>
                    </a:lnTo>
                    <a:close/>
                    <a:moveTo>
                      <a:pt x="181" y="221"/>
                    </a:moveTo>
                    <a:lnTo>
                      <a:pt x="155" y="107"/>
                    </a:lnTo>
                    <a:lnTo>
                      <a:pt x="40" y="173"/>
                    </a:lnTo>
                    <a:lnTo>
                      <a:pt x="67" y="287"/>
                    </a:lnTo>
                    <a:lnTo>
                      <a:pt x="181" y="221"/>
                    </a:lnTo>
                    <a:lnTo>
                      <a:pt x="181" y="221"/>
                    </a:lnTo>
                    <a:close/>
                    <a:moveTo>
                      <a:pt x="304" y="753"/>
                    </a:moveTo>
                    <a:lnTo>
                      <a:pt x="278" y="639"/>
                    </a:lnTo>
                    <a:lnTo>
                      <a:pt x="164" y="705"/>
                    </a:lnTo>
                    <a:lnTo>
                      <a:pt x="190" y="817"/>
                    </a:lnTo>
                    <a:lnTo>
                      <a:pt x="304" y="753"/>
                    </a:lnTo>
                    <a:lnTo>
                      <a:pt x="304" y="753"/>
                    </a:lnTo>
                    <a:close/>
                    <a:moveTo>
                      <a:pt x="212" y="354"/>
                    </a:moveTo>
                    <a:lnTo>
                      <a:pt x="185" y="240"/>
                    </a:lnTo>
                    <a:lnTo>
                      <a:pt x="71" y="306"/>
                    </a:lnTo>
                    <a:lnTo>
                      <a:pt x="97" y="420"/>
                    </a:lnTo>
                    <a:lnTo>
                      <a:pt x="212" y="354"/>
                    </a:lnTo>
                    <a:lnTo>
                      <a:pt x="212" y="354"/>
                    </a:lnTo>
                    <a:close/>
                    <a:moveTo>
                      <a:pt x="243" y="487"/>
                    </a:moveTo>
                    <a:lnTo>
                      <a:pt x="216" y="373"/>
                    </a:lnTo>
                    <a:lnTo>
                      <a:pt x="102" y="439"/>
                    </a:lnTo>
                    <a:lnTo>
                      <a:pt x="128" y="553"/>
                    </a:lnTo>
                    <a:lnTo>
                      <a:pt x="243" y="487"/>
                    </a:lnTo>
                    <a:lnTo>
                      <a:pt x="243" y="48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9" name="Freeform: Shape 78" descr="95e1eff6-89cd-4bf8-ada1-4b8755879adf"/>
              <p:cNvSpPr/>
              <p:nvPr/>
            </p:nvSpPr>
            <p:spPr bwMode="auto">
              <a:xfrm>
                <a:off x="4349753" y="2265348"/>
                <a:ext cx="60325" cy="98425"/>
              </a:xfrm>
              <a:custGeom>
                <a:avLst/>
                <a:gdLst>
                  <a:gd name="T0" fmla="*/ 38 w 38"/>
                  <a:gd name="T1" fmla="*/ 38 h 62"/>
                  <a:gd name="T2" fmla="*/ 0 w 38"/>
                  <a:gd name="T3" fmla="*/ 62 h 62"/>
                  <a:gd name="T4" fmla="*/ 0 w 38"/>
                  <a:gd name="T5" fmla="*/ 21 h 62"/>
                  <a:gd name="T6" fmla="*/ 38 w 38"/>
                  <a:gd name="T7" fmla="*/ 0 h 62"/>
                  <a:gd name="T8" fmla="*/ 38 w 38"/>
                  <a:gd name="T9" fmla="*/ 38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8" h="62">
                    <a:moveTo>
                      <a:pt x="38" y="38"/>
                    </a:moveTo>
                    <a:lnTo>
                      <a:pt x="0" y="62"/>
                    </a:lnTo>
                    <a:lnTo>
                      <a:pt x="0" y="21"/>
                    </a:lnTo>
                    <a:lnTo>
                      <a:pt x="38" y="0"/>
                    </a:lnTo>
                    <a:lnTo>
                      <a:pt x="38" y="38"/>
                    </a:lnTo>
                    <a:close/>
                  </a:path>
                </a:pathLst>
              </a:custGeom>
              <a:solidFill>
                <a:srgbClr val="4685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0" name="Freeform: Shape 79" descr="a88a6fa7-f70d-4bc9-9631-36879da5d898"/>
              <p:cNvSpPr/>
              <p:nvPr/>
            </p:nvSpPr>
            <p:spPr bwMode="auto">
              <a:xfrm>
                <a:off x="7332667" y="2824144"/>
                <a:ext cx="71438" cy="112712"/>
              </a:xfrm>
              <a:custGeom>
                <a:avLst/>
                <a:gdLst>
                  <a:gd name="T0" fmla="*/ 45 w 45"/>
                  <a:gd name="T1" fmla="*/ 45 h 71"/>
                  <a:gd name="T2" fmla="*/ 2 w 45"/>
                  <a:gd name="T3" fmla="*/ 71 h 71"/>
                  <a:gd name="T4" fmla="*/ 0 w 45"/>
                  <a:gd name="T5" fmla="*/ 26 h 71"/>
                  <a:gd name="T6" fmla="*/ 45 w 45"/>
                  <a:gd name="T7" fmla="*/ 0 h 71"/>
                  <a:gd name="T8" fmla="*/ 45 w 45"/>
                  <a:gd name="T9" fmla="*/ 45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5" h="71">
                    <a:moveTo>
                      <a:pt x="45" y="45"/>
                    </a:moveTo>
                    <a:lnTo>
                      <a:pt x="2" y="71"/>
                    </a:lnTo>
                    <a:lnTo>
                      <a:pt x="0" y="26"/>
                    </a:lnTo>
                    <a:lnTo>
                      <a:pt x="45" y="0"/>
                    </a:lnTo>
                    <a:lnTo>
                      <a:pt x="45" y="45"/>
                    </a:lnTo>
                    <a:close/>
                  </a:path>
                </a:pathLst>
              </a:custGeom>
              <a:solidFill>
                <a:srgbClr val="4685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1" name="Freeform: Shape 80" descr="2fb8ef9b-a79c-426d-8a6f-99db63dff58f"/>
              <p:cNvSpPr/>
              <p:nvPr/>
            </p:nvSpPr>
            <p:spPr bwMode="auto">
              <a:xfrm>
                <a:off x="7599367" y="3046393"/>
                <a:ext cx="34925" cy="55563"/>
              </a:xfrm>
              <a:custGeom>
                <a:avLst/>
                <a:gdLst>
                  <a:gd name="T0" fmla="*/ 22 w 22"/>
                  <a:gd name="T1" fmla="*/ 24 h 35"/>
                  <a:gd name="T2" fmla="*/ 0 w 22"/>
                  <a:gd name="T3" fmla="*/ 35 h 35"/>
                  <a:gd name="T4" fmla="*/ 0 w 22"/>
                  <a:gd name="T5" fmla="*/ 14 h 35"/>
                  <a:gd name="T6" fmla="*/ 22 w 22"/>
                  <a:gd name="T7" fmla="*/ 0 h 35"/>
                  <a:gd name="T8" fmla="*/ 22 w 22"/>
                  <a:gd name="T9" fmla="*/ 24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2" h="35">
                    <a:moveTo>
                      <a:pt x="22" y="24"/>
                    </a:moveTo>
                    <a:lnTo>
                      <a:pt x="0" y="35"/>
                    </a:lnTo>
                    <a:lnTo>
                      <a:pt x="0" y="14"/>
                    </a:lnTo>
                    <a:lnTo>
                      <a:pt x="22" y="0"/>
                    </a:lnTo>
                    <a:lnTo>
                      <a:pt x="22" y="24"/>
                    </a:lnTo>
                    <a:close/>
                  </a:path>
                </a:pathLst>
              </a:custGeom>
              <a:solidFill>
                <a:srgbClr val="4685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2" name="Freeform: Shape 81" descr="e304c073-61bd-4f46-a119-b9ce7330c755"/>
              <p:cNvSpPr/>
              <p:nvPr/>
            </p:nvSpPr>
            <p:spPr bwMode="auto">
              <a:xfrm>
                <a:off x="5086353" y="1801801"/>
                <a:ext cx="101600" cy="161924"/>
              </a:xfrm>
              <a:custGeom>
                <a:avLst/>
                <a:gdLst>
                  <a:gd name="T0" fmla="*/ 64 w 64"/>
                  <a:gd name="T1" fmla="*/ 64 h 102"/>
                  <a:gd name="T2" fmla="*/ 0 w 64"/>
                  <a:gd name="T3" fmla="*/ 102 h 102"/>
                  <a:gd name="T4" fmla="*/ 0 w 64"/>
                  <a:gd name="T5" fmla="*/ 38 h 102"/>
                  <a:gd name="T6" fmla="*/ 64 w 64"/>
                  <a:gd name="T7" fmla="*/ 0 h 102"/>
                  <a:gd name="T8" fmla="*/ 64 w 64"/>
                  <a:gd name="T9" fmla="*/ 64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4" h="102">
                    <a:moveTo>
                      <a:pt x="64" y="64"/>
                    </a:moveTo>
                    <a:lnTo>
                      <a:pt x="0" y="102"/>
                    </a:lnTo>
                    <a:lnTo>
                      <a:pt x="0" y="38"/>
                    </a:lnTo>
                    <a:lnTo>
                      <a:pt x="64" y="0"/>
                    </a:lnTo>
                    <a:lnTo>
                      <a:pt x="64" y="64"/>
                    </a:lnTo>
                    <a:close/>
                  </a:path>
                </a:pathLst>
              </a:custGeom>
              <a:solidFill>
                <a:srgbClr val="4685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3" name="Freeform: Shape 82" descr="4a72aaf8-0292-45f6-8891-d3e93ce141ad"/>
              <p:cNvSpPr/>
              <p:nvPr/>
            </p:nvSpPr>
            <p:spPr bwMode="auto">
              <a:xfrm>
                <a:off x="7185029" y="2736832"/>
                <a:ext cx="120650" cy="188912"/>
              </a:xfrm>
              <a:custGeom>
                <a:avLst/>
                <a:gdLst>
                  <a:gd name="T0" fmla="*/ 76 w 76"/>
                  <a:gd name="T1" fmla="*/ 76 h 119"/>
                  <a:gd name="T2" fmla="*/ 0 w 76"/>
                  <a:gd name="T3" fmla="*/ 119 h 119"/>
                  <a:gd name="T4" fmla="*/ 0 w 76"/>
                  <a:gd name="T5" fmla="*/ 43 h 119"/>
                  <a:gd name="T6" fmla="*/ 76 w 76"/>
                  <a:gd name="T7" fmla="*/ 0 h 119"/>
                  <a:gd name="T8" fmla="*/ 76 w 76"/>
                  <a:gd name="T9" fmla="*/ 76 h 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6" h="119">
                    <a:moveTo>
                      <a:pt x="76" y="76"/>
                    </a:moveTo>
                    <a:lnTo>
                      <a:pt x="0" y="119"/>
                    </a:lnTo>
                    <a:lnTo>
                      <a:pt x="0" y="43"/>
                    </a:lnTo>
                    <a:lnTo>
                      <a:pt x="76" y="0"/>
                    </a:lnTo>
                    <a:lnTo>
                      <a:pt x="76" y="76"/>
                    </a:lnTo>
                    <a:close/>
                  </a:path>
                </a:pathLst>
              </a:custGeom>
              <a:solidFill>
                <a:srgbClr val="0647A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4" name="Freeform: Shape 83" descr="7e883d63-5120-468a-bf25-c6fbfb2aecd6"/>
              <p:cNvSpPr/>
              <p:nvPr/>
            </p:nvSpPr>
            <p:spPr bwMode="auto">
              <a:xfrm>
                <a:off x="4565653" y="2555858"/>
                <a:ext cx="85725" cy="139699"/>
              </a:xfrm>
              <a:custGeom>
                <a:avLst/>
                <a:gdLst>
                  <a:gd name="T0" fmla="*/ 54 w 54"/>
                  <a:gd name="T1" fmla="*/ 57 h 88"/>
                  <a:gd name="T2" fmla="*/ 0 w 54"/>
                  <a:gd name="T3" fmla="*/ 88 h 88"/>
                  <a:gd name="T4" fmla="*/ 0 w 54"/>
                  <a:gd name="T5" fmla="*/ 33 h 88"/>
                  <a:gd name="T6" fmla="*/ 54 w 54"/>
                  <a:gd name="T7" fmla="*/ 0 h 88"/>
                  <a:gd name="T8" fmla="*/ 54 w 54"/>
                  <a:gd name="T9" fmla="*/ 57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4" h="88">
                    <a:moveTo>
                      <a:pt x="54" y="57"/>
                    </a:moveTo>
                    <a:lnTo>
                      <a:pt x="0" y="88"/>
                    </a:lnTo>
                    <a:lnTo>
                      <a:pt x="0" y="33"/>
                    </a:lnTo>
                    <a:lnTo>
                      <a:pt x="54" y="0"/>
                    </a:lnTo>
                    <a:lnTo>
                      <a:pt x="54" y="57"/>
                    </a:lnTo>
                    <a:close/>
                  </a:path>
                </a:pathLst>
              </a:custGeom>
              <a:solidFill>
                <a:srgbClr val="0647A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5" name="Freeform: Shape 84" descr="522bf930-1686-4fbe-ace6-647a87dac39f"/>
              <p:cNvSpPr/>
              <p:nvPr/>
            </p:nvSpPr>
            <p:spPr bwMode="auto">
              <a:xfrm>
                <a:off x="4705353" y="3211492"/>
                <a:ext cx="71438" cy="114299"/>
              </a:xfrm>
              <a:custGeom>
                <a:avLst/>
                <a:gdLst>
                  <a:gd name="T0" fmla="*/ 45 w 45"/>
                  <a:gd name="T1" fmla="*/ 46 h 72"/>
                  <a:gd name="T2" fmla="*/ 0 w 45"/>
                  <a:gd name="T3" fmla="*/ 72 h 72"/>
                  <a:gd name="T4" fmla="*/ 0 w 45"/>
                  <a:gd name="T5" fmla="*/ 27 h 72"/>
                  <a:gd name="T6" fmla="*/ 45 w 45"/>
                  <a:gd name="T7" fmla="*/ 0 h 72"/>
                  <a:gd name="T8" fmla="*/ 45 w 45"/>
                  <a:gd name="T9" fmla="*/ 46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5" h="72">
                    <a:moveTo>
                      <a:pt x="45" y="46"/>
                    </a:moveTo>
                    <a:lnTo>
                      <a:pt x="0" y="72"/>
                    </a:lnTo>
                    <a:lnTo>
                      <a:pt x="0" y="27"/>
                    </a:lnTo>
                    <a:lnTo>
                      <a:pt x="45" y="0"/>
                    </a:lnTo>
                    <a:lnTo>
                      <a:pt x="45" y="46"/>
                    </a:lnTo>
                    <a:close/>
                  </a:path>
                </a:pathLst>
              </a:custGeom>
              <a:solidFill>
                <a:srgbClr val="4685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6" name="Freeform: Shape 85" descr="472b9c0c-ca79-442f-bc2c-17018e7f9054"/>
              <p:cNvSpPr/>
              <p:nvPr/>
            </p:nvSpPr>
            <p:spPr bwMode="auto">
              <a:xfrm>
                <a:off x="6418266" y="1273166"/>
                <a:ext cx="71438" cy="109537"/>
              </a:xfrm>
              <a:custGeom>
                <a:avLst/>
                <a:gdLst>
                  <a:gd name="T0" fmla="*/ 45 w 45"/>
                  <a:gd name="T1" fmla="*/ 43 h 69"/>
                  <a:gd name="T2" fmla="*/ 0 w 45"/>
                  <a:gd name="T3" fmla="*/ 69 h 69"/>
                  <a:gd name="T4" fmla="*/ 0 w 45"/>
                  <a:gd name="T5" fmla="*/ 24 h 69"/>
                  <a:gd name="T6" fmla="*/ 45 w 45"/>
                  <a:gd name="T7" fmla="*/ 0 h 69"/>
                  <a:gd name="T8" fmla="*/ 45 w 45"/>
                  <a:gd name="T9" fmla="*/ 43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5" h="69">
                    <a:moveTo>
                      <a:pt x="45" y="43"/>
                    </a:moveTo>
                    <a:lnTo>
                      <a:pt x="0" y="69"/>
                    </a:lnTo>
                    <a:lnTo>
                      <a:pt x="0" y="24"/>
                    </a:lnTo>
                    <a:lnTo>
                      <a:pt x="45" y="0"/>
                    </a:lnTo>
                    <a:lnTo>
                      <a:pt x="45" y="43"/>
                    </a:lnTo>
                    <a:close/>
                  </a:path>
                </a:pathLst>
              </a:custGeom>
              <a:solidFill>
                <a:srgbClr val="0647A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7" name="Freeform: Shape 86" descr="dfba9ccb-9497-48ad-8e2d-7634ef86ed5a"/>
              <p:cNvSpPr/>
              <p:nvPr/>
            </p:nvSpPr>
            <p:spPr bwMode="auto">
              <a:xfrm>
                <a:off x="7478717" y="1911337"/>
                <a:ext cx="34925" cy="52388"/>
              </a:xfrm>
              <a:custGeom>
                <a:avLst/>
                <a:gdLst>
                  <a:gd name="T0" fmla="*/ 22 w 22"/>
                  <a:gd name="T1" fmla="*/ 21 h 33"/>
                  <a:gd name="T2" fmla="*/ 0 w 22"/>
                  <a:gd name="T3" fmla="*/ 33 h 33"/>
                  <a:gd name="T4" fmla="*/ 0 w 22"/>
                  <a:gd name="T5" fmla="*/ 12 h 33"/>
                  <a:gd name="T6" fmla="*/ 22 w 22"/>
                  <a:gd name="T7" fmla="*/ 0 h 33"/>
                  <a:gd name="T8" fmla="*/ 22 w 22"/>
                  <a:gd name="T9" fmla="*/ 21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2" h="33">
                    <a:moveTo>
                      <a:pt x="22" y="21"/>
                    </a:moveTo>
                    <a:lnTo>
                      <a:pt x="0" y="33"/>
                    </a:lnTo>
                    <a:lnTo>
                      <a:pt x="0" y="12"/>
                    </a:lnTo>
                    <a:lnTo>
                      <a:pt x="22" y="0"/>
                    </a:lnTo>
                    <a:lnTo>
                      <a:pt x="22" y="21"/>
                    </a:lnTo>
                    <a:close/>
                  </a:path>
                </a:pathLst>
              </a:custGeom>
              <a:solidFill>
                <a:srgbClr val="0647A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8" name="Freeform: Shape 87" descr="ac3d0082-2f84-440a-9279-a7eb7e6d1fb6"/>
              <p:cNvSpPr/>
              <p:nvPr/>
            </p:nvSpPr>
            <p:spPr bwMode="auto">
              <a:xfrm>
                <a:off x="6546854" y="2008175"/>
                <a:ext cx="33338" cy="57150"/>
              </a:xfrm>
              <a:custGeom>
                <a:avLst/>
                <a:gdLst>
                  <a:gd name="T0" fmla="*/ 21 w 21"/>
                  <a:gd name="T1" fmla="*/ 22 h 36"/>
                  <a:gd name="T2" fmla="*/ 0 w 21"/>
                  <a:gd name="T3" fmla="*/ 36 h 36"/>
                  <a:gd name="T4" fmla="*/ 0 w 21"/>
                  <a:gd name="T5" fmla="*/ 12 h 36"/>
                  <a:gd name="T6" fmla="*/ 21 w 21"/>
                  <a:gd name="T7" fmla="*/ 0 h 36"/>
                  <a:gd name="T8" fmla="*/ 21 w 21"/>
                  <a:gd name="T9" fmla="*/ 22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" h="36">
                    <a:moveTo>
                      <a:pt x="21" y="22"/>
                    </a:moveTo>
                    <a:lnTo>
                      <a:pt x="0" y="36"/>
                    </a:lnTo>
                    <a:lnTo>
                      <a:pt x="0" y="12"/>
                    </a:lnTo>
                    <a:lnTo>
                      <a:pt x="21" y="0"/>
                    </a:lnTo>
                    <a:lnTo>
                      <a:pt x="21" y="22"/>
                    </a:lnTo>
                    <a:close/>
                  </a:path>
                </a:pathLst>
              </a:custGeom>
              <a:solidFill>
                <a:srgbClr val="4685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9" name="Freeform: Shape 88" descr="b4cabfa4-f35d-41ff-b01d-459bf7fe5e8a"/>
              <p:cNvSpPr/>
              <p:nvPr/>
            </p:nvSpPr>
            <p:spPr bwMode="auto">
              <a:xfrm>
                <a:off x="6799267" y="1835138"/>
                <a:ext cx="73025" cy="109537"/>
              </a:xfrm>
              <a:custGeom>
                <a:avLst/>
                <a:gdLst>
                  <a:gd name="T0" fmla="*/ 46 w 46"/>
                  <a:gd name="T1" fmla="*/ 43 h 69"/>
                  <a:gd name="T2" fmla="*/ 0 w 46"/>
                  <a:gd name="T3" fmla="*/ 69 h 69"/>
                  <a:gd name="T4" fmla="*/ 0 w 46"/>
                  <a:gd name="T5" fmla="*/ 24 h 69"/>
                  <a:gd name="T6" fmla="*/ 46 w 46"/>
                  <a:gd name="T7" fmla="*/ 0 h 69"/>
                  <a:gd name="T8" fmla="*/ 46 w 46"/>
                  <a:gd name="T9" fmla="*/ 43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6" h="69">
                    <a:moveTo>
                      <a:pt x="46" y="43"/>
                    </a:moveTo>
                    <a:lnTo>
                      <a:pt x="0" y="69"/>
                    </a:lnTo>
                    <a:lnTo>
                      <a:pt x="0" y="24"/>
                    </a:lnTo>
                    <a:lnTo>
                      <a:pt x="46" y="0"/>
                    </a:lnTo>
                    <a:lnTo>
                      <a:pt x="46" y="43"/>
                    </a:lnTo>
                    <a:close/>
                  </a:path>
                </a:pathLst>
              </a:custGeom>
              <a:solidFill>
                <a:srgbClr val="4685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0" name="Freeform: Shape 89" descr="50c972a6-1cdd-4616-ae0b-3ca7ec748cbf"/>
              <p:cNvSpPr/>
              <p:nvPr/>
            </p:nvSpPr>
            <p:spPr bwMode="auto">
              <a:xfrm>
                <a:off x="7823205" y="2720958"/>
                <a:ext cx="33338" cy="57150"/>
              </a:xfrm>
              <a:custGeom>
                <a:avLst/>
                <a:gdLst>
                  <a:gd name="T0" fmla="*/ 21 w 21"/>
                  <a:gd name="T1" fmla="*/ 22 h 36"/>
                  <a:gd name="T2" fmla="*/ 0 w 21"/>
                  <a:gd name="T3" fmla="*/ 36 h 36"/>
                  <a:gd name="T4" fmla="*/ 0 w 21"/>
                  <a:gd name="T5" fmla="*/ 12 h 36"/>
                  <a:gd name="T6" fmla="*/ 21 w 21"/>
                  <a:gd name="T7" fmla="*/ 0 h 36"/>
                  <a:gd name="T8" fmla="*/ 21 w 21"/>
                  <a:gd name="T9" fmla="*/ 22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" h="36">
                    <a:moveTo>
                      <a:pt x="21" y="22"/>
                    </a:moveTo>
                    <a:lnTo>
                      <a:pt x="0" y="36"/>
                    </a:lnTo>
                    <a:lnTo>
                      <a:pt x="0" y="12"/>
                    </a:lnTo>
                    <a:lnTo>
                      <a:pt x="21" y="0"/>
                    </a:lnTo>
                    <a:lnTo>
                      <a:pt x="21" y="22"/>
                    </a:lnTo>
                    <a:close/>
                  </a:path>
                </a:pathLst>
              </a:custGeom>
              <a:solidFill>
                <a:srgbClr val="4685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1" name="Freeform: Shape 90" descr="79318313-05ad-412e-a2f0-56c9a5afd9e8"/>
              <p:cNvSpPr/>
              <p:nvPr/>
            </p:nvSpPr>
            <p:spPr bwMode="auto">
              <a:xfrm>
                <a:off x="4179890" y="2547921"/>
                <a:ext cx="30163" cy="49212"/>
              </a:xfrm>
              <a:custGeom>
                <a:avLst/>
                <a:gdLst>
                  <a:gd name="T0" fmla="*/ 19 w 19"/>
                  <a:gd name="T1" fmla="*/ 22 h 31"/>
                  <a:gd name="T2" fmla="*/ 0 w 19"/>
                  <a:gd name="T3" fmla="*/ 31 h 31"/>
                  <a:gd name="T4" fmla="*/ 0 w 19"/>
                  <a:gd name="T5" fmla="*/ 12 h 31"/>
                  <a:gd name="T6" fmla="*/ 19 w 19"/>
                  <a:gd name="T7" fmla="*/ 0 h 31"/>
                  <a:gd name="T8" fmla="*/ 19 w 19"/>
                  <a:gd name="T9" fmla="*/ 22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" h="31">
                    <a:moveTo>
                      <a:pt x="19" y="22"/>
                    </a:moveTo>
                    <a:lnTo>
                      <a:pt x="0" y="31"/>
                    </a:lnTo>
                    <a:lnTo>
                      <a:pt x="0" y="12"/>
                    </a:lnTo>
                    <a:lnTo>
                      <a:pt x="19" y="0"/>
                    </a:lnTo>
                    <a:lnTo>
                      <a:pt x="19" y="22"/>
                    </a:lnTo>
                    <a:close/>
                  </a:path>
                </a:pathLst>
              </a:custGeom>
              <a:solidFill>
                <a:srgbClr val="4685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2" name="Freeform: Shape 91" descr="eb10aa3c-2992-49ce-9627-9d088195a3bc"/>
              <p:cNvSpPr/>
              <p:nvPr/>
            </p:nvSpPr>
            <p:spPr bwMode="auto">
              <a:xfrm>
                <a:off x="4984753" y="1974837"/>
                <a:ext cx="71438" cy="112712"/>
              </a:xfrm>
              <a:custGeom>
                <a:avLst/>
                <a:gdLst>
                  <a:gd name="T0" fmla="*/ 45 w 45"/>
                  <a:gd name="T1" fmla="*/ 45 h 71"/>
                  <a:gd name="T2" fmla="*/ 0 w 45"/>
                  <a:gd name="T3" fmla="*/ 71 h 71"/>
                  <a:gd name="T4" fmla="*/ 0 w 45"/>
                  <a:gd name="T5" fmla="*/ 26 h 71"/>
                  <a:gd name="T6" fmla="*/ 45 w 45"/>
                  <a:gd name="T7" fmla="*/ 0 h 71"/>
                  <a:gd name="T8" fmla="*/ 45 w 45"/>
                  <a:gd name="T9" fmla="*/ 45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5" h="71">
                    <a:moveTo>
                      <a:pt x="45" y="45"/>
                    </a:moveTo>
                    <a:lnTo>
                      <a:pt x="0" y="71"/>
                    </a:lnTo>
                    <a:lnTo>
                      <a:pt x="0" y="26"/>
                    </a:lnTo>
                    <a:lnTo>
                      <a:pt x="45" y="0"/>
                    </a:lnTo>
                    <a:lnTo>
                      <a:pt x="45" y="45"/>
                    </a:lnTo>
                    <a:close/>
                  </a:path>
                </a:pathLst>
              </a:custGeom>
              <a:solidFill>
                <a:srgbClr val="4685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3" name="Freeform: Shape 92" descr="8cd72a24-98b4-4a7d-b929-bdda950548f5"/>
              <p:cNvSpPr/>
              <p:nvPr/>
            </p:nvSpPr>
            <p:spPr bwMode="auto">
              <a:xfrm>
                <a:off x="6313491" y="1489065"/>
                <a:ext cx="33338" cy="55563"/>
              </a:xfrm>
              <a:custGeom>
                <a:avLst/>
                <a:gdLst>
                  <a:gd name="T0" fmla="*/ 21 w 21"/>
                  <a:gd name="T1" fmla="*/ 23 h 35"/>
                  <a:gd name="T2" fmla="*/ 0 w 21"/>
                  <a:gd name="T3" fmla="*/ 35 h 35"/>
                  <a:gd name="T4" fmla="*/ 0 w 21"/>
                  <a:gd name="T5" fmla="*/ 14 h 35"/>
                  <a:gd name="T6" fmla="*/ 21 w 21"/>
                  <a:gd name="T7" fmla="*/ 0 h 35"/>
                  <a:gd name="T8" fmla="*/ 21 w 21"/>
                  <a:gd name="T9" fmla="*/ 23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" h="35">
                    <a:moveTo>
                      <a:pt x="21" y="23"/>
                    </a:moveTo>
                    <a:lnTo>
                      <a:pt x="0" y="35"/>
                    </a:lnTo>
                    <a:lnTo>
                      <a:pt x="0" y="14"/>
                    </a:lnTo>
                    <a:lnTo>
                      <a:pt x="21" y="0"/>
                    </a:lnTo>
                    <a:lnTo>
                      <a:pt x="21" y="23"/>
                    </a:lnTo>
                    <a:close/>
                  </a:path>
                </a:pathLst>
              </a:custGeom>
              <a:solidFill>
                <a:srgbClr val="4685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4" name="Freeform: Shape 93" descr="e2ee529c-3199-49ef-8518-770b9b4ac416"/>
              <p:cNvSpPr/>
              <p:nvPr/>
            </p:nvSpPr>
            <p:spPr bwMode="auto">
              <a:xfrm>
                <a:off x="4689478" y="2555858"/>
                <a:ext cx="117475" cy="188912"/>
              </a:xfrm>
              <a:custGeom>
                <a:avLst/>
                <a:gdLst>
                  <a:gd name="T0" fmla="*/ 74 w 74"/>
                  <a:gd name="T1" fmla="*/ 76 h 119"/>
                  <a:gd name="T2" fmla="*/ 0 w 74"/>
                  <a:gd name="T3" fmla="*/ 119 h 119"/>
                  <a:gd name="T4" fmla="*/ 0 w 74"/>
                  <a:gd name="T5" fmla="*/ 43 h 119"/>
                  <a:gd name="T6" fmla="*/ 74 w 74"/>
                  <a:gd name="T7" fmla="*/ 0 h 119"/>
                  <a:gd name="T8" fmla="*/ 74 w 74"/>
                  <a:gd name="T9" fmla="*/ 76 h 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4" h="119">
                    <a:moveTo>
                      <a:pt x="74" y="76"/>
                    </a:moveTo>
                    <a:lnTo>
                      <a:pt x="0" y="119"/>
                    </a:lnTo>
                    <a:lnTo>
                      <a:pt x="0" y="43"/>
                    </a:lnTo>
                    <a:lnTo>
                      <a:pt x="74" y="0"/>
                    </a:lnTo>
                    <a:lnTo>
                      <a:pt x="74" y="76"/>
                    </a:lnTo>
                    <a:close/>
                  </a:path>
                </a:pathLst>
              </a:custGeom>
              <a:solidFill>
                <a:srgbClr val="4685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5" name="Freeform: Shape 94" descr="7f76c8fe-a4c5-4f3b-973e-d00cc84b7b32"/>
              <p:cNvSpPr/>
              <p:nvPr/>
            </p:nvSpPr>
            <p:spPr bwMode="auto">
              <a:xfrm>
                <a:off x="7675566" y="3060680"/>
                <a:ext cx="71438" cy="114299"/>
              </a:xfrm>
              <a:custGeom>
                <a:avLst/>
                <a:gdLst>
                  <a:gd name="T0" fmla="*/ 45 w 45"/>
                  <a:gd name="T1" fmla="*/ 45 h 72"/>
                  <a:gd name="T2" fmla="*/ 0 w 45"/>
                  <a:gd name="T3" fmla="*/ 72 h 72"/>
                  <a:gd name="T4" fmla="*/ 0 w 45"/>
                  <a:gd name="T5" fmla="*/ 26 h 72"/>
                  <a:gd name="T6" fmla="*/ 45 w 45"/>
                  <a:gd name="T7" fmla="*/ 0 h 72"/>
                  <a:gd name="T8" fmla="*/ 45 w 45"/>
                  <a:gd name="T9" fmla="*/ 45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5" h="72">
                    <a:moveTo>
                      <a:pt x="45" y="45"/>
                    </a:moveTo>
                    <a:lnTo>
                      <a:pt x="0" y="72"/>
                    </a:lnTo>
                    <a:lnTo>
                      <a:pt x="0" y="26"/>
                    </a:lnTo>
                    <a:lnTo>
                      <a:pt x="45" y="0"/>
                    </a:lnTo>
                    <a:lnTo>
                      <a:pt x="45" y="45"/>
                    </a:lnTo>
                    <a:close/>
                  </a:path>
                </a:pathLst>
              </a:custGeom>
              <a:solidFill>
                <a:srgbClr val="83BE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6" name="Freeform: Shape 95" descr="325de792-17e3-46a3-a523-f724a85b54ac"/>
              <p:cNvSpPr/>
              <p:nvPr/>
            </p:nvSpPr>
            <p:spPr bwMode="auto">
              <a:xfrm>
                <a:off x="6453190" y="2103424"/>
                <a:ext cx="71438" cy="112712"/>
              </a:xfrm>
              <a:custGeom>
                <a:avLst/>
                <a:gdLst>
                  <a:gd name="T0" fmla="*/ 45 w 45"/>
                  <a:gd name="T1" fmla="*/ 45 h 71"/>
                  <a:gd name="T2" fmla="*/ 0 w 45"/>
                  <a:gd name="T3" fmla="*/ 71 h 71"/>
                  <a:gd name="T4" fmla="*/ 0 w 45"/>
                  <a:gd name="T5" fmla="*/ 26 h 71"/>
                  <a:gd name="T6" fmla="*/ 45 w 45"/>
                  <a:gd name="T7" fmla="*/ 0 h 71"/>
                  <a:gd name="T8" fmla="*/ 45 w 45"/>
                  <a:gd name="T9" fmla="*/ 45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5" h="71">
                    <a:moveTo>
                      <a:pt x="45" y="45"/>
                    </a:moveTo>
                    <a:lnTo>
                      <a:pt x="0" y="71"/>
                    </a:lnTo>
                    <a:lnTo>
                      <a:pt x="0" y="26"/>
                    </a:lnTo>
                    <a:lnTo>
                      <a:pt x="45" y="0"/>
                    </a:lnTo>
                    <a:lnTo>
                      <a:pt x="45" y="45"/>
                    </a:lnTo>
                    <a:close/>
                  </a:path>
                </a:pathLst>
              </a:custGeom>
              <a:solidFill>
                <a:srgbClr val="83BE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7" name="Freeform: Shape 96" descr="c042f7a7-7d42-4be9-9ded-071900d8b557"/>
              <p:cNvSpPr/>
              <p:nvPr/>
            </p:nvSpPr>
            <p:spPr bwMode="auto">
              <a:xfrm>
                <a:off x="5776916" y="2408222"/>
                <a:ext cx="71438" cy="114299"/>
              </a:xfrm>
              <a:custGeom>
                <a:avLst/>
                <a:gdLst>
                  <a:gd name="T0" fmla="*/ 45 w 45"/>
                  <a:gd name="T1" fmla="*/ 45 h 72"/>
                  <a:gd name="T2" fmla="*/ 0 w 45"/>
                  <a:gd name="T3" fmla="*/ 72 h 72"/>
                  <a:gd name="T4" fmla="*/ 0 w 45"/>
                  <a:gd name="T5" fmla="*/ 26 h 72"/>
                  <a:gd name="T6" fmla="*/ 45 w 45"/>
                  <a:gd name="T7" fmla="*/ 0 h 72"/>
                  <a:gd name="T8" fmla="*/ 45 w 45"/>
                  <a:gd name="T9" fmla="*/ 45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5" h="72">
                    <a:moveTo>
                      <a:pt x="45" y="45"/>
                    </a:moveTo>
                    <a:lnTo>
                      <a:pt x="0" y="72"/>
                    </a:lnTo>
                    <a:lnTo>
                      <a:pt x="0" y="26"/>
                    </a:lnTo>
                    <a:lnTo>
                      <a:pt x="45" y="0"/>
                    </a:lnTo>
                    <a:lnTo>
                      <a:pt x="45" y="45"/>
                    </a:lnTo>
                    <a:close/>
                  </a:path>
                </a:pathLst>
              </a:custGeom>
              <a:solidFill>
                <a:srgbClr val="0647A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8" name="Freeform: Shape 97" descr="a4d74ac4-7459-43c6-8cfe-0cb9c7ccb365"/>
              <p:cNvSpPr/>
              <p:nvPr/>
            </p:nvSpPr>
            <p:spPr bwMode="auto">
              <a:xfrm>
                <a:off x="5003803" y="2770170"/>
                <a:ext cx="33338" cy="57150"/>
              </a:xfrm>
              <a:custGeom>
                <a:avLst/>
                <a:gdLst>
                  <a:gd name="T0" fmla="*/ 21 w 21"/>
                  <a:gd name="T1" fmla="*/ 24 h 36"/>
                  <a:gd name="T2" fmla="*/ 0 w 21"/>
                  <a:gd name="T3" fmla="*/ 36 h 36"/>
                  <a:gd name="T4" fmla="*/ 0 w 21"/>
                  <a:gd name="T5" fmla="*/ 15 h 36"/>
                  <a:gd name="T6" fmla="*/ 21 w 21"/>
                  <a:gd name="T7" fmla="*/ 0 h 36"/>
                  <a:gd name="T8" fmla="*/ 21 w 21"/>
                  <a:gd name="T9" fmla="*/ 24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" h="36">
                    <a:moveTo>
                      <a:pt x="21" y="24"/>
                    </a:moveTo>
                    <a:lnTo>
                      <a:pt x="0" y="36"/>
                    </a:lnTo>
                    <a:lnTo>
                      <a:pt x="0" y="15"/>
                    </a:lnTo>
                    <a:lnTo>
                      <a:pt x="21" y="0"/>
                    </a:lnTo>
                    <a:lnTo>
                      <a:pt x="21" y="24"/>
                    </a:lnTo>
                    <a:close/>
                  </a:path>
                </a:pathLst>
              </a:custGeom>
              <a:solidFill>
                <a:srgbClr val="83BE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9" name="Freeform: Shape 98" descr="77241efd-2561-4d51-b592-0d04c41cd965"/>
              <p:cNvSpPr/>
              <p:nvPr/>
            </p:nvSpPr>
            <p:spPr bwMode="auto">
              <a:xfrm>
                <a:off x="7977191" y="2178036"/>
                <a:ext cx="38100" cy="57150"/>
              </a:xfrm>
              <a:custGeom>
                <a:avLst/>
                <a:gdLst>
                  <a:gd name="T0" fmla="*/ 24 w 24"/>
                  <a:gd name="T1" fmla="*/ 22 h 36"/>
                  <a:gd name="T2" fmla="*/ 0 w 24"/>
                  <a:gd name="T3" fmla="*/ 36 h 36"/>
                  <a:gd name="T4" fmla="*/ 0 w 24"/>
                  <a:gd name="T5" fmla="*/ 12 h 36"/>
                  <a:gd name="T6" fmla="*/ 24 w 24"/>
                  <a:gd name="T7" fmla="*/ 0 h 36"/>
                  <a:gd name="T8" fmla="*/ 24 w 24"/>
                  <a:gd name="T9" fmla="*/ 22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4" h="36">
                    <a:moveTo>
                      <a:pt x="24" y="22"/>
                    </a:moveTo>
                    <a:lnTo>
                      <a:pt x="0" y="36"/>
                    </a:lnTo>
                    <a:lnTo>
                      <a:pt x="0" y="12"/>
                    </a:lnTo>
                    <a:lnTo>
                      <a:pt x="24" y="0"/>
                    </a:lnTo>
                    <a:lnTo>
                      <a:pt x="24" y="22"/>
                    </a:lnTo>
                    <a:close/>
                  </a:path>
                </a:pathLst>
              </a:custGeom>
              <a:solidFill>
                <a:srgbClr val="4685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0" name="Freeform: Shape 99" descr="c1d70c8f-58f5-4ad4-9913-f21c751b564a"/>
              <p:cNvSpPr/>
              <p:nvPr/>
            </p:nvSpPr>
            <p:spPr bwMode="auto">
              <a:xfrm>
                <a:off x="4833939" y="3046393"/>
                <a:ext cx="71438" cy="109537"/>
              </a:xfrm>
              <a:custGeom>
                <a:avLst/>
                <a:gdLst>
                  <a:gd name="T0" fmla="*/ 45 w 45"/>
                  <a:gd name="T1" fmla="*/ 43 h 69"/>
                  <a:gd name="T2" fmla="*/ 0 w 45"/>
                  <a:gd name="T3" fmla="*/ 69 h 69"/>
                  <a:gd name="T4" fmla="*/ 0 w 45"/>
                  <a:gd name="T5" fmla="*/ 24 h 69"/>
                  <a:gd name="T6" fmla="*/ 45 w 45"/>
                  <a:gd name="T7" fmla="*/ 0 h 69"/>
                  <a:gd name="T8" fmla="*/ 45 w 45"/>
                  <a:gd name="T9" fmla="*/ 43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5" h="69">
                    <a:moveTo>
                      <a:pt x="45" y="43"/>
                    </a:moveTo>
                    <a:lnTo>
                      <a:pt x="0" y="69"/>
                    </a:lnTo>
                    <a:lnTo>
                      <a:pt x="0" y="24"/>
                    </a:lnTo>
                    <a:lnTo>
                      <a:pt x="45" y="0"/>
                    </a:lnTo>
                    <a:lnTo>
                      <a:pt x="45" y="43"/>
                    </a:lnTo>
                    <a:close/>
                  </a:path>
                </a:pathLst>
              </a:custGeom>
              <a:solidFill>
                <a:srgbClr val="4685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1" name="Freeform: Shape 100" descr="18a81378-c415-436c-9463-eb97bc3bcfff"/>
              <p:cNvSpPr/>
              <p:nvPr/>
            </p:nvSpPr>
            <p:spPr bwMode="auto">
              <a:xfrm>
                <a:off x="7429504" y="2514583"/>
                <a:ext cx="68263" cy="109537"/>
              </a:xfrm>
              <a:custGeom>
                <a:avLst/>
                <a:gdLst>
                  <a:gd name="T0" fmla="*/ 43 w 43"/>
                  <a:gd name="T1" fmla="*/ 43 h 69"/>
                  <a:gd name="T2" fmla="*/ 0 w 43"/>
                  <a:gd name="T3" fmla="*/ 69 h 69"/>
                  <a:gd name="T4" fmla="*/ 0 w 43"/>
                  <a:gd name="T5" fmla="*/ 24 h 69"/>
                  <a:gd name="T6" fmla="*/ 43 w 43"/>
                  <a:gd name="T7" fmla="*/ 0 h 69"/>
                  <a:gd name="T8" fmla="*/ 43 w 43"/>
                  <a:gd name="T9" fmla="*/ 43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3" h="69">
                    <a:moveTo>
                      <a:pt x="43" y="43"/>
                    </a:moveTo>
                    <a:lnTo>
                      <a:pt x="0" y="69"/>
                    </a:lnTo>
                    <a:lnTo>
                      <a:pt x="0" y="24"/>
                    </a:lnTo>
                    <a:lnTo>
                      <a:pt x="43" y="0"/>
                    </a:lnTo>
                    <a:lnTo>
                      <a:pt x="43" y="43"/>
                    </a:lnTo>
                    <a:close/>
                  </a:path>
                </a:pathLst>
              </a:custGeom>
              <a:solidFill>
                <a:srgbClr val="83BE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2" name="Freeform: Shape 101" descr="87b43b16-101d-491e-8e77-b7c2963a6731"/>
              <p:cNvSpPr/>
              <p:nvPr/>
            </p:nvSpPr>
            <p:spPr bwMode="auto">
              <a:xfrm>
                <a:off x="5678490" y="2035161"/>
                <a:ext cx="71438" cy="112712"/>
              </a:xfrm>
              <a:custGeom>
                <a:avLst/>
                <a:gdLst>
                  <a:gd name="T0" fmla="*/ 45 w 45"/>
                  <a:gd name="T1" fmla="*/ 45 h 71"/>
                  <a:gd name="T2" fmla="*/ 0 w 45"/>
                  <a:gd name="T3" fmla="*/ 71 h 71"/>
                  <a:gd name="T4" fmla="*/ 0 w 45"/>
                  <a:gd name="T5" fmla="*/ 26 h 71"/>
                  <a:gd name="T6" fmla="*/ 45 w 45"/>
                  <a:gd name="T7" fmla="*/ 0 h 71"/>
                  <a:gd name="T8" fmla="*/ 45 w 45"/>
                  <a:gd name="T9" fmla="*/ 45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5" h="71">
                    <a:moveTo>
                      <a:pt x="45" y="45"/>
                    </a:moveTo>
                    <a:lnTo>
                      <a:pt x="0" y="71"/>
                    </a:lnTo>
                    <a:lnTo>
                      <a:pt x="0" y="26"/>
                    </a:lnTo>
                    <a:lnTo>
                      <a:pt x="45" y="0"/>
                    </a:lnTo>
                    <a:lnTo>
                      <a:pt x="45" y="45"/>
                    </a:lnTo>
                    <a:close/>
                  </a:path>
                </a:pathLst>
              </a:custGeom>
              <a:solidFill>
                <a:srgbClr val="4685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3" name="Freeform: Shape 102" descr="a23f022d-ab8b-4a7e-9b73-a40b7ce586cb"/>
              <p:cNvSpPr/>
              <p:nvPr/>
            </p:nvSpPr>
            <p:spPr bwMode="auto">
              <a:xfrm>
                <a:off x="4837115" y="3174980"/>
                <a:ext cx="120650" cy="187324"/>
              </a:xfrm>
              <a:custGeom>
                <a:avLst/>
                <a:gdLst>
                  <a:gd name="T0" fmla="*/ 76 w 76"/>
                  <a:gd name="T1" fmla="*/ 76 h 118"/>
                  <a:gd name="T2" fmla="*/ 0 w 76"/>
                  <a:gd name="T3" fmla="*/ 118 h 118"/>
                  <a:gd name="T4" fmla="*/ 0 w 76"/>
                  <a:gd name="T5" fmla="*/ 42 h 118"/>
                  <a:gd name="T6" fmla="*/ 76 w 76"/>
                  <a:gd name="T7" fmla="*/ 0 h 118"/>
                  <a:gd name="T8" fmla="*/ 76 w 76"/>
                  <a:gd name="T9" fmla="*/ 76 h 1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6" h="118">
                    <a:moveTo>
                      <a:pt x="76" y="76"/>
                    </a:moveTo>
                    <a:lnTo>
                      <a:pt x="0" y="118"/>
                    </a:lnTo>
                    <a:lnTo>
                      <a:pt x="0" y="42"/>
                    </a:lnTo>
                    <a:lnTo>
                      <a:pt x="76" y="0"/>
                    </a:lnTo>
                    <a:lnTo>
                      <a:pt x="76" y="76"/>
                    </a:lnTo>
                    <a:close/>
                  </a:path>
                </a:pathLst>
              </a:custGeom>
              <a:solidFill>
                <a:srgbClr val="0647A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4" name="Freeform: Shape 103" descr="938e1dd0-b727-4365-acb1-3c93c465c339"/>
              <p:cNvSpPr/>
              <p:nvPr/>
            </p:nvSpPr>
            <p:spPr bwMode="auto">
              <a:xfrm>
                <a:off x="7415216" y="3268642"/>
                <a:ext cx="79375" cy="128588"/>
              </a:xfrm>
              <a:custGeom>
                <a:avLst/>
                <a:gdLst>
                  <a:gd name="T0" fmla="*/ 50 w 50"/>
                  <a:gd name="T1" fmla="*/ 52 h 81"/>
                  <a:gd name="T2" fmla="*/ 0 w 50"/>
                  <a:gd name="T3" fmla="*/ 81 h 81"/>
                  <a:gd name="T4" fmla="*/ 0 w 50"/>
                  <a:gd name="T5" fmla="*/ 31 h 81"/>
                  <a:gd name="T6" fmla="*/ 50 w 50"/>
                  <a:gd name="T7" fmla="*/ 0 h 81"/>
                  <a:gd name="T8" fmla="*/ 50 w 50"/>
                  <a:gd name="T9" fmla="*/ 52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0" h="81">
                    <a:moveTo>
                      <a:pt x="50" y="52"/>
                    </a:moveTo>
                    <a:lnTo>
                      <a:pt x="0" y="81"/>
                    </a:lnTo>
                    <a:lnTo>
                      <a:pt x="0" y="31"/>
                    </a:lnTo>
                    <a:lnTo>
                      <a:pt x="50" y="0"/>
                    </a:lnTo>
                    <a:lnTo>
                      <a:pt x="50" y="52"/>
                    </a:lnTo>
                    <a:close/>
                  </a:path>
                </a:pathLst>
              </a:custGeom>
              <a:solidFill>
                <a:srgbClr val="4685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5" name="Freeform: Shape 104" descr="39cf36f9-9e0a-4f80-a400-332c22ae93e6"/>
              <p:cNvSpPr/>
              <p:nvPr/>
            </p:nvSpPr>
            <p:spPr bwMode="auto">
              <a:xfrm>
                <a:off x="5815015" y="2128824"/>
                <a:ext cx="33338" cy="57150"/>
              </a:xfrm>
              <a:custGeom>
                <a:avLst/>
                <a:gdLst>
                  <a:gd name="T0" fmla="*/ 21 w 21"/>
                  <a:gd name="T1" fmla="*/ 22 h 36"/>
                  <a:gd name="T2" fmla="*/ 0 w 21"/>
                  <a:gd name="T3" fmla="*/ 36 h 36"/>
                  <a:gd name="T4" fmla="*/ 0 w 21"/>
                  <a:gd name="T5" fmla="*/ 12 h 36"/>
                  <a:gd name="T6" fmla="*/ 21 w 21"/>
                  <a:gd name="T7" fmla="*/ 0 h 36"/>
                  <a:gd name="T8" fmla="*/ 21 w 21"/>
                  <a:gd name="T9" fmla="*/ 22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" h="36">
                    <a:moveTo>
                      <a:pt x="21" y="22"/>
                    </a:moveTo>
                    <a:lnTo>
                      <a:pt x="0" y="36"/>
                    </a:lnTo>
                    <a:lnTo>
                      <a:pt x="0" y="12"/>
                    </a:lnTo>
                    <a:lnTo>
                      <a:pt x="21" y="0"/>
                    </a:lnTo>
                    <a:lnTo>
                      <a:pt x="21" y="22"/>
                    </a:lnTo>
                    <a:close/>
                  </a:path>
                </a:pathLst>
              </a:custGeom>
              <a:solidFill>
                <a:srgbClr val="4685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6" name="Freeform: Shape 105" descr="35058cd8-4522-4fe1-9b7d-3e30b33508ce"/>
              <p:cNvSpPr/>
              <p:nvPr/>
            </p:nvSpPr>
            <p:spPr bwMode="auto">
              <a:xfrm>
                <a:off x="4281489" y="3155929"/>
                <a:ext cx="73025" cy="112712"/>
              </a:xfrm>
              <a:custGeom>
                <a:avLst/>
                <a:gdLst>
                  <a:gd name="T0" fmla="*/ 46 w 46"/>
                  <a:gd name="T1" fmla="*/ 45 h 71"/>
                  <a:gd name="T2" fmla="*/ 0 w 46"/>
                  <a:gd name="T3" fmla="*/ 71 h 71"/>
                  <a:gd name="T4" fmla="*/ 0 w 46"/>
                  <a:gd name="T5" fmla="*/ 26 h 71"/>
                  <a:gd name="T6" fmla="*/ 46 w 46"/>
                  <a:gd name="T7" fmla="*/ 0 h 71"/>
                  <a:gd name="T8" fmla="*/ 46 w 46"/>
                  <a:gd name="T9" fmla="*/ 45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6" h="71">
                    <a:moveTo>
                      <a:pt x="46" y="45"/>
                    </a:moveTo>
                    <a:lnTo>
                      <a:pt x="0" y="71"/>
                    </a:lnTo>
                    <a:lnTo>
                      <a:pt x="0" y="26"/>
                    </a:lnTo>
                    <a:lnTo>
                      <a:pt x="46" y="0"/>
                    </a:lnTo>
                    <a:lnTo>
                      <a:pt x="46" y="45"/>
                    </a:lnTo>
                    <a:close/>
                  </a:path>
                </a:pathLst>
              </a:custGeom>
              <a:solidFill>
                <a:srgbClr val="4685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7" name="Freeform: Shape 106" descr="2c8e4ad3-8ebd-41be-8eac-0f2c0828645f"/>
              <p:cNvSpPr/>
              <p:nvPr/>
            </p:nvSpPr>
            <p:spPr bwMode="auto">
              <a:xfrm>
                <a:off x="7716839" y="3743301"/>
                <a:ext cx="38100" cy="57150"/>
              </a:xfrm>
              <a:custGeom>
                <a:avLst/>
                <a:gdLst>
                  <a:gd name="T0" fmla="*/ 24 w 24"/>
                  <a:gd name="T1" fmla="*/ 22 h 36"/>
                  <a:gd name="T2" fmla="*/ 0 w 24"/>
                  <a:gd name="T3" fmla="*/ 36 h 36"/>
                  <a:gd name="T4" fmla="*/ 0 w 24"/>
                  <a:gd name="T5" fmla="*/ 12 h 36"/>
                  <a:gd name="T6" fmla="*/ 24 w 24"/>
                  <a:gd name="T7" fmla="*/ 0 h 36"/>
                  <a:gd name="T8" fmla="*/ 24 w 24"/>
                  <a:gd name="T9" fmla="*/ 22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4" h="36">
                    <a:moveTo>
                      <a:pt x="24" y="22"/>
                    </a:moveTo>
                    <a:lnTo>
                      <a:pt x="0" y="36"/>
                    </a:lnTo>
                    <a:lnTo>
                      <a:pt x="0" y="12"/>
                    </a:lnTo>
                    <a:lnTo>
                      <a:pt x="24" y="0"/>
                    </a:lnTo>
                    <a:lnTo>
                      <a:pt x="24" y="22"/>
                    </a:lnTo>
                    <a:close/>
                  </a:path>
                </a:pathLst>
              </a:custGeom>
              <a:solidFill>
                <a:srgbClr val="4685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8" name="Freeform: Shape 107" descr="d2acc7ee-19c1-4ca2-a163-4848c398c7e5"/>
              <p:cNvSpPr/>
              <p:nvPr/>
            </p:nvSpPr>
            <p:spPr bwMode="auto">
              <a:xfrm>
                <a:off x="4795838" y="2920981"/>
                <a:ext cx="33338" cy="57150"/>
              </a:xfrm>
              <a:custGeom>
                <a:avLst/>
                <a:gdLst>
                  <a:gd name="T0" fmla="*/ 21 w 21"/>
                  <a:gd name="T1" fmla="*/ 24 h 36"/>
                  <a:gd name="T2" fmla="*/ 0 w 21"/>
                  <a:gd name="T3" fmla="*/ 36 h 36"/>
                  <a:gd name="T4" fmla="*/ 0 w 21"/>
                  <a:gd name="T5" fmla="*/ 15 h 36"/>
                  <a:gd name="T6" fmla="*/ 21 w 21"/>
                  <a:gd name="T7" fmla="*/ 0 h 36"/>
                  <a:gd name="T8" fmla="*/ 21 w 21"/>
                  <a:gd name="T9" fmla="*/ 24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" h="36">
                    <a:moveTo>
                      <a:pt x="21" y="24"/>
                    </a:moveTo>
                    <a:lnTo>
                      <a:pt x="0" y="36"/>
                    </a:lnTo>
                    <a:lnTo>
                      <a:pt x="0" y="15"/>
                    </a:lnTo>
                    <a:lnTo>
                      <a:pt x="21" y="0"/>
                    </a:lnTo>
                    <a:lnTo>
                      <a:pt x="21" y="24"/>
                    </a:lnTo>
                    <a:close/>
                  </a:path>
                </a:pathLst>
              </a:custGeom>
              <a:solidFill>
                <a:srgbClr val="83BE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9" name="Freeform: Shape 108" descr="f9c3172b-b91d-4d93-ba0f-6c64dcde2edc"/>
              <p:cNvSpPr/>
              <p:nvPr/>
            </p:nvSpPr>
            <p:spPr bwMode="auto">
              <a:xfrm>
                <a:off x="7691440" y="2492358"/>
                <a:ext cx="36513" cy="55563"/>
              </a:xfrm>
              <a:custGeom>
                <a:avLst/>
                <a:gdLst>
                  <a:gd name="T0" fmla="*/ 23 w 23"/>
                  <a:gd name="T1" fmla="*/ 23 h 35"/>
                  <a:gd name="T2" fmla="*/ 0 w 23"/>
                  <a:gd name="T3" fmla="*/ 35 h 35"/>
                  <a:gd name="T4" fmla="*/ 0 w 23"/>
                  <a:gd name="T5" fmla="*/ 14 h 35"/>
                  <a:gd name="T6" fmla="*/ 23 w 23"/>
                  <a:gd name="T7" fmla="*/ 0 h 35"/>
                  <a:gd name="T8" fmla="*/ 23 w 23"/>
                  <a:gd name="T9" fmla="*/ 23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3" h="35">
                    <a:moveTo>
                      <a:pt x="23" y="23"/>
                    </a:moveTo>
                    <a:lnTo>
                      <a:pt x="0" y="35"/>
                    </a:lnTo>
                    <a:lnTo>
                      <a:pt x="0" y="14"/>
                    </a:lnTo>
                    <a:lnTo>
                      <a:pt x="23" y="0"/>
                    </a:lnTo>
                    <a:lnTo>
                      <a:pt x="23" y="23"/>
                    </a:lnTo>
                    <a:close/>
                  </a:path>
                </a:pathLst>
              </a:custGeom>
              <a:solidFill>
                <a:srgbClr val="83BE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0" name="Freeform: Shape 109" descr="450ad972-21ad-4f37-be3a-c1608e30ab28"/>
              <p:cNvSpPr/>
              <p:nvPr/>
            </p:nvSpPr>
            <p:spPr bwMode="auto">
              <a:xfrm>
                <a:off x="6007101" y="1514475"/>
                <a:ext cx="38100" cy="57150"/>
              </a:xfrm>
              <a:custGeom>
                <a:avLst/>
                <a:gdLst>
                  <a:gd name="T0" fmla="*/ 24 w 24"/>
                  <a:gd name="T1" fmla="*/ 22 h 36"/>
                  <a:gd name="T2" fmla="*/ 0 w 24"/>
                  <a:gd name="T3" fmla="*/ 36 h 36"/>
                  <a:gd name="T4" fmla="*/ 0 w 24"/>
                  <a:gd name="T5" fmla="*/ 12 h 36"/>
                  <a:gd name="T6" fmla="*/ 24 w 24"/>
                  <a:gd name="T7" fmla="*/ 0 h 36"/>
                  <a:gd name="T8" fmla="*/ 24 w 24"/>
                  <a:gd name="T9" fmla="*/ 22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4" h="36">
                    <a:moveTo>
                      <a:pt x="24" y="22"/>
                    </a:moveTo>
                    <a:lnTo>
                      <a:pt x="0" y="36"/>
                    </a:lnTo>
                    <a:lnTo>
                      <a:pt x="0" y="12"/>
                    </a:lnTo>
                    <a:lnTo>
                      <a:pt x="24" y="0"/>
                    </a:lnTo>
                    <a:lnTo>
                      <a:pt x="24" y="22"/>
                    </a:lnTo>
                    <a:close/>
                  </a:path>
                </a:pathLst>
              </a:custGeom>
              <a:solidFill>
                <a:srgbClr val="83BE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  <p:sp>
          <p:nvSpPr>
            <p:cNvPr id="8" name="Freeform: Shape 7" descr="a521838a-29f1-4a4e-8db4-38d5645ecfc2"/>
            <p:cNvSpPr/>
            <p:nvPr/>
          </p:nvSpPr>
          <p:spPr>
            <a:xfrm>
              <a:off x="0" y="2760236"/>
              <a:ext cx="1192356" cy="4097763"/>
            </a:xfrm>
            <a:custGeom>
              <a:avLst/>
              <a:gdLst>
                <a:gd name="connsiteX0" fmla="*/ 0 w 12192000"/>
                <a:gd name="connsiteY0" fmla="*/ 0 h 6857999"/>
                <a:gd name="connsiteX1" fmla="*/ 12192000 w 12192000"/>
                <a:gd name="connsiteY1" fmla="*/ 0 h 6857999"/>
                <a:gd name="connsiteX2" fmla="*/ 12192000 w 12192000"/>
                <a:gd name="connsiteY2" fmla="*/ 6858000 h 6857999"/>
                <a:gd name="connsiteX3" fmla="*/ 0 w 12192000"/>
                <a:gd name="connsiteY3" fmla="*/ 6858000 h 685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6857999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  <a:alpha val="54000"/>
              </a:schemeClr>
            </a:solidFill>
            <a:ln w="199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grpSp>
          <p:nvGrpSpPr>
            <p:cNvPr id="9" name="Group 8" descr="e6fc2d7a-a958-49a0-9c92-43ab46cc8917"/>
            <p:cNvGrpSpPr/>
            <p:nvPr/>
          </p:nvGrpSpPr>
          <p:grpSpPr>
            <a:xfrm>
              <a:off x="5105996" y="4736238"/>
              <a:ext cx="645212" cy="650119"/>
              <a:chOff x="5107888" y="4736238"/>
              <a:chExt cx="645212" cy="650119"/>
            </a:xfrm>
          </p:grpSpPr>
          <p:sp>
            <p:nvSpPr>
              <p:cNvPr id="13" name="Rectangle 12" descr="0a6f7c55-ebe5-4559-af31-db831b7bad28"/>
              <p:cNvSpPr/>
              <p:nvPr/>
            </p:nvSpPr>
            <p:spPr>
              <a:xfrm rot="5400000">
                <a:off x="5105434" y="4738692"/>
                <a:ext cx="650119" cy="64521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279400" dist="88900" dir="5400000" algn="t" rotWithShape="0">
                  <a:srgbClr val="485ABE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" name="Isosceles Triangle 10" descr="a1e775b3-d708-465a-b902-553633d524fe"/>
              <p:cNvSpPr/>
              <p:nvPr/>
            </p:nvSpPr>
            <p:spPr>
              <a:xfrm rot="5400000">
                <a:off x="5356037" y="4955649"/>
                <a:ext cx="245107" cy="211299"/>
              </a:xfrm>
              <a:prstGeom prst="triangl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2" name="Title 1" descr="dd4c513e-8c8d-44c6-b218-da5199b5c53c"/>
          <p:cNvSpPr>
            <a:spLocks noGrp="1"/>
          </p:cNvSpPr>
          <p:nvPr>
            <p:ph type="ctrTitle" hasCustomPrompt="1"/>
          </p:nvPr>
        </p:nvSpPr>
        <p:spPr>
          <a:xfrm>
            <a:off x="660400" y="1755471"/>
            <a:ext cx="6870700" cy="1979947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 altLang="zh-CN"/>
              <a:t>Click to add title</a:t>
            </a:r>
            <a:endParaRPr lang="en-US"/>
          </a:p>
        </p:txBody>
      </p:sp>
      <p:sp>
        <p:nvSpPr>
          <p:cNvPr id="3" name="Subtitle 2" descr="287ef07e-111d-41c5-a423-2906cf096668"/>
          <p:cNvSpPr>
            <a:spLocks noGrp="1"/>
          </p:cNvSpPr>
          <p:nvPr>
            <p:ph type="subTitle" idx="1" hasCustomPrompt="1"/>
          </p:nvPr>
        </p:nvSpPr>
        <p:spPr>
          <a:xfrm>
            <a:off x="977900" y="4729007"/>
            <a:ext cx="4126505" cy="657351"/>
          </a:xfrm>
          <a:solidFill>
            <a:schemeClr val="accent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add subtitle</a:t>
            </a:r>
            <a:endParaRPr lang="en-US"/>
          </a:p>
        </p:txBody>
      </p:sp>
      <p:sp>
        <p:nvSpPr>
          <p:cNvPr id="4" name="Text Placeholder 3" descr="c982fcda-5e66-4a59-af30-b34b280e929c"/>
          <p:cNvSpPr>
            <a:spLocks noGrp="1"/>
          </p:cNvSpPr>
          <p:nvPr>
            <p:ph type="body" sz="quarter" idx="13" hasCustomPrompt="1"/>
          </p:nvPr>
        </p:nvSpPr>
        <p:spPr>
          <a:xfrm>
            <a:off x="7001013" y="5859780"/>
            <a:ext cx="4517887" cy="274320"/>
          </a:xfrm>
        </p:spPr>
        <p:txBody>
          <a:bodyPr anchor="ctr">
            <a:normAutofit/>
          </a:bodyPr>
          <a:lstStyle>
            <a:lvl1pPr marL="0" indent="0" algn="r">
              <a:lnSpc>
                <a:spcPct val="100000"/>
              </a:lnSpc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/>
              <a:t>Presenter name</a:t>
            </a:r>
            <a:endParaRPr lang="en-US"/>
          </a:p>
        </p:txBody>
      </p:sp>
      <p:sp>
        <p:nvSpPr>
          <p:cNvPr id="5" name="Text Placeholder 4" descr="22b7f510-422e-4416-99fd-0c57928cc01d"/>
          <p:cNvSpPr>
            <a:spLocks noGrp="1"/>
          </p:cNvSpPr>
          <p:nvPr>
            <p:ph type="body" sz="quarter" idx="14" hasCustomPrompt="1"/>
          </p:nvPr>
        </p:nvSpPr>
        <p:spPr>
          <a:xfrm>
            <a:off x="660398" y="5859780"/>
            <a:ext cx="4517887" cy="274320"/>
          </a:xfrm>
        </p:spPr>
        <p:txBody>
          <a:bodyPr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endParaRPr lang="en-US"/>
          </a:p>
        </p:txBody>
      </p:sp>
    </p:spTree>
  </p:cSld>
  <p:clrMapOvr>
    <a:masterClrMapping/>
  </p:clrMapOvr>
  <p:transition/>
  <p:hf sldNum="0" hd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63505b30-4850-4b41-af07-ddd3fd1e9ba7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altLang="zh-CN"/>
              <a:t>Click to add title</a:t>
            </a:r>
            <a:endParaRPr lang="en-US"/>
          </a:p>
        </p:txBody>
      </p:sp>
      <p:sp>
        <p:nvSpPr>
          <p:cNvPr id="3" name="Content Placeholder 2" descr="00167ce0-ac01-4df8-b920-956a8824105f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en-US" altLang="zh-CN"/>
              <a:t>Click to add text</a:t>
            </a:r>
            <a:endParaRPr lang="en-US"/>
          </a:p>
        </p:txBody>
      </p:sp>
      <p:sp>
        <p:nvSpPr>
          <p:cNvPr id="4" name="Date Placeholder 3" descr="16d6ac2f-d6f6-4fb4-b0e9-e27ac7cd10e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25592-9C3F-48AB-9A3F-F2A64B129A6F}" type="datetimeFigureOut">
              <a:rPr lang="en-US" smtClean="0"/>
            </a:fld>
            <a:endParaRPr lang="en-US"/>
          </a:p>
        </p:txBody>
      </p:sp>
      <p:sp>
        <p:nvSpPr>
          <p:cNvPr id="5" name="Footer Placeholder 4" descr="abc9bb66-c3b5-4182-89ed-2062d3aab17e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descr="9f6070f9-6687-46a3-9338-477f4fd689bd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  <p:hf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matchingName="Agenda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acc4efc9-f330-4ceb-8848-8f9845b68834"/>
          <p:cNvSpPr>
            <a:spLocks noGrp="1"/>
          </p:cNvSpPr>
          <p:nvPr>
            <p:ph type="title" hasCustomPrompt="1"/>
          </p:nvPr>
        </p:nvSpPr>
        <p:spPr>
          <a:xfrm>
            <a:off x="660400" y="1500187"/>
            <a:ext cx="2836562" cy="915667"/>
          </a:xfrm>
        </p:spPr>
        <p:txBody>
          <a:bodyPr anchor="t">
            <a:normAutofit/>
          </a:bodyPr>
          <a:lstStyle>
            <a:lvl1pPr algn="r">
              <a:defRPr sz="2400"/>
            </a:lvl1pPr>
          </a:lstStyle>
          <a:p>
            <a:r>
              <a:rPr lang="en-US"/>
              <a:t>Agenda</a:t>
            </a:r>
            <a:endParaRPr lang="en-US"/>
          </a:p>
        </p:txBody>
      </p:sp>
      <p:sp>
        <p:nvSpPr>
          <p:cNvPr id="3" name="Content Placeholder 2" descr="43012f49-2dd4-4189-a635-c43a4d092096"/>
          <p:cNvSpPr>
            <a:spLocks noGrp="1"/>
          </p:cNvSpPr>
          <p:nvPr>
            <p:ph sz="quarter" idx="1" hasCustomPrompt="1"/>
          </p:nvPr>
        </p:nvSpPr>
        <p:spPr>
          <a:xfrm>
            <a:off x="3745078" y="1500188"/>
            <a:ext cx="7773821" cy="4633912"/>
          </a:xfrm>
        </p:spPr>
        <p:txBody>
          <a:bodyPr/>
          <a:lstStyle>
            <a:lvl1pPr marL="342900" indent="-342900">
              <a:lnSpc>
                <a:spcPct val="100000"/>
              </a:lnSpc>
              <a:buFont typeface="+mj-lt"/>
              <a:buAutoNum type="arabicPeriod"/>
              <a:defRPr/>
            </a:lvl1pPr>
            <a:lvl2pPr marL="800100" indent="-342900">
              <a:lnSpc>
                <a:spcPct val="100000"/>
              </a:lnSpc>
              <a:buFont typeface="+mj-ea"/>
              <a:buAutoNum type="circleNumDbPlain"/>
              <a:defRPr/>
            </a:lvl2pPr>
            <a:lvl3pPr marL="1257300" indent="-342900">
              <a:lnSpc>
                <a:spcPct val="100000"/>
              </a:lnSpc>
              <a:buFont typeface="+mj-lt"/>
              <a:buAutoNum type="alphaLcParenR"/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altLang="zh-CN"/>
              <a:t>Click to add text</a:t>
            </a:r>
            <a:endParaRPr lang="en-US"/>
          </a:p>
        </p:txBody>
      </p:sp>
      <p:sp>
        <p:nvSpPr>
          <p:cNvPr id="5" name="Date Placeholder 4" descr="39bb8984-6957-42ff-9b1d-7fc3f6134f1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25592-9C3F-48AB-9A3F-F2A64B129A6F}" type="datetimeFigureOut">
              <a:rPr lang="en-US" smtClean="0"/>
            </a:fld>
            <a:endParaRPr lang="en-US"/>
          </a:p>
        </p:txBody>
      </p:sp>
      <p:sp>
        <p:nvSpPr>
          <p:cNvPr id="6" name="Footer Placeholder 5" descr="da2aa6dc-f8f8-4482-8891-0c84032344cb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descr="9ed46459-9b5f-4efd-b3ee-1c02c3264b4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</a:fld>
            <a:endParaRPr lang="en-US"/>
          </a:p>
        </p:txBody>
      </p:sp>
      <p:cxnSp>
        <p:nvCxnSpPr>
          <p:cNvPr id="8" name="Straight Connector 7" descr="fa79578e-524a-4fe7-bcec-b4aa397efb08"/>
          <p:cNvCxnSpPr/>
          <p:nvPr/>
        </p:nvCxnSpPr>
        <p:spPr>
          <a:xfrm flipH="1">
            <a:off x="3621019" y="1500188"/>
            <a:ext cx="0" cy="4633913"/>
          </a:xfrm>
          <a:prstGeom prst="line">
            <a:avLst/>
          </a:prstGeom>
          <a:solidFill>
            <a:srgbClr val="FFCC00"/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9" name="Freeform: Shape 8" descr="afa38b01-b3b5-49db-b197-c99a3efd046d"/>
          <p:cNvSpPr>
            <a:spLocks noChangeAspect="1"/>
          </p:cNvSpPr>
          <p:nvPr/>
        </p:nvSpPr>
        <p:spPr bwMode="auto">
          <a:xfrm>
            <a:off x="2626456" y="5219207"/>
            <a:ext cx="870506" cy="915667"/>
          </a:xfrm>
          <a:custGeom>
            <a:avLst/>
            <a:gdLst>
              <a:gd name="T0" fmla="*/ 3353 w 5127"/>
              <a:gd name="T1" fmla="*/ 1728 h 5401"/>
              <a:gd name="T2" fmla="*/ 2183 w 5127"/>
              <a:gd name="T3" fmla="*/ 1608 h 5401"/>
              <a:gd name="T4" fmla="*/ 3353 w 5127"/>
              <a:gd name="T5" fmla="*/ 1488 h 5401"/>
              <a:gd name="T6" fmla="*/ 3103 w 5127"/>
              <a:gd name="T7" fmla="*/ 2231 h 5401"/>
              <a:gd name="T8" fmla="*/ 3103 w 5127"/>
              <a:gd name="T9" fmla="*/ 1991 h 5401"/>
              <a:gd name="T10" fmla="*/ 2432 w 5127"/>
              <a:gd name="T11" fmla="*/ 2111 h 5401"/>
              <a:gd name="T12" fmla="*/ 3103 w 5127"/>
              <a:gd name="T13" fmla="*/ 2231 h 5401"/>
              <a:gd name="T14" fmla="*/ 3353 w 5127"/>
              <a:gd name="T15" fmla="*/ 2648 h 5401"/>
              <a:gd name="T16" fmla="*/ 2183 w 5127"/>
              <a:gd name="T17" fmla="*/ 2768 h 5401"/>
              <a:gd name="T18" fmla="*/ 3353 w 5127"/>
              <a:gd name="T19" fmla="*/ 2888 h 5401"/>
              <a:gd name="T20" fmla="*/ 2552 w 5127"/>
              <a:gd name="T21" fmla="*/ 3151 h 5401"/>
              <a:gd name="T22" fmla="*/ 2552 w 5127"/>
              <a:gd name="T23" fmla="*/ 3391 h 5401"/>
              <a:gd name="T24" fmla="*/ 3223 w 5127"/>
              <a:gd name="T25" fmla="*/ 3271 h 5401"/>
              <a:gd name="T26" fmla="*/ 2552 w 5127"/>
              <a:gd name="T27" fmla="*/ 3151 h 5401"/>
              <a:gd name="T28" fmla="*/ 4448 w 5127"/>
              <a:gd name="T29" fmla="*/ 1442 h 5401"/>
              <a:gd name="T30" fmla="*/ 4688 w 5127"/>
              <a:gd name="T31" fmla="*/ 1442 h 5401"/>
              <a:gd name="T32" fmla="*/ 3988 w 5127"/>
              <a:gd name="T33" fmla="*/ 0 h 5401"/>
              <a:gd name="T34" fmla="*/ 0 w 5127"/>
              <a:gd name="T35" fmla="*/ 604 h 5401"/>
              <a:gd name="T36" fmla="*/ 120 w 5127"/>
              <a:gd name="T37" fmla="*/ 1792 h 5401"/>
              <a:gd name="T38" fmla="*/ 686 w 5127"/>
              <a:gd name="T39" fmla="*/ 1672 h 5401"/>
              <a:gd name="T40" fmla="*/ 240 w 5127"/>
              <a:gd name="T41" fmla="*/ 1552 h 5401"/>
              <a:gd name="T42" fmla="*/ 604 w 5127"/>
              <a:gd name="T43" fmla="*/ 240 h 5401"/>
              <a:gd name="T44" fmla="*/ 968 w 5127"/>
              <a:gd name="T45" fmla="*/ 4179 h 5401"/>
              <a:gd name="T46" fmla="*/ 3904 w 5127"/>
              <a:gd name="T47" fmla="*/ 4879 h 5401"/>
              <a:gd name="T48" fmla="*/ 3904 w 5127"/>
              <a:gd name="T49" fmla="*/ 4639 h 5401"/>
              <a:gd name="T50" fmla="*/ 1208 w 5127"/>
              <a:gd name="T51" fmla="*/ 4179 h 5401"/>
              <a:gd name="T52" fmla="*/ 1086 w 5127"/>
              <a:gd name="T53" fmla="*/ 240 h 5401"/>
              <a:gd name="T54" fmla="*/ 4448 w 5127"/>
              <a:gd name="T55" fmla="*/ 700 h 5401"/>
              <a:gd name="T56" fmla="*/ 4568 w 5127"/>
              <a:gd name="T57" fmla="*/ 2000 h 5401"/>
              <a:gd name="T58" fmla="*/ 4568 w 5127"/>
              <a:gd name="T59" fmla="*/ 2240 h 5401"/>
              <a:gd name="T60" fmla="*/ 4887 w 5127"/>
              <a:gd name="T61" fmla="*/ 2340 h 5401"/>
              <a:gd name="T62" fmla="*/ 5007 w 5127"/>
              <a:gd name="T63" fmla="*/ 3838 h 5401"/>
              <a:gd name="T64" fmla="*/ 5127 w 5127"/>
              <a:gd name="T65" fmla="*/ 2340 h 5401"/>
              <a:gd name="T66" fmla="*/ 4568 w 5127"/>
              <a:gd name="T67" fmla="*/ 5139 h 5401"/>
              <a:gd name="T68" fmla="*/ 4448 w 5127"/>
              <a:gd name="T69" fmla="*/ 5281 h 5401"/>
              <a:gd name="T70" fmla="*/ 4688 w 5127"/>
              <a:gd name="T71" fmla="*/ 5281 h 5401"/>
              <a:gd name="T72" fmla="*/ 4568 w 5127"/>
              <a:gd name="T73" fmla="*/ 5139 h 5401"/>
              <a:gd name="T74" fmla="*/ 4448 w 5127"/>
              <a:gd name="T75" fmla="*/ 2559 h 5401"/>
              <a:gd name="T76" fmla="*/ 4568 w 5127"/>
              <a:gd name="T77" fmla="*/ 4974 h 5401"/>
              <a:gd name="T78" fmla="*/ 4688 w 5127"/>
              <a:gd name="T79" fmla="*/ 2559 h 54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5127" h="5401">
                <a:moveTo>
                  <a:pt x="3473" y="1608"/>
                </a:moveTo>
                <a:cubicBezTo>
                  <a:pt x="3473" y="1674"/>
                  <a:pt x="3419" y="1728"/>
                  <a:pt x="3353" y="1728"/>
                </a:cubicBezTo>
                <a:lnTo>
                  <a:pt x="2303" y="1728"/>
                </a:lnTo>
                <a:cubicBezTo>
                  <a:pt x="2236" y="1728"/>
                  <a:pt x="2183" y="1674"/>
                  <a:pt x="2183" y="1608"/>
                </a:cubicBezTo>
                <a:cubicBezTo>
                  <a:pt x="2183" y="1542"/>
                  <a:pt x="2236" y="1488"/>
                  <a:pt x="2303" y="1488"/>
                </a:cubicBezTo>
                <a:lnTo>
                  <a:pt x="3353" y="1488"/>
                </a:lnTo>
                <a:cubicBezTo>
                  <a:pt x="3419" y="1488"/>
                  <a:pt x="3473" y="1542"/>
                  <a:pt x="3473" y="1608"/>
                </a:cubicBezTo>
                <a:close/>
                <a:moveTo>
                  <a:pt x="3103" y="2231"/>
                </a:moveTo>
                <a:cubicBezTo>
                  <a:pt x="3170" y="2231"/>
                  <a:pt x="3223" y="2178"/>
                  <a:pt x="3223" y="2111"/>
                </a:cubicBezTo>
                <a:cubicBezTo>
                  <a:pt x="3223" y="2045"/>
                  <a:pt x="3170" y="1991"/>
                  <a:pt x="3103" y="1991"/>
                </a:cubicBezTo>
                <a:lnTo>
                  <a:pt x="2552" y="1991"/>
                </a:lnTo>
                <a:cubicBezTo>
                  <a:pt x="2486" y="1991"/>
                  <a:pt x="2432" y="2045"/>
                  <a:pt x="2432" y="2111"/>
                </a:cubicBezTo>
                <a:cubicBezTo>
                  <a:pt x="2432" y="2178"/>
                  <a:pt x="2486" y="2231"/>
                  <a:pt x="2552" y="2231"/>
                </a:cubicBezTo>
                <a:lnTo>
                  <a:pt x="3103" y="2231"/>
                </a:lnTo>
                <a:close/>
                <a:moveTo>
                  <a:pt x="3473" y="2768"/>
                </a:moveTo>
                <a:cubicBezTo>
                  <a:pt x="3473" y="2701"/>
                  <a:pt x="3419" y="2648"/>
                  <a:pt x="3353" y="2648"/>
                </a:cubicBezTo>
                <a:lnTo>
                  <a:pt x="2303" y="2648"/>
                </a:lnTo>
                <a:cubicBezTo>
                  <a:pt x="2236" y="2648"/>
                  <a:pt x="2183" y="2701"/>
                  <a:pt x="2183" y="2768"/>
                </a:cubicBezTo>
                <a:cubicBezTo>
                  <a:pt x="2183" y="2834"/>
                  <a:pt x="2236" y="2888"/>
                  <a:pt x="2303" y="2888"/>
                </a:cubicBezTo>
                <a:lnTo>
                  <a:pt x="3353" y="2888"/>
                </a:lnTo>
                <a:cubicBezTo>
                  <a:pt x="3419" y="2888"/>
                  <a:pt x="3473" y="2834"/>
                  <a:pt x="3473" y="2768"/>
                </a:cubicBezTo>
                <a:close/>
                <a:moveTo>
                  <a:pt x="2552" y="3151"/>
                </a:moveTo>
                <a:cubicBezTo>
                  <a:pt x="2486" y="3151"/>
                  <a:pt x="2432" y="3205"/>
                  <a:pt x="2432" y="3271"/>
                </a:cubicBezTo>
                <a:cubicBezTo>
                  <a:pt x="2432" y="3338"/>
                  <a:pt x="2486" y="3391"/>
                  <a:pt x="2552" y="3391"/>
                </a:cubicBezTo>
                <a:lnTo>
                  <a:pt x="3103" y="3391"/>
                </a:lnTo>
                <a:cubicBezTo>
                  <a:pt x="3170" y="3391"/>
                  <a:pt x="3223" y="3338"/>
                  <a:pt x="3223" y="3271"/>
                </a:cubicBezTo>
                <a:cubicBezTo>
                  <a:pt x="3223" y="3205"/>
                  <a:pt x="3170" y="3151"/>
                  <a:pt x="3103" y="3151"/>
                </a:cubicBezTo>
                <a:lnTo>
                  <a:pt x="2552" y="3151"/>
                </a:lnTo>
                <a:close/>
                <a:moveTo>
                  <a:pt x="4448" y="700"/>
                </a:moveTo>
                <a:lnTo>
                  <a:pt x="4448" y="1442"/>
                </a:lnTo>
                <a:cubicBezTo>
                  <a:pt x="4448" y="1509"/>
                  <a:pt x="4501" y="1562"/>
                  <a:pt x="4568" y="1562"/>
                </a:cubicBezTo>
                <a:cubicBezTo>
                  <a:pt x="4634" y="1562"/>
                  <a:pt x="4688" y="1509"/>
                  <a:pt x="4688" y="1442"/>
                </a:cubicBezTo>
                <a:lnTo>
                  <a:pt x="4688" y="700"/>
                </a:lnTo>
                <a:cubicBezTo>
                  <a:pt x="4688" y="314"/>
                  <a:pt x="4374" y="0"/>
                  <a:pt x="3988" y="0"/>
                </a:cubicBezTo>
                <a:lnTo>
                  <a:pt x="604" y="0"/>
                </a:lnTo>
                <a:cubicBezTo>
                  <a:pt x="271" y="0"/>
                  <a:pt x="0" y="271"/>
                  <a:pt x="0" y="604"/>
                </a:cubicBezTo>
                <a:lnTo>
                  <a:pt x="0" y="1672"/>
                </a:lnTo>
                <a:cubicBezTo>
                  <a:pt x="0" y="1738"/>
                  <a:pt x="53" y="1792"/>
                  <a:pt x="120" y="1792"/>
                </a:cubicBezTo>
                <a:lnTo>
                  <a:pt x="566" y="1792"/>
                </a:lnTo>
                <a:cubicBezTo>
                  <a:pt x="632" y="1792"/>
                  <a:pt x="686" y="1738"/>
                  <a:pt x="686" y="1672"/>
                </a:cubicBezTo>
                <a:cubicBezTo>
                  <a:pt x="686" y="1606"/>
                  <a:pt x="632" y="1552"/>
                  <a:pt x="566" y="1552"/>
                </a:cubicBezTo>
                <a:lnTo>
                  <a:pt x="240" y="1552"/>
                </a:lnTo>
                <a:lnTo>
                  <a:pt x="240" y="604"/>
                </a:lnTo>
                <a:cubicBezTo>
                  <a:pt x="240" y="403"/>
                  <a:pt x="403" y="240"/>
                  <a:pt x="604" y="240"/>
                </a:cubicBezTo>
                <a:cubicBezTo>
                  <a:pt x="805" y="240"/>
                  <a:pt x="968" y="403"/>
                  <a:pt x="968" y="604"/>
                </a:cubicBezTo>
                <a:lnTo>
                  <a:pt x="968" y="4179"/>
                </a:lnTo>
                <a:cubicBezTo>
                  <a:pt x="968" y="4565"/>
                  <a:pt x="1282" y="4879"/>
                  <a:pt x="1668" y="4879"/>
                </a:cubicBezTo>
                <a:lnTo>
                  <a:pt x="3904" y="4879"/>
                </a:lnTo>
                <a:cubicBezTo>
                  <a:pt x="3970" y="4879"/>
                  <a:pt x="4024" y="4825"/>
                  <a:pt x="4024" y="4759"/>
                </a:cubicBezTo>
                <a:cubicBezTo>
                  <a:pt x="4024" y="4693"/>
                  <a:pt x="3970" y="4639"/>
                  <a:pt x="3904" y="4639"/>
                </a:cubicBezTo>
                <a:lnTo>
                  <a:pt x="1668" y="4639"/>
                </a:lnTo>
                <a:cubicBezTo>
                  <a:pt x="1415" y="4639"/>
                  <a:pt x="1208" y="4433"/>
                  <a:pt x="1208" y="4179"/>
                </a:cubicBezTo>
                <a:lnTo>
                  <a:pt x="1208" y="604"/>
                </a:lnTo>
                <a:cubicBezTo>
                  <a:pt x="1208" y="468"/>
                  <a:pt x="1163" y="341"/>
                  <a:pt x="1086" y="240"/>
                </a:cubicBezTo>
                <a:lnTo>
                  <a:pt x="3988" y="240"/>
                </a:lnTo>
                <a:cubicBezTo>
                  <a:pt x="4241" y="240"/>
                  <a:pt x="4448" y="446"/>
                  <a:pt x="4448" y="700"/>
                </a:cubicBezTo>
                <a:close/>
                <a:moveTo>
                  <a:pt x="4787" y="2000"/>
                </a:moveTo>
                <a:lnTo>
                  <a:pt x="4568" y="2000"/>
                </a:lnTo>
                <a:cubicBezTo>
                  <a:pt x="4501" y="2000"/>
                  <a:pt x="4448" y="2054"/>
                  <a:pt x="4448" y="2120"/>
                </a:cubicBezTo>
                <a:cubicBezTo>
                  <a:pt x="4448" y="2187"/>
                  <a:pt x="4501" y="2240"/>
                  <a:pt x="4568" y="2240"/>
                </a:cubicBezTo>
                <a:lnTo>
                  <a:pt x="4787" y="2240"/>
                </a:lnTo>
                <a:cubicBezTo>
                  <a:pt x="4842" y="2240"/>
                  <a:pt x="4887" y="2285"/>
                  <a:pt x="4887" y="2340"/>
                </a:cubicBezTo>
                <a:lnTo>
                  <a:pt x="4887" y="3718"/>
                </a:lnTo>
                <a:cubicBezTo>
                  <a:pt x="4887" y="3785"/>
                  <a:pt x="4941" y="3838"/>
                  <a:pt x="5007" y="3838"/>
                </a:cubicBezTo>
                <a:cubicBezTo>
                  <a:pt x="5073" y="3838"/>
                  <a:pt x="5127" y="3785"/>
                  <a:pt x="5127" y="3718"/>
                </a:cubicBezTo>
                <a:lnTo>
                  <a:pt x="5127" y="2340"/>
                </a:lnTo>
                <a:cubicBezTo>
                  <a:pt x="5127" y="2153"/>
                  <a:pt x="4975" y="2000"/>
                  <a:pt x="4787" y="2000"/>
                </a:cubicBezTo>
                <a:close/>
                <a:moveTo>
                  <a:pt x="4568" y="5139"/>
                </a:moveTo>
                <a:cubicBezTo>
                  <a:pt x="4501" y="5139"/>
                  <a:pt x="4448" y="5193"/>
                  <a:pt x="4448" y="5259"/>
                </a:cubicBezTo>
                <a:lnTo>
                  <a:pt x="4448" y="5281"/>
                </a:lnTo>
                <a:cubicBezTo>
                  <a:pt x="4448" y="5347"/>
                  <a:pt x="4501" y="5401"/>
                  <a:pt x="4568" y="5401"/>
                </a:cubicBezTo>
                <a:cubicBezTo>
                  <a:pt x="4634" y="5401"/>
                  <a:pt x="4688" y="5347"/>
                  <a:pt x="4688" y="5281"/>
                </a:cubicBezTo>
                <a:lnTo>
                  <a:pt x="4688" y="5259"/>
                </a:lnTo>
                <a:cubicBezTo>
                  <a:pt x="4688" y="5193"/>
                  <a:pt x="4634" y="5139"/>
                  <a:pt x="4568" y="5139"/>
                </a:cubicBezTo>
                <a:close/>
                <a:moveTo>
                  <a:pt x="4568" y="2439"/>
                </a:moveTo>
                <a:cubicBezTo>
                  <a:pt x="4501" y="2439"/>
                  <a:pt x="4448" y="2492"/>
                  <a:pt x="4448" y="2559"/>
                </a:cubicBezTo>
                <a:lnTo>
                  <a:pt x="4448" y="4854"/>
                </a:lnTo>
                <a:cubicBezTo>
                  <a:pt x="4448" y="4920"/>
                  <a:pt x="4501" y="4974"/>
                  <a:pt x="4568" y="4974"/>
                </a:cubicBezTo>
                <a:cubicBezTo>
                  <a:pt x="4634" y="4974"/>
                  <a:pt x="4688" y="4920"/>
                  <a:pt x="4688" y="4854"/>
                </a:cubicBezTo>
                <a:lnTo>
                  <a:pt x="4688" y="2559"/>
                </a:lnTo>
                <a:cubicBezTo>
                  <a:pt x="4688" y="2492"/>
                  <a:pt x="4634" y="2439"/>
                  <a:pt x="4568" y="2439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 descr="10528e21-c932-4fb4-b33e-6cc820ce36cb"/>
          <p:cNvGrpSpPr/>
          <p:nvPr/>
        </p:nvGrpSpPr>
        <p:grpSpPr>
          <a:xfrm>
            <a:off x="0" y="0"/>
            <a:ext cx="12191999" cy="6858000"/>
            <a:chOff x="0" y="0"/>
            <a:chExt cx="12191999" cy="6858000"/>
          </a:xfrm>
        </p:grpSpPr>
        <p:sp>
          <p:nvSpPr>
            <p:cNvPr id="8" name="Freeform: Shape 7" descr="1861e537-61bc-4b23-a313-706a5de112f7"/>
            <p:cNvSpPr/>
            <p:nvPr/>
          </p:nvSpPr>
          <p:spPr>
            <a:xfrm>
              <a:off x="0" y="1"/>
              <a:ext cx="5509372" cy="6857999"/>
            </a:xfrm>
            <a:custGeom>
              <a:avLst/>
              <a:gdLst>
                <a:gd name="connsiteX0" fmla="*/ 0 w 12192000"/>
                <a:gd name="connsiteY0" fmla="*/ 0 h 6857999"/>
                <a:gd name="connsiteX1" fmla="*/ 12192000 w 12192000"/>
                <a:gd name="connsiteY1" fmla="*/ 0 h 6857999"/>
                <a:gd name="connsiteX2" fmla="*/ 12192000 w 12192000"/>
                <a:gd name="connsiteY2" fmla="*/ 6858000 h 6857999"/>
                <a:gd name="connsiteX3" fmla="*/ 0 w 12192000"/>
                <a:gd name="connsiteY3" fmla="*/ 6858000 h 685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6857999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  <a:alpha val="30000"/>
              </a:schemeClr>
            </a:solidFill>
            <a:ln w="199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" name="Freeform: Shape 8" descr="fd9aca80-a8b0-4766-ad00-730403030c4e"/>
            <p:cNvSpPr/>
            <p:nvPr/>
          </p:nvSpPr>
          <p:spPr>
            <a:xfrm>
              <a:off x="5101538" y="0"/>
              <a:ext cx="7090461" cy="6857999"/>
            </a:xfrm>
            <a:custGeom>
              <a:avLst/>
              <a:gdLst>
                <a:gd name="connsiteX0" fmla="*/ 0 w 12192000"/>
                <a:gd name="connsiteY0" fmla="*/ 0 h 6857999"/>
                <a:gd name="connsiteX1" fmla="*/ 12192000 w 12192000"/>
                <a:gd name="connsiteY1" fmla="*/ 0 h 6857999"/>
                <a:gd name="connsiteX2" fmla="*/ 12192000 w 12192000"/>
                <a:gd name="connsiteY2" fmla="*/ 6858000 h 6857999"/>
                <a:gd name="connsiteX3" fmla="*/ 0 w 12192000"/>
                <a:gd name="connsiteY3" fmla="*/ 6858000 h 685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6857999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accent1"/>
            </a:solidFill>
            <a:ln w="199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grpSp>
          <p:nvGrpSpPr>
            <p:cNvPr id="10" name="Group 9" descr="0c460e57-68b9-4bc5-9599-369445a1c6f5"/>
            <p:cNvGrpSpPr/>
            <p:nvPr/>
          </p:nvGrpSpPr>
          <p:grpSpPr>
            <a:xfrm>
              <a:off x="6172403" y="703534"/>
              <a:ext cx="5280246" cy="5919288"/>
              <a:chOff x="4171953" y="1273166"/>
              <a:chExt cx="3843338" cy="4308450"/>
            </a:xfrm>
          </p:grpSpPr>
          <p:grpSp>
            <p:nvGrpSpPr>
              <p:cNvPr id="15" name="Group 14" descr="a4cf19e4-a771-4163-89e2-d99ca1e7be2e"/>
              <p:cNvGrpSpPr/>
              <p:nvPr/>
            </p:nvGrpSpPr>
            <p:grpSpPr>
              <a:xfrm>
                <a:off x="4171953" y="1620827"/>
                <a:ext cx="3563940" cy="3960789"/>
                <a:chOff x="2628" y="1021"/>
                <a:chExt cx="2245" cy="2495"/>
              </a:xfrm>
            </p:grpSpPr>
            <p:sp>
              <p:nvSpPr>
                <p:cNvPr id="111" name="Freeform: Shape 110" descr="c5fa8406-00cd-495a-af40-6f37eac337c8"/>
                <p:cNvSpPr/>
                <p:nvPr/>
              </p:nvSpPr>
              <p:spPr bwMode="auto">
                <a:xfrm>
                  <a:off x="2628" y="2263"/>
                  <a:ext cx="1846" cy="1003"/>
                </a:xfrm>
                <a:custGeom>
                  <a:avLst/>
                  <a:gdLst>
                    <a:gd name="T0" fmla="*/ 985 w 1846"/>
                    <a:gd name="T1" fmla="*/ 0 h 1003"/>
                    <a:gd name="T2" fmla="*/ 0 w 1846"/>
                    <a:gd name="T3" fmla="*/ 568 h 1003"/>
                    <a:gd name="T4" fmla="*/ 666 w 1846"/>
                    <a:gd name="T5" fmla="*/ 951 h 1003"/>
                    <a:gd name="T6" fmla="*/ 952 w 1846"/>
                    <a:gd name="T7" fmla="*/ 951 h 1003"/>
                    <a:gd name="T8" fmla="*/ 1037 w 1846"/>
                    <a:gd name="T9" fmla="*/ 1003 h 1003"/>
                    <a:gd name="T10" fmla="*/ 1185 w 1846"/>
                    <a:gd name="T11" fmla="*/ 1003 h 1003"/>
                    <a:gd name="T12" fmla="*/ 1351 w 1846"/>
                    <a:gd name="T13" fmla="*/ 906 h 1003"/>
                    <a:gd name="T14" fmla="*/ 1237 w 1846"/>
                    <a:gd name="T15" fmla="*/ 841 h 1003"/>
                    <a:gd name="T16" fmla="*/ 1846 w 1846"/>
                    <a:gd name="T17" fmla="*/ 490 h 1003"/>
                    <a:gd name="T18" fmla="*/ 985 w 1846"/>
                    <a:gd name="T19" fmla="*/ 0 h 100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846" h="1003">
                      <a:moveTo>
                        <a:pt x="985" y="0"/>
                      </a:moveTo>
                      <a:lnTo>
                        <a:pt x="0" y="568"/>
                      </a:lnTo>
                      <a:lnTo>
                        <a:pt x="666" y="951"/>
                      </a:lnTo>
                      <a:lnTo>
                        <a:pt x="952" y="951"/>
                      </a:lnTo>
                      <a:lnTo>
                        <a:pt x="1037" y="1003"/>
                      </a:lnTo>
                      <a:lnTo>
                        <a:pt x="1185" y="1003"/>
                      </a:lnTo>
                      <a:lnTo>
                        <a:pt x="1351" y="906"/>
                      </a:lnTo>
                      <a:lnTo>
                        <a:pt x="1237" y="841"/>
                      </a:lnTo>
                      <a:lnTo>
                        <a:pt x="1846" y="490"/>
                      </a:lnTo>
                      <a:lnTo>
                        <a:pt x="985" y="0"/>
                      </a:lnTo>
                      <a:close/>
                    </a:path>
                  </a:pathLst>
                </a:custGeom>
                <a:solidFill>
                  <a:srgbClr val="285CD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12" name="Freeform: Shape 111" descr="bc10759f-441d-4058-a04c-2fe31b2ffbf2"/>
                <p:cNvSpPr/>
                <p:nvPr/>
              </p:nvSpPr>
              <p:spPr bwMode="auto">
                <a:xfrm>
                  <a:off x="3344" y="3116"/>
                  <a:ext cx="916" cy="164"/>
                </a:xfrm>
                <a:custGeom>
                  <a:avLst/>
                  <a:gdLst>
                    <a:gd name="T0" fmla="*/ 906 w 916"/>
                    <a:gd name="T1" fmla="*/ 88 h 164"/>
                    <a:gd name="T2" fmla="*/ 916 w 916"/>
                    <a:gd name="T3" fmla="*/ 69 h 164"/>
                    <a:gd name="T4" fmla="*/ 159 w 916"/>
                    <a:gd name="T5" fmla="*/ 0 h 164"/>
                    <a:gd name="T6" fmla="*/ 126 w 916"/>
                    <a:gd name="T7" fmla="*/ 17 h 164"/>
                    <a:gd name="T8" fmla="*/ 659 w 916"/>
                    <a:gd name="T9" fmla="*/ 67 h 164"/>
                    <a:gd name="T10" fmla="*/ 559 w 916"/>
                    <a:gd name="T11" fmla="*/ 124 h 164"/>
                    <a:gd name="T12" fmla="*/ 31 w 916"/>
                    <a:gd name="T13" fmla="*/ 76 h 164"/>
                    <a:gd name="T14" fmla="*/ 0 w 916"/>
                    <a:gd name="T15" fmla="*/ 93 h 164"/>
                    <a:gd name="T16" fmla="*/ 778 w 916"/>
                    <a:gd name="T17" fmla="*/ 164 h 164"/>
                    <a:gd name="T18" fmla="*/ 787 w 916"/>
                    <a:gd name="T19" fmla="*/ 145 h 164"/>
                    <a:gd name="T20" fmla="*/ 709 w 916"/>
                    <a:gd name="T21" fmla="*/ 138 h 164"/>
                    <a:gd name="T22" fmla="*/ 811 w 916"/>
                    <a:gd name="T23" fmla="*/ 79 h 164"/>
                    <a:gd name="T24" fmla="*/ 906 w 916"/>
                    <a:gd name="T25" fmla="*/ 88 h 164"/>
                    <a:gd name="T26" fmla="*/ 683 w 916"/>
                    <a:gd name="T27" fmla="*/ 136 h 164"/>
                    <a:gd name="T28" fmla="*/ 585 w 916"/>
                    <a:gd name="T29" fmla="*/ 126 h 164"/>
                    <a:gd name="T30" fmla="*/ 687 w 916"/>
                    <a:gd name="T31" fmla="*/ 69 h 164"/>
                    <a:gd name="T32" fmla="*/ 782 w 916"/>
                    <a:gd name="T33" fmla="*/ 76 h 164"/>
                    <a:gd name="T34" fmla="*/ 683 w 916"/>
                    <a:gd name="T35" fmla="*/ 136 h 16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916" h="164">
                      <a:moveTo>
                        <a:pt x="906" y="88"/>
                      </a:moveTo>
                      <a:lnTo>
                        <a:pt x="916" y="69"/>
                      </a:lnTo>
                      <a:lnTo>
                        <a:pt x="159" y="0"/>
                      </a:lnTo>
                      <a:lnTo>
                        <a:pt x="126" y="17"/>
                      </a:lnTo>
                      <a:lnTo>
                        <a:pt x="659" y="67"/>
                      </a:lnTo>
                      <a:lnTo>
                        <a:pt x="559" y="124"/>
                      </a:lnTo>
                      <a:lnTo>
                        <a:pt x="31" y="76"/>
                      </a:lnTo>
                      <a:lnTo>
                        <a:pt x="0" y="93"/>
                      </a:lnTo>
                      <a:lnTo>
                        <a:pt x="778" y="164"/>
                      </a:lnTo>
                      <a:lnTo>
                        <a:pt x="787" y="145"/>
                      </a:lnTo>
                      <a:lnTo>
                        <a:pt x="709" y="138"/>
                      </a:lnTo>
                      <a:lnTo>
                        <a:pt x="811" y="79"/>
                      </a:lnTo>
                      <a:lnTo>
                        <a:pt x="906" y="88"/>
                      </a:lnTo>
                      <a:close/>
                      <a:moveTo>
                        <a:pt x="683" y="136"/>
                      </a:moveTo>
                      <a:lnTo>
                        <a:pt x="585" y="126"/>
                      </a:lnTo>
                      <a:lnTo>
                        <a:pt x="687" y="69"/>
                      </a:lnTo>
                      <a:lnTo>
                        <a:pt x="782" y="76"/>
                      </a:lnTo>
                      <a:lnTo>
                        <a:pt x="683" y="136"/>
                      </a:lnTo>
                      <a:close/>
                    </a:path>
                  </a:pathLst>
                </a:custGeom>
                <a:solidFill>
                  <a:srgbClr val="093D89">
                    <a:alpha val="46000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13" name="Freeform: Shape 112" descr="b353da18-6421-46e1-a611-27c6db8286b4"/>
                <p:cNvSpPr/>
                <p:nvPr/>
              </p:nvSpPr>
              <p:spPr bwMode="auto">
                <a:xfrm>
                  <a:off x="2940" y="3169"/>
                  <a:ext cx="238" cy="168"/>
                </a:xfrm>
                <a:custGeom>
                  <a:avLst/>
                  <a:gdLst>
                    <a:gd name="T0" fmla="*/ 100 w 100"/>
                    <a:gd name="T1" fmla="*/ 29 h 71"/>
                    <a:gd name="T2" fmla="*/ 71 w 100"/>
                    <a:gd name="T3" fmla="*/ 0 h 71"/>
                    <a:gd name="T4" fmla="*/ 0 w 100"/>
                    <a:gd name="T5" fmla="*/ 42 h 71"/>
                    <a:gd name="T6" fmla="*/ 51 w 100"/>
                    <a:gd name="T7" fmla="*/ 71 h 71"/>
                    <a:gd name="T8" fmla="*/ 96 w 100"/>
                    <a:gd name="T9" fmla="*/ 71 h 71"/>
                    <a:gd name="T10" fmla="*/ 82 w 100"/>
                    <a:gd name="T11" fmla="*/ 29 h 71"/>
                    <a:gd name="T12" fmla="*/ 100 w 100"/>
                    <a:gd name="T13" fmla="*/ 29 h 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71">
                      <a:moveTo>
                        <a:pt x="100" y="29"/>
                      </a:moveTo>
                      <a:cubicBezTo>
                        <a:pt x="91" y="20"/>
                        <a:pt x="81" y="9"/>
                        <a:pt x="71" y="0"/>
                      </a:cubicBezTo>
                      <a:cubicBezTo>
                        <a:pt x="0" y="42"/>
                        <a:pt x="0" y="42"/>
                        <a:pt x="0" y="42"/>
                      </a:cubicBezTo>
                      <a:cubicBezTo>
                        <a:pt x="51" y="71"/>
                        <a:pt x="51" y="71"/>
                        <a:pt x="51" y="71"/>
                      </a:cubicBezTo>
                      <a:cubicBezTo>
                        <a:pt x="96" y="71"/>
                        <a:pt x="96" y="71"/>
                        <a:pt x="96" y="71"/>
                      </a:cubicBezTo>
                      <a:cubicBezTo>
                        <a:pt x="82" y="29"/>
                        <a:pt x="82" y="29"/>
                        <a:pt x="82" y="29"/>
                      </a:cubicBezTo>
                      <a:lnTo>
                        <a:pt x="100" y="29"/>
                      </a:lnTo>
                      <a:close/>
                    </a:path>
                  </a:pathLst>
                </a:custGeom>
                <a:solidFill>
                  <a:srgbClr val="093D8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14" name="Freeform: Shape 113" descr="02a3f6be-dd7f-48d5-a109-227d9aad83e2"/>
                <p:cNvSpPr/>
                <p:nvPr/>
              </p:nvSpPr>
              <p:spPr bwMode="auto">
                <a:xfrm>
                  <a:off x="4704" y="3002"/>
                  <a:ext cx="107" cy="100"/>
                </a:xfrm>
                <a:custGeom>
                  <a:avLst/>
                  <a:gdLst>
                    <a:gd name="T0" fmla="*/ 107 w 107"/>
                    <a:gd name="T1" fmla="*/ 0 h 100"/>
                    <a:gd name="T2" fmla="*/ 0 w 107"/>
                    <a:gd name="T3" fmla="*/ 62 h 100"/>
                    <a:gd name="T4" fmla="*/ 67 w 107"/>
                    <a:gd name="T5" fmla="*/ 100 h 100"/>
                    <a:gd name="T6" fmla="*/ 98 w 107"/>
                    <a:gd name="T7" fmla="*/ 100 h 100"/>
                    <a:gd name="T8" fmla="*/ 107 w 107"/>
                    <a:gd name="T9" fmla="*/ 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7" h="100">
                      <a:moveTo>
                        <a:pt x="107" y="0"/>
                      </a:moveTo>
                      <a:lnTo>
                        <a:pt x="0" y="62"/>
                      </a:lnTo>
                      <a:lnTo>
                        <a:pt x="67" y="100"/>
                      </a:lnTo>
                      <a:lnTo>
                        <a:pt x="98" y="100"/>
                      </a:lnTo>
                      <a:lnTo>
                        <a:pt x="107" y="0"/>
                      </a:lnTo>
                      <a:close/>
                    </a:path>
                  </a:pathLst>
                </a:custGeom>
                <a:solidFill>
                  <a:srgbClr val="2F62E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15" name="Freeform: Shape 114" descr="1f16c3c0-4742-4a52-b5ef-9377ef1c9ea4"/>
                <p:cNvSpPr/>
                <p:nvPr/>
              </p:nvSpPr>
              <p:spPr bwMode="auto">
                <a:xfrm>
                  <a:off x="3737" y="3378"/>
                  <a:ext cx="145" cy="138"/>
                </a:xfrm>
                <a:custGeom>
                  <a:avLst/>
                  <a:gdLst>
                    <a:gd name="T0" fmla="*/ 145 w 145"/>
                    <a:gd name="T1" fmla="*/ 0 h 138"/>
                    <a:gd name="T2" fmla="*/ 0 w 145"/>
                    <a:gd name="T3" fmla="*/ 85 h 138"/>
                    <a:gd name="T4" fmla="*/ 92 w 145"/>
                    <a:gd name="T5" fmla="*/ 138 h 138"/>
                    <a:gd name="T6" fmla="*/ 133 w 145"/>
                    <a:gd name="T7" fmla="*/ 138 h 138"/>
                    <a:gd name="T8" fmla="*/ 145 w 145"/>
                    <a:gd name="T9" fmla="*/ 0 h 1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5" h="138">
                      <a:moveTo>
                        <a:pt x="145" y="0"/>
                      </a:moveTo>
                      <a:lnTo>
                        <a:pt x="0" y="85"/>
                      </a:lnTo>
                      <a:lnTo>
                        <a:pt x="92" y="138"/>
                      </a:lnTo>
                      <a:lnTo>
                        <a:pt x="133" y="138"/>
                      </a:lnTo>
                      <a:lnTo>
                        <a:pt x="145" y="0"/>
                      </a:lnTo>
                      <a:close/>
                    </a:path>
                  </a:pathLst>
                </a:custGeom>
                <a:solidFill>
                  <a:srgbClr val="2F62E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16" name="Freeform: Shape 115" descr="a9d2b7fe-bb9a-4de3-a3ee-c4c833a90693"/>
                <p:cNvSpPr/>
                <p:nvPr/>
              </p:nvSpPr>
              <p:spPr bwMode="auto">
                <a:xfrm>
                  <a:off x="4516" y="2729"/>
                  <a:ext cx="134" cy="128"/>
                </a:xfrm>
                <a:custGeom>
                  <a:avLst/>
                  <a:gdLst>
                    <a:gd name="T0" fmla="*/ 134 w 134"/>
                    <a:gd name="T1" fmla="*/ 0 h 128"/>
                    <a:gd name="T2" fmla="*/ 0 w 134"/>
                    <a:gd name="T3" fmla="*/ 76 h 128"/>
                    <a:gd name="T4" fmla="*/ 93 w 134"/>
                    <a:gd name="T5" fmla="*/ 128 h 128"/>
                    <a:gd name="T6" fmla="*/ 134 w 134"/>
                    <a:gd name="T7" fmla="*/ 128 h 128"/>
                    <a:gd name="T8" fmla="*/ 134 w 134"/>
                    <a:gd name="T9" fmla="*/ 0 h 1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4" h="128">
                      <a:moveTo>
                        <a:pt x="134" y="0"/>
                      </a:moveTo>
                      <a:lnTo>
                        <a:pt x="0" y="76"/>
                      </a:lnTo>
                      <a:lnTo>
                        <a:pt x="93" y="128"/>
                      </a:lnTo>
                      <a:lnTo>
                        <a:pt x="134" y="128"/>
                      </a:lnTo>
                      <a:lnTo>
                        <a:pt x="134" y="0"/>
                      </a:lnTo>
                      <a:close/>
                    </a:path>
                  </a:pathLst>
                </a:custGeom>
                <a:solidFill>
                  <a:srgbClr val="2F62E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17" name="Freeform: Shape 116" descr="03c857dd-5d2e-4b85-8a02-a8f4b0d36747"/>
                <p:cNvSpPr/>
                <p:nvPr/>
              </p:nvSpPr>
              <p:spPr bwMode="auto">
                <a:xfrm>
                  <a:off x="2702" y="2627"/>
                  <a:ext cx="136" cy="131"/>
                </a:xfrm>
                <a:custGeom>
                  <a:avLst/>
                  <a:gdLst>
                    <a:gd name="T0" fmla="*/ 133 w 136"/>
                    <a:gd name="T1" fmla="*/ 0 h 131"/>
                    <a:gd name="T2" fmla="*/ 0 w 136"/>
                    <a:gd name="T3" fmla="*/ 76 h 131"/>
                    <a:gd name="T4" fmla="*/ 95 w 136"/>
                    <a:gd name="T5" fmla="*/ 131 h 131"/>
                    <a:gd name="T6" fmla="*/ 136 w 136"/>
                    <a:gd name="T7" fmla="*/ 131 h 131"/>
                    <a:gd name="T8" fmla="*/ 133 w 136"/>
                    <a:gd name="T9" fmla="*/ 0 h 1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6" h="131">
                      <a:moveTo>
                        <a:pt x="133" y="0"/>
                      </a:moveTo>
                      <a:lnTo>
                        <a:pt x="0" y="76"/>
                      </a:lnTo>
                      <a:lnTo>
                        <a:pt x="95" y="131"/>
                      </a:lnTo>
                      <a:lnTo>
                        <a:pt x="136" y="131"/>
                      </a:lnTo>
                      <a:lnTo>
                        <a:pt x="133" y="0"/>
                      </a:lnTo>
                      <a:close/>
                    </a:path>
                  </a:pathLst>
                </a:custGeom>
                <a:solidFill>
                  <a:srgbClr val="2F62E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18" name="Freeform: Shape 117" descr="234a9edd-7a50-46df-a18c-1e868f1e2876"/>
                <p:cNvSpPr/>
                <p:nvPr/>
              </p:nvSpPr>
              <p:spPr bwMode="auto">
                <a:xfrm>
                  <a:off x="2747" y="2665"/>
                  <a:ext cx="91" cy="93"/>
                </a:xfrm>
                <a:custGeom>
                  <a:avLst/>
                  <a:gdLst>
                    <a:gd name="T0" fmla="*/ 91 w 91"/>
                    <a:gd name="T1" fmla="*/ 93 h 93"/>
                    <a:gd name="T2" fmla="*/ 0 w 91"/>
                    <a:gd name="T3" fmla="*/ 40 h 93"/>
                    <a:gd name="T4" fmla="*/ 0 w 91"/>
                    <a:gd name="T5" fmla="*/ 0 h 93"/>
                    <a:gd name="T6" fmla="*/ 91 w 91"/>
                    <a:gd name="T7" fmla="*/ 52 h 93"/>
                    <a:gd name="T8" fmla="*/ 91 w 91"/>
                    <a:gd name="T9" fmla="*/ 93 h 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1" h="93">
                      <a:moveTo>
                        <a:pt x="91" y="93"/>
                      </a:moveTo>
                      <a:lnTo>
                        <a:pt x="0" y="40"/>
                      </a:lnTo>
                      <a:lnTo>
                        <a:pt x="0" y="0"/>
                      </a:lnTo>
                      <a:lnTo>
                        <a:pt x="91" y="52"/>
                      </a:lnTo>
                      <a:lnTo>
                        <a:pt x="91" y="93"/>
                      </a:lnTo>
                      <a:close/>
                    </a:path>
                  </a:pathLst>
                </a:custGeom>
                <a:solidFill>
                  <a:srgbClr val="0647A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19" name="Freeform: Shape 118" descr="3ef688f4-6c6b-49c3-8c66-d25fd4473d30"/>
                <p:cNvSpPr/>
                <p:nvPr/>
              </p:nvSpPr>
              <p:spPr bwMode="auto">
                <a:xfrm>
                  <a:off x="2838" y="2634"/>
                  <a:ext cx="142" cy="124"/>
                </a:xfrm>
                <a:custGeom>
                  <a:avLst/>
                  <a:gdLst>
                    <a:gd name="T0" fmla="*/ 142 w 142"/>
                    <a:gd name="T1" fmla="*/ 40 h 124"/>
                    <a:gd name="T2" fmla="*/ 0 w 142"/>
                    <a:gd name="T3" fmla="*/ 124 h 124"/>
                    <a:gd name="T4" fmla="*/ 0 w 142"/>
                    <a:gd name="T5" fmla="*/ 83 h 124"/>
                    <a:gd name="T6" fmla="*/ 142 w 142"/>
                    <a:gd name="T7" fmla="*/ 0 h 124"/>
                    <a:gd name="T8" fmla="*/ 142 w 142"/>
                    <a:gd name="T9" fmla="*/ 40 h 12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2" h="124">
                      <a:moveTo>
                        <a:pt x="142" y="40"/>
                      </a:moveTo>
                      <a:lnTo>
                        <a:pt x="0" y="124"/>
                      </a:lnTo>
                      <a:lnTo>
                        <a:pt x="0" y="83"/>
                      </a:lnTo>
                      <a:lnTo>
                        <a:pt x="142" y="0"/>
                      </a:lnTo>
                      <a:lnTo>
                        <a:pt x="142" y="40"/>
                      </a:lnTo>
                      <a:close/>
                    </a:path>
                  </a:pathLst>
                </a:custGeom>
                <a:solidFill>
                  <a:srgbClr val="1C64D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20" name="Freeform: Shape 119" descr="d82f20ef-ad72-40b2-b810-e97aed8bd318"/>
                <p:cNvSpPr/>
                <p:nvPr/>
              </p:nvSpPr>
              <p:spPr bwMode="auto">
                <a:xfrm>
                  <a:off x="2747" y="2582"/>
                  <a:ext cx="233" cy="135"/>
                </a:xfrm>
                <a:custGeom>
                  <a:avLst/>
                  <a:gdLst>
                    <a:gd name="T0" fmla="*/ 91 w 233"/>
                    <a:gd name="T1" fmla="*/ 135 h 135"/>
                    <a:gd name="T2" fmla="*/ 0 w 233"/>
                    <a:gd name="T3" fmla="*/ 83 h 135"/>
                    <a:gd name="T4" fmla="*/ 143 w 233"/>
                    <a:gd name="T5" fmla="*/ 0 h 135"/>
                    <a:gd name="T6" fmla="*/ 233 w 233"/>
                    <a:gd name="T7" fmla="*/ 52 h 135"/>
                    <a:gd name="T8" fmla="*/ 91 w 233"/>
                    <a:gd name="T9" fmla="*/ 135 h 1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33" h="135">
                      <a:moveTo>
                        <a:pt x="91" y="135"/>
                      </a:moveTo>
                      <a:lnTo>
                        <a:pt x="0" y="83"/>
                      </a:lnTo>
                      <a:lnTo>
                        <a:pt x="143" y="0"/>
                      </a:lnTo>
                      <a:lnTo>
                        <a:pt x="233" y="52"/>
                      </a:lnTo>
                      <a:lnTo>
                        <a:pt x="91" y="135"/>
                      </a:lnTo>
                      <a:close/>
                    </a:path>
                  </a:pathLst>
                </a:custGeom>
                <a:solidFill>
                  <a:srgbClr val="2D83EE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21" name="Freeform: Shape 120" descr="e6482029-d8b2-4740-98c3-b742ec7f3e82"/>
                <p:cNvSpPr/>
                <p:nvPr/>
              </p:nvSpPr>
              <p:spPr bwMode="auto">
                <a:xfrm>
                  <a:off x="4735" y="3036"/>
                  <a:ext cx="67" cy="66"/>
                </a:xfrm>
                <a:custGeom>
                  <a:avLst/>
                  <a:gdLst>
                    <a:gd name="T0" fmla="*/ 67 w 67"/>
                    <a:gd name="T1" fmla="*/ 66 h 66"/>
                    <a:gd name="T2" fmla="*/ 0 w 67"/>
                    <a:gd name="T3" fmla="*/ 28 h 66"/>
                    <a:gd name="T4" fmla="*/ 0 w 67"/>
                    <a:gd name="T5" fmla="*/ 0 h 66"/>
                    <a:gd name="T6" fmla="*/ 67 w 67"/>
                    <a:gd name="T7" fmla="*/ 38 h 66"/>
                    <a:gd name="T8" fmla="*/ 67 w 67"/>
                    <a:gd name="T9" fmla="*/ 66 h 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6">
                      <a:moveTo>
                        <a:pt x="67" y="66"/>
                      </a:moveTo>
                      <a:lnTo>
                        <a:pt x="0" y="28"/>
                      </a:lnTo>
                      <a:lnTo>
                        <a:pt x="0" y="0"/>
                      </a:lnTo>
                      <a:lnTo>
                        <a:pt x="67" y="38"/>
                      </a:lnTo>
                      <a:lnTo>
                        <a:pt x="67" y="66"/>
                      </a:lnTo>
                      <a:close/>
                    </a:path>
                  </a:pathLst>
                </a:custGeom>
                <a:solidFill>
                  <a:srgbClr val="0647A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22" name="Freeform: Shape 121" descr="6f8112a8-81bd-4d89-9a32-fda85c9f5783"/>
                <p:cNvSpPr/>
                <p:nvPr/>
              </p:nvSpPr>
              <p:spPr bwMode="auto">
                <a:xfrm>
                  <a:off x="4802" y="3033"/>
                  <a:ext cx="71" cy="69"/>
                </a:xfrm>
                <a:custGeom>
                  <a:avLst/>
                  <a:gdLst>
                    <a:gd name="T0" fmla="*/ 71 w 71"/>
                    <a:gd name="T1" fmla="*/ 29 h 69"/>
                    <a:gd name="T2" fmla="*/ 0 w 71"/>
                    <a:gd name="T3" fmla="*/ 69 h 69"/>
                    <a:gd name="T4" fmla="*/ 0 w 71"/>
                    <a:gd name="T5" fmla="*/ 41 h 69"/>
                    <a:gd name="T6" fmla="*/ 71 w 71"/>
                    <a:gd name="T7" fmla="*/ 0 h 69"/>
                    <a:gd name="T8" fmla="*/ 71 w 71"/>
                    <a:gd name="T9" fmla="*/ 29 h 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1" h="69">
                      <a:moveTo>
                        <a:pt x="71" y="29"/>
                      </a:moveTo>
                      <a:lnTo>
                        <a:pt x="0" y="69"/>
                      </a:lnTo>
                      <a:lnTo>
                        <a:pt x="0" y="41"/>
                      </a:lnTo>
                      <a:lnTo>
                        <a:pt x="71" y="0"/>
                      </a:lnTo>
                      <a:lnTo>
                        <a:pt x="71" y="29"/>
                      </a:lnTo>
                      <a:close/>
                    </a:path>
                  </a:pathLst>
                </a:custGeom>
                <a:solidFill>
                  <a:srgbClr val="1C64D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23" name="Freeform: Shape 122" descr="b0be1d70-6902-467e-81fd-7529d6e4776c"/>
                <p:cNvSpPr/>
                <p:nvPr/>
              </p:nvSpPr>
              <p:spPr bwMode="auto">
                <a:xfrm>
                  <a:off x="4735" y="2995"/>
                  <a:ext cx="138" cy="79"/>
                </a:xfrm>
                <a:custGeom>
                  <a:avLst/>
                  <a:gdLst>
                    <a:gd name="T0" fmla="*/ 67 w 138"/>
                    <a:gd name="T1" fmla="*/ 79 h 79"/>
                    <a:gd name="T2" fmla="*/ 0 w 138"/>
                    <a:gd name="T3" fmla="*/ 41 h 79"/>
                    <a:gd name="T4" fmla="*/ 71 w 138"/>
                    <a:gd name="T5" fmla="*/ 0 h 79"/>
                    <a:gd name="T6" fmla="*/ 138 w 138"/>
                    <a:gd name="T7" fmla="*/ 38 h 79"/>
                    <a:gd name="T8" fmla="*/ 67 w 138"/>
                    <a:gd name="T9" fmla="*/ 79 h 7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8" h="79">
                      <a:moveTo>
                        <a:pt x="67" y="79"/>
                      </a:moveTo>
                      <a:lnTo>
                        <a:pt x="0" y="41"/>
                      </a:lnTo>
                      <a:lnTo>
                        <a:pt x="71" y="0"/>
                      </a:lnTo>
                      <a:lnTo>
                        <a:pt x="138" y="38"/>
                      </a:lnTo>
                      <a:lnTo>
                        <a:pt x="67" y="79"/>
                      </a:lnTo>
                      <a:close/>
                    </a:path>
                  </a:pathLst>
                </a:custGeom>
                <a:solidFill>
                  <a:srgbClr val="2D83EE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24" name="Freeform: Shape 123" descr="52b81d9b-e97d-48aa-adec-1f2ff808ee49"/>
                <p:cNvSpPr/>
                <p:nvPr/>
              </p:nvSpPr>
              <p:spPr bwMode="auto">
                <a:xfrm>
                  <a:off x="3779" y="3425"/>
                  <a:ext cx="91" cy="91"/>
                </a:xfrm>
                <a:custGeom>
                  <a:avLst/>
                  <a:gdLst>
                    <a:gd name="T0" fmla="*/ 91 w 91"/>
                    <a:gd name="T1" fmla="*/ 91 h 91"/>
                    <a:gd name="T2" fmla="*/ 0 w 91"/>
                    <a:gd name="T3" fmla="*/ 38 h 91"/>
                    <a:gd name="T4" fmla="*/ 0 w 91"/>
                    <a:gd name="T5" fmla="*/ 0 h 91"/>
                    <a:gd name="T6" fmla="*/ 91 w 91"/>
                    <a:gd name="T7" fmla="*/ 50 h 91"/>
                    <a:gd name="T8" fmla="*/ 91 w 91"/>
                    <a:gd name="T9" fmla="*/ 91 h 9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1" h="91">
                      <a:moveTo>
                        <a:pt x="91" y="91"/>
                      </a:moveTo>
                      <a:lnTo>
                        <a:pt x="0" y="38"/>
                      </a:lnTo>
                      <a:lnTo>
                        <a:pt x="0" y="0"/>
                      </a:lnTo>
                      <a:lnTo>
                        <a:pt x="91" y="50"/>
                      </a:lnTo>
                      <a:lnTo>
                        <a:pt x="91" y="91"/>
                      </a:lnTo>
                      <a:close/>
                    </a:path>
                  </a:pathLst>
                </a:custGeom>
                <a:solidFill>
                  <a:srgbClr val="0647A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25" name="Freeform: Shape 124" descr="82f88f84-d3ec-40e2-872d-b8786a087f46"/>
                <p:cNvSpPr/>
                <p:nvPr/>
              </p:nvSpPr>
              <p:spPr bwMode="auto">
                <a:xfrm>
                  <a:off x="3870" y="3420"/>
                  <a:ext cx="97" cy="96"/>
                </a:xfrm>
                <a:custGeom>
                  <a:avLst/>
                  <a:gdLst>
                    <a:gd name="T0" fmla="*/ 97 w 97"/>
                    <a:gd name="T1" fmla="*/ 39 h 96"/>
                    <a:gd name="T2" fmla="*/ 0 w 97"/>
                    <a:gd name="T3" fmla="*/ 96 h 96"/>
                    <a:gd name="T4" fmla="*/ 0 w 97"/>
                    <a:gd name="T5" fmla="*/ 55 h 96"/>
                    <a:gd name="T6" fmla="*/ 97 w 97"/>
                    <a:gd name="T7" fmla="*/ 0 h 96"/>
                    <a:gd name="T8" fmla="*/ 97 w 97"/>
                    <a:gd name="T9" fmla="*/ 3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7" h="96">
                      <a:moveTo>
                        <a:pt x="97" y="39"/>
                      </a:moveTo>
                      <a:lnTo>
                        <a:pt x="0" y="96"/>
                      </a:lnTo>
                      <a:lnTo>
                        <a:pt x="0" y="55"/>
                      </a:lnTo>
                      <a:lnTo>
                        <a:pt x="97" y="0"/>
                      </a:lnTo>
                      <a:lnTo>
                        <a:pt x="97" y="39"/>
                      </a:lnTo>
                      <a:close/>
                    </a:path>
                  </a:pathLst>
                </a:custGeom>
                <a:solidFill>
                  <a:srgbClr val="1C64D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26" name="Freeform: Shape 125" descr="a1b9fa33-f5c9-4d7a-b714-3421c8879b48"/>
                <p:cNvSpPr/>
                <p:nvPr/>
              </p:nvSpPr>
              <p:spPr bwMode="auto">
                <a:xfrm>
                  <a:off x="3779" y="3368"/>
                  <a:ext cx="188" cy="107"/>
                </a:xfrm>
                <a:custGeom>
                  <a:avLst/>
                  <a:gdLst>
                    <a:gd name="T0" fmla="*/ 91 w 188"/>
                    <a:gd name="T1" fmla="*/ 107 h 107"/>
                    <a:gd name="T2" fmla="*/ 0 w 188"/>
                    <a:gd name="T3" fmla="*/ 57 h 107"/>
                    <a:gd name="T4" fmla="*/ 98 w 188"/>
                    <a:gd name="T5" fmla="*/ 0 h 107"/>
                    <a:gd name="T6" fmla="*/ 188 w 188"/>
                    <a:gd name="T7" fmla="*/ 52 h 107"/>
                    <a:gd name="T8" fmla="*/ 91 w 188"/>
                    <a:gd name="T9" fmla="*/ 107 h 10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88" h="107">
                      <a:moveTo>
                        <a:pt x="91" y="107"/>
                      </a:moveTo>
                      <a:lnTo>
                        <a:pt x="0" y="57"/>
                      </a:lnTo>
                      <a:lnTo>
                        <a:pt x="98" y="0"/>
                      </a:lnTo>
                      <a:lnTo>
                        <a:pt x="188" y="52"/>
                      </a:lnTo>
                      <a:lnTo>
                        <a:pt x="91" y="107"/>
                      </a:lnTo>
                      <a:close/>
                    </a:path>
                  </a:pathLst>
                </a:custGeom>
                <a:solidFill>
                  <a:srgbClr val="2D83EE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27" name="Freeform: Shape 126" descr="98302ae3-76c2-40f9-8e5d-94775848c7ed"/>
                <p:cNvSpPr/>
                <p:nvPr/>
              </p:nvSpPr>
              <p:spPr bwMode="auto">
                <a:xfrm>
                  <a:off x="3052" y="3169"/>
                  <a:ext cx="116" cy="168"/>
                </a:xfrm>
                <a:custGeom>
                  <a:avLst/>
                  <a:gdLst>
                    <a:gd name="T0" fmla="*/ 116 w 116"/>
                    <a:gd name="T1" fmla="*/ 168 h 168"/>
                    <a:gd name="T2" fmla="*/ 0 w 116"/>
                    <a:gd name="T3" fmla="*/ 99 h 168"/>
                    <a:gd name="T4" fmla="*/ 0 w 116"/>
                    <a:gd name="T5" fmla="*/ 0 h 168"/>
                    <a:gd name="T6" fmla="*/ 116 w 116"/>
                    <a:gd name="T7" fmla="*/ 66 h 168"/>
                    <a:gd name="T8" fmla="*/ 116 w 116"/>
                    <a:gd name="T9" fmla="*/ 168 h 1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15" h="168">
                      <a:moveTo>
                        <a:pt x="116" y="168"/>
                      </a:moveTo>
                      <a:lnTo>
                        <a:pt x="0" y="99"/>
                      </a:lnTo>
                      <a:lnTo>
                        <a:pt x="0" y="0"/>
                      </a:lnTo>
                      <a:lnTo>
                        <a:pt x="116" y="66"/>
                      </a:lnTo>
                      <a:lnTo>
                        <a:pt x="116" y="168"/>
                      </a:lnTo>
                      <a:close/>
                    </a:path>
                  </a:pathLst>
                </a:custGeom>
                <a:solidFill>
                  <a:srgbClr val="0647A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28" name="Freeform: Shape 127" descr="c9d1c87f-fa80-42f1-8c71-3367064d9684"/>
                <p:cNvSpPr/>
                <p:nvPr/>
              </p:nvSpPr>
              <p:spPr bwMode="auto">
                <a:xfrm>
                  <a:off x="3168" y="3128"/>
                  <a:ext cx="186" cy="209"/>
                </a:xfrm>
                <a:custGeom>
                  <a:avLst/>
                  <a:gdLst>
                    <a:gd name="T0" fmla="*/ 0 w 186"/>
                    <a:gd name="T1" fmla="*/ 107 h 209"/>
                    <a:gd name="T2" fmla="*/ 0 w 186"/>
                    <a:gd name="T3" fmla="*/ 209 h 209"/>
                    <a:gd name="T4" fmla="*/ 186 w 186"/>
                    <a:gd name="T5" fmla="*/ 102 h 209"/>
                    <a:gd name="T6" fmla="*/ 186 w 186"/>
                    <a:gd name="T7" fmla="*/ 0 h 209"/>
                    <a:gd name="T8" fmla="*/ 0 w 186"/>
                    <a:gd name="T9" fmla="*/ 107 h 20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86" h="209">
                      <a:moveTo>
                        <a:pt x="0" y="107"/>
                      </a:moveTo>
                      <a:lnTo>
                        <a:pt x="0" y="209"/>
                      </a:lnTo>
                      <a:lnTo>
                        <a:pt x="186" y="102"/>
                      </a:lnTo>
                      <a:lnTo>
                        <a:pt x="186" y="0"/>
                      </a:lnTo>
                      <a:lnTo>
                        <a:pt x="0" y="107"/>
                      </a:lnTo>
                      <a:close/>
                    </a:path>
                  </a:pathLst>
                </a:custGeom>
                <a:solidFill>
                  <a:srgbClr val="1C64D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29" name="Freeform: Shape 128" descr="120da987-78af-4c09-a522-d1ccf8f9113f"/>
                <p:cNvSpPr/>
                <p:nvPr/>
              </p:nvSpPr>
              <p:spPr bwMode="auto">
                <a:xfrm>
                  <a:off x="3052" y="3062"/>
                  <a:ext cx="302" cy="173"/>
                </a:xfrm>
                <a:custGeom>
                  <a:avLst/>
                  <a:gdLst>
                    <a:gd name="T0" fmla="*/ 116 w 302"/>
                    <a:gd name="T1" fmla="*/ 173 h 173"/>
                    <a:gd name="T2" fmla="*/ 0 w 302"/>
                    <a:gd name="T3" fmla="*/ 107 h 173"/>
                    <a:gd name="T4" fmla="*/ 185 w 302"/>
                    <a:gd name="T5" fmla="*/ 0 h 173"/>
                    <a:gd name="T6" fmla="*/ 302 w 302"/>
                    <a:gd name="T7" fmla="*/ 66 h 173"/>
                    <a:gd name="T8" fmla="*/ 116 w 302"/>
                    <a:gd name="T9" fmla="*/ 173 h 17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02" h="173">
                      <a:moveTo>
                        <a:pt x="116" y="173"/>
                      </a:moveTo>
                      <a:lnTo>
                        <a:pt x="0" y="107"/>
                      </a:lnTo>
                      <a:lnTo>
                        <a:pt x="185" y="0"/>
                      </a:lnTo>
                      <a:lnTo>
                        <a:pt x="302" y="66"/>
                      </a:lnTo>
                      <a:lnTo>
                        <a:pt x="116" y="173"/>
                      </a:lnTo>
                      <a:close/>
                    </a:path>
                  </a:pathLst>
                </a:custGeom>
                <a:solidFill>
                  <a:srgbClr val="2D83EE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30" name="Freeform: Shape 129" descr="6266e350-d574-4fc1-ba7e-c8f5df5c4ea0"/>
                <p:cNvSpPr/>
                <p:nvPr/>
              </p:nvSpPr>
              <p:spPr bwMode="auto">
                <a:xfrm>
                  <a:off x="4559" y="2767"/>
                  <a:ext cx="91" cy="90"/>
                </a:xfrm>
                <a:custGeom>
                  <a:avLst/>
                  <a:gdLst>
                    <a:gd name="T0" fmla="*/ 91 w 91"/>
                    <a:gd name="T1" fmla="*/ 90 h 90"/>
                    <a:gd name="T2" fmla="*/ 0 w 91"/>
                    <a:gd name="T3" fmla="*/ 38 h 90"/>
                    <a:gd name="T4" fmla="*/ 0 w 91"/>
                    <a:gd name="T5" fmla="*/ 0 h 90"/>
                    <a:gd name="T6" fmla="*/ 91 w 91"/>
                    <a:gd name="T7" fmla="*/ 52 h 90"/>
                    <a:gd name="T8" fmla="*/ 91 w 91"/>
                    <a:gd name="T9" fmla="*/ 90 h 9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1" h="90">
                      <a:moveTo>
                        <a:pt x="91" y="90"/>
                      </a:moveTo>
                      <a:lnTo>
                        <a:pt x="0" y="38"/>
                      </a:lnTo>
                      <a:lnTo>
                        <a:pt x="0" y="0"/>
                      </a:lnTo>
                      <a:lnTo>
                        <a:pt x="91" y="52"/>
                      </a:lnTo>
                      <a:lnTo>
                        <a:pt x="91" y="90"/>
                      </a:lnTo>
                      <a:close/>
                    </a:path>
                  </a:pathLst>
                </a:custGeom>
                <a:solidFill>
                  <a:srgbClr val="0647A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31" name="Freeform: Shape 130" descr="8b3fbed1-3a85-4c81-a6dc-8270fe7969eb"/>
                <p:cNvSpPr/>
                <p:nvPr/>
              </p:nvSpPr>
              <p:spPr bwMode="auto">
                <a:xfrm>
                  <a:off x="4650" y="2736"/>
                  <a:ext cx="145" cy="121"/>
                </a:xfrm>
                <a:custGeom>
                  <a:avLst/>
                  <a:gdLst>
                    <a:gd name="T0" fmla="*/ 145 w 145"/>
                    <a:gd name="T1" fmla="*/ 41 h 121"/>
                    <a:gd name="T2" fmla="*/ 0 w 145"/>
                    <a:gd name="T3" fmla="*/ 121 h 121"/>
                    <a:gd name="T4" fmla="*/ 0 w 145"/>
                    <a:gd name="T5" fmla="*/ 83 h 121"/>
                    <a:gd name="T6" fmla="*/ 145 w 145"/>
                    <a:gd name="T7" fmla="*/ 0 h 121"/>
                    <a:gd name="T8" fmla="*/ 145 w 145"/>
                    <a:gd name="T9" fmla="*/ 41 h 1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5" h="120">
                      <a:moveTo>
                        <a:pt x="145" y="41"/>
                      </a:moveTo>
                      <a:lnTo>
                        <a:pt x="0" y="121"/>
                      </a:lnTo>
                      <a:lnTo>
                        <a:pt x="0" y="83"/>
                      </a:lnTo>
                      <a:lnTo>
                        <a:pt x="145" y="0"/>
                      </a:lnTo>
                      <a:lnTo>
                        <a:pt x="145" y="41"/>
                      </a:lnTo>
                      <a:close/>
                    </a:path>
                  </a:pathLst>
                </a:custGeom>
                <a:solidFill>
                  <a:srgbClr val="1C64D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32" name="Freeform: Shape 131" descr="0033b3c8-764b-4668-a669-b5ff76c4e587"/>
                <p:cNvSpPr/>
                <p:nvPr/>
              </p:nvSpPr>
              <p:spPr bwMode="auto">
                <a:xfrm>
                  <a:off x="4559" y="2684"/>
                  <a:ext cx="236" cy="135"/>
                </a:xfrm>
                <a:custGeom>
                  <a:avLst/>
                  <a:gdLst>
                    <a:gd name="T0" fmla="*/ 91 w 236"/>
                    <a:gd name="T1" fmla="*/ 135 h 135"/>
                    <a:gd name="T2" fmla="*/ 0 w 236"/>
                    <a:gd name="T3" fmla="*/ 83 h 135"/>
                    <a:gd name="T4" fmla="*/ 143 w 236"/>
                    <a:gd name="T5" fmla="*/ 0 h 135"/>
                    <a:gd name="T6" fmla="*/ 236 w 236"/>
                    <a:gd name="T7" fmla="*/ 52 h 135"/>
                    <a:gd name="T8" fmla="*/ 91 w 236"/>
                    <a:gd name="T9" fmla="*/ 135 h 1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36" h="135">
                      <a:moveTo>
                        <a:pt x="91" y="135"/>
                      </a:moveTo>
                      <a:lnTo>
                        <a:pt x="0" y="83"/>
                      </a:lnTo>
                      <a:lnTo>
                        <a:pt x="143" y="0"/>
                      </a:lnTo>
                      <a:lnTo>
                        <a:pt x="236" y="52"/>
                      </a:lnTo>
                      <a:lnTo>
                        <a:pt x="91" y="135"/>
                      </a:lnTo>
                      <a:close/>
                    </a:path>
                  </a:pathLst>
                </a:custGeom>
                <a:solidFill>
                  <a:srgbClr val="2D83EE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33" name="Freeform: Shape 132" descr="f2b3b7f5-8e52-451b-84cf-451e2308993a"/>
                <p:cNvSpPr/>
                <p:nvPr/>
              </p:nvSpPr>
              <p:spPr bwMode="auto">
                <a:xfrm>
                  <a:off x="3725" y="1976"/>
                  <a:ext cx="294" cy="169"/>
                </a:xfrm>
                <a:custGeom>
                  <a:avLst/>
                  <a:gdLst>
                    <a:gd name="T0" fmla="*/ 147 w 294"/>
                    <a:gd name="T1" fmla="*/ 169 h 169"/>
                    <a:gd name="T2" fmla="*/ 0 w 294"/>
                    <a:gd name="T3" fmla="*/ 83 h 169"/>
                    <a:gd name="T4" fmla="*/ 147 w 294"/>
                    <a:gd name="T5" fmla="*/ 0 h 169"/>
                    <a:gd name="T6" fmla="*/ 294 w 294"/>
                    <a:gd name="T7" fmla="*/ 83 h 169"/>
                    <a:gd name="T8" fmla="*/ 147 w 294"/>
                    <a:gd name="T9" fmla="*/ 169 h 1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4" h="169">
                      <a:moveTo>
                        <a:pt x="147" y="169"/>
                      </a:moveTo>
                      <a:lnTo>
                        <a:pt x="0" y="83"/>
                      </a:lnTo>
                      <a:lnTo>
                        <a:pt x="147" y="0"/>
                      </a:lnTo>
                      <a:lnTo>
                        <a:pt x="294" y="83"/>
                      </a:lnTo>
                      <a:lnTo>
                        <a:pt x="147" y="169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34" name="Freeform: Shape 133" descr="1f8f2874-37b9-47ea-80d4-9acbb4d17ac2"/>
                <p:cNvSpPr/>
                <p:nvPr/>
              </p:nvSpPr>
              <p:spPr bwMode="auto">
                <a:xfrm>
                  <a:off x="3725" y="2059"/>
                  <a:ext cx="147" cy="245"/>
                </a:xfrm>
                <a:custGeom>
                  <a:avLst/>
                  <a:gdLst>
                    <a:gd name="T0" fmla="*/ 147 w 147"/>
                    <a:gd name="T1" fmla="*/ 245 h 245"/>
                    <a:gd name="T2" fmla="*/ 0 w 147"/>
                    <a:gd name="T3" fmla="*/ 159 h 245"/>
                    <a:gd name="T4" fmla="*/ 0 w 147"/>
                    <a:gd name="T5" fmla="*/ 0 h 245"/>
                    <a:gd name="T6" fmla="*/ 147 w 147"/>
                    <a:gd name="T7" fmla="*/ 86 h 245"/>
                    <a:gd name="T8" fmla="*/ 147 w 147"/>
                    <a:gd name="T9" fmla="*/ 245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245"/>
                      </a:moveTo>
                      <a:lnTo>
                        <a:pt x="0" y="159"/>
                      </a:lnTo>
                      <a:lnTo>
                        <a:pt x="0" y="0"/>
                      </a:lnTo>
                      <a:lnTo>
                        <a:pt x="147" y="86"/>
                      </a:lnTo>
                      <a:lnTo>
                        <a:pt x="147" y="245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35" name="Freeform: Shape 134" descr="9dc5758e-c51e-43f0-9cc6-1a56acc51e33"/>
                <p:cNvSpPr/>
                <p:nvPr/>
              </p:nvSpPr>
              <p:spPr bwMode="auto">
                <a:xfrm>
                  <a:off x="3872" y="2059"/>
                  <a:ext cx="147" cy="245"/>
                </a:xfrm>
                <a:custGeom>
                  <a:avLst/>
                  <a:gdLst>
                    <a:gd name="T0" fmla="*/ 147 w 147"/>
                    <a:gd name="T1" fmla="*/ 159 h 245"/>
                    <a:gd name="T2" fmla="*/ 0 w 147"/>
                    <a:gd name="T3" fmla="*/ 245 h 245"/>
                    <a:gd name="T4" fmla="*/ 0 w 147"/>
                    <a:gd name="T5" fmla="*/ 86 h 245"/>
                    <a:gd name="T6" fmla="*/ 147 w 147"/>
                    <a:gd name="T7" fmla="*/ 0 h 245"/>
                    <a:gd name="T8" fmla="*/ 147 w 147"/>
                    <a:gd name="T9" fmla="*/ 159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159"/>
                      </a:moveTo>
                      <a:lnTo>
                        <a:pt x="0" y="245"/>
                      </a:lnTo>
                      <a:lnTo>
                        <a:pt x="0" y="86"/>
                      </a:lnTo>
                      <a:lnTo>
                        <a:pt x="147" y="0"/>
                      </a:lnTo>
                      <a:lnTo>
                        <a:pt x="147" y="159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36" name="Freeform: Shape 135" descr="dd5b9a4b-65b6-47a6-a048-acc239d342a9"/>
                <p:cNvSpPr/>
                <p:nvPr/>
              </p:nvSpPr>
              <p:spPr bwMode="auto">
                <a:xfrm>
                  <a:off x="3889" y="2071"/>
                  <a:ext cx="297" cy="169"/>
                </a:xfrm>
                <a:custGeom>
                  <a:avLst/>
                  <a:gdLst>
                    <a:gd name="T0" fmla="*/ 147 w 297"/>
                    <a:gd name="T1" fmla="*/ 169 h 169"/>
                    <a:gd name="T2" fmla="*/ 0 w 297"/>
                    <a:gd name="T3" fmla="*/ 85 h 169"/>
                    <a:gd name="T4" fmla="*/ 147 w 297"/>
                    <a:gd name="T5" fmla="*/ 0 h 169"/>
                    <a:gd name="T6" fmla="*/ 297 w 297"/>
                    <a:gd name="T7" fmla="*/ 85 h 169"/>
                    <a:gd name="T8" fmla="*/ 147 w 297"/>
                    <a:gd name="T9" fmla="*/ 169 h 1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7" h="169">
                      <a:moveTo>
                        <a:pt x="147" y="169"/>
                      </a:moveTo>
                      <a:lnTo>
                        <a:pt x="0" y="85"/>
                      </a:lnTo>
                      <a:lnTo>
                        <a:pt x="147" y="0"/>
                      </a:lnTo>
                      <a:lnTo>
                        <a:pt x="297" y="85"/>
                      </a:lnTo>
                      <a:lnTo>
                        <a:pt x="147" y="169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37" name="Freeform: Shape 136" descr="228b2e88-af57-48b4-81f4-a80b8540ce2d"/>
                <p:cNvSpPr/>
                <p:nvPr/>
              </p:nvSpPr>
              <p:spPr bwMode="auto">
                <a:xfrm>
                  <a:off x="3889" y="2156"/>
                  <a:ext cx="147" cy="243"/>
                </a:xfrm>
                <a:custGeom>
                  <a:avLst/>
                  <a:gdLst>
                    <a:gd name="T0" fmla="*/ 147 w 147"/>
                    <a:gd name="T1" fmla="*/ 243 h 243"/>
                    <a:gd name="T2" fmla="*/ 0 w 147"/>
                    <a:gd name="T3" fmla="*/ 157 h 243"/>
                    <a:gd name="T4" fmla="*/ 0 w 147"/>
                    <a:gd name="T5" fmla="*/ 0 h 243"/>
                    <a:gd name="T6" fmla="*/ 147 w 147"/>
                    <a:gd name="T7" fmla="*/ 84 h 243"/>
                    <a:gd name="T8" fmla="*/ 147 w 147"/>
                    <a:gd name="T9" fmla="*/ 243 h 2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3">
                      <a:moveTo>
                        <a:pt x="147" y="243"/>
                      </a:moveTo>
                      <a:lnTo>
                        <a:pt x="0" y="157"/>
                      </a:lnTo>
                      <a:lnTo>
                        <a:pt x="0" y="0"/>
                      </a:lnTo>
                      <a:lnTo>
                        <a:pt x="147" y="84"/>
                      </a:lnTo>
                      <a:lnTo>
                        <a:pt x="147" y="243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38" name="Freeform: Shape 137" descr="20332f30-33c6-409d-aa4e-a4f4084df8b0"/>
                <p:cNvSpPr/>
                <p:nvPr/>
              </p:nvSpPr>
              <p:spPr bwMode="auto">
                <a:xfrm>
                  <a:off x="4036" y="2156"/>
                  <a:ext cx="150" cy="243"/>
                </a:xfrm>
                <a:custGeom>
                  <a:avLst/>
                  <a:gdLst>
                    <a:gd name="T0" fmla="*/ 150 w 150"/>
                    <a:gd name="T1" fmla="*/ 157 h 243"/>
                    <a:gd name="T2" fmla="*/ 0 w 150"/>
                    <a:gd name="T3" fmla="*/ 243 h 243"/>
                    <a:gd name="T4" fmla="*/ 0 w 150"/>
                    <a:gd name="T5" fmla="*/ 84 h 243"/>
                    <a:gd name="T6" fmla="*/ 150 w 150"/>
                    <a:gd name="T7" fmla="*/ 0 h 243"/>
                    <a:gd name="T8" fmla="*/ 150 w 150"/>
                    <a:gd name="T9" fmla="*/ 157 h 2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50" h="243">
                      <a:moveTo>
                        <a:pt x="150" y="157"/>
                      </a:moveTo>
                      <a:lnTo>
                        <a:pt x="0" y="243"/>
                      </a:lnTo>
                      <a:lnTo>
                        <a:pt x="0" y="84"/>
                      </a:lnTo>
                      <a:lnTo>
                        <a:pt x="150" y="0"/>
                      </a:lnTo>
                      <a:lnTo>
                        <a:pt x="150" y="157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39" name="Freeform: Shape 138" descr="bc452b16-cbd0-41d4-88a3-f945ee6a1ac0"/>
                <p:cNvSpPr/>
                <p:nvPr/>
              </p:nvSpPr>
              <p:spPr bwMode="auto">
                <a:xfrm>
                  <a:off x="4055" y="2166"/>
                  <a:ext cx="295" cy="171"/>
                </a:xfrm>
                <a:custGeom>
                  <a:avLst/>
                  <a:gdLst>
                    <a:gd name="T0" fmla="*/ 148 w 295"/>
                    <a:gd name="T1" fmla="*/ 171 h 171"/>
                    <a:gd name="T2" fmla="*/ 0 w 295"/>
                    <a:gd name="T3" fmla="*/ 85 h 171"/>
                    <a:gd name="T4" fmla="*/ 148 w 295"/>
                    <a:gd name="T5" fmla="*/ 0 h 171"/>
                    <a:gd name="T6" fmla="*/ 295 w 295"/>
                    <a:gd name="T7" fmla="*/ 85 h 171"/>
                    <a:gd name="T8" fmla="*/ 148 w 295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71">
                      <a:moveTo>
                        <a:pt x="148" y="171"/>
                      </a:moveTo>
                      <a:lnTo>
                        <a:pt x="0" y="85"/>
                      </a:lnTo>
                      <a:lnTo>
                        <a:pt x="148" y="0"/>
                      </a:lnTo>
                      <a:lnTo>
                        <a:pt x="295" y="85"/>
                      </a:lnTo>
                      <a:lnTo>
                        <a:pt x="148" y="17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40" name="Freeform: Shape 139" descr="7a9edffc-ba86-4265-869c-baef9c65f88f"/>
                <p:cNvSpPr/>
                <p:nvPr/>
              </p:nvSpPr>
              <p:spPr bwMode="auto">
                <a:xfrm>
                  <a:off x="4055" y="2251"/>
                  <a:ext cx="148" cy="245"/>
                </a:xfrm>
                <a:custGeom>
                  <a:avLst/>
                  <a:gdLst>
                    <a:gd name="T0" fmla="*/ 148 w 148"/>
                    <a:gd name="T1" fmla="*/ 245 h 245"/>
                    <a:gd name="T2" fmla="*/ 0 w 148"/>
                    <a:gd name="T3" fmla="*/ 160 h 245"/>
                    <a:gd name="T4" fmla="*/ 0 w 148"/>
                    <a:gd name="T5" fmla="*/ 0 h 245"/>
                    <a:gd name="T6" fmla="*/ 148 w 148"/>
                    <a:gd name="T7" fmla="*/ 86 h 245"/>
                    <a:gd name="T8" fmla="*/ 148 w 148"/>
                    <a:gd name="T9" fmla="*/ 245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5">
                      <a:moveTo>
                        <a:pt x="148" y="245"/>
                      </a:moveTo>
                      <a:lnTo>
                        <a:pt x="0" y="160"/>
                      </a:lnTo>
                      <a:lnTo>
                        <a:pt x="0" y="0"/>
                      </a:lnTo>
                      <a:lnTo>
                        <a:pt x="148" y="86"/>
                      </a:lnTo>
                      <a:lnTo>
                        <a:pt x="148" y="245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41" name="Freeform: Shape 140" descr="d6e8dddd-1560-4b34-b46a-8e5245c152c1"/>
                <p:cNvSpPr/>
                <p:nvPr/>
              </p:nvSpPr>
              <p:spPr bwMode="auto">
                <a:xfrm>
                  <a:off x="4203" y="2251"/>
                  <a:ext cx="147" cy="245"/>
                </a:xfrm>
                <a:custGeom>
                  <a:avLst/>
                  <a:gdLst>
                    <a:gd name="T0" fmla="*/ 147 w 147"/>
                    <a:gd name="T1" fmla="*/ 160 h 245"/>
                    <a:gd name="T2" fmla="*/ 0 w 147"/>
                    <a:gd name="T3" fmla="*/ 245 h 245"/>
                    <a:gd name="T4" fmla="*/ 0 w 147"/>
                    <a:gd name="T5" fmla="*/ 86 h 245"/>
                    <a:gd name="T6" fmla="*/ 147 w 147"/>
                    <a:gd name="T7" fmla="*/ 0 h 245"/>
                    <a:gd name="T8" fmla="*/ 147 w 147"/>
                    <a:gd name="T9" fmla="*/ 160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160"/>
                      </a:moveTo>
                      <a:lnTo>
                        <a:pt x="0" y="245"/>
                      </a:lnTo>
                      <a:lnTo>
                        <a:pt x="0" y="86"/>
                      </a:lnTo>
                      <a:lnTo>
                        <a:pt x="147" y="0"/>
                      </a:lnTo>
                      <a:lnTo>
                        <a:pt x="147" y="160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42" name="Freeform: Shape 141" descr="d35876b6-f0c6-44be-a240-3c4978a89cb3"/>
                <p:cNvSpPr/>
                <p:nvPr/>
              </p:nvSpPr>
              <p:spPr bwMode="auto">
                <a:xfrm>
                  <a:off x="4222" y="2261"/>
                  <a:ext cx="294" cy="171"/>
                </a:xfrm>
                <a:custGeom>
                  <a:avLst/>
                  <a:gdLst>
                    <a:gd name="T0" fmla="*/ 147 w 294"/>
                    <a:gd name="T1" fmla="*/ 171 h 171"/>
                    <a:gd name="T2" fmla="*/ 0 w 294"/>
                    <a:gd name="T3" fmla="*/ 86 h 171"/>
                    <a:gd name="T4" fmla="*/ 147 w 294"/>
                    <a:gd name="T5" fmla="*/ 0 h 171"/>
                    <a:gd name="T6" fmla="*/ 294 w 294"/>
                    <a:gd name="T7" fmla="*/ 86 h 171"/>
                    <a:gd name="T8" fmla="*/ 147 w 294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4" h="171">
                      <a:moveTo>
                        <a:pt x="147" y="171"/>
                      </a:moveTo>
                      <a:lnTo>
                        <a:pt x="0" y="86"/>
                      </a:lnTo>
                      <a:lnTo>
                        <a:pt x="147" y="0"/>
                      </a:lnTo>
                      <a:lnTo>
                        <a:pt x="294" y="86"/>
                      </a:lnTo>
                      <a:lnTo>
                        <a:pt x="147" y="17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43" name="Freeform: Shape 142" descr="505fc7e6-37e9-498d-8617-f6a7fc38a8e1"/>
                <p:cNvSpPr/>
                <p:nvPr/>
              </p:nvSpPr>
              <p:spPr bwMode="auto">
                <a:xfrm>
                  <a:off x="4222" y="2347"/>
                  <a:ext cx="147" cy="244"/>
                </a:xfrm>
                <a:custGeom>
                  <a:avLst/>
                  <a:gdLst>
                    <a:gd name="T0" fmla="*/ 147 w 147"/>
                    <a:gd name="T1" fmla="*/ 244 h 244"/>
                    <a:gd name="T2" fmla="*/ 0 w 147"/>
                    <a:gd name="T3" fmla="*/ 159 h 244"/>
                    <a:gd name="T4" fmla="*/ 0 w 147"/>
                    <a:gd name="T5" fmla="*/ 0 h 244"/>
                    <a:gd name="T6" fmla="*/ 147 w 147"/>
                    <a:gd name="T7" fmla="*/ 85 h 244"/>
                    <a:gd name="T8" fmla="*/ 147 w 147"/>
                    <a:gd name="T9" fmla="*/ 244 h 2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4">
                      <a:moveTo>
                        <a:pt x="147" y="244"/>
                      </a:moveTo>
                      <a:lnTo>
                        <a:pt x="0" y="159"/>
                      </a:lnTo>
                      <a:lnTo>
                        <a:pt x="0" y="0"/>
                      </a:lnTo>
                      <a:lnTo>
                        <a:pt x="147" y="85"/>
                      </a:lnTo>
                      <a:lnTo>
                        <a:pt x="147" y="244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44" name="Freeform: Shape 143" descr="e00443a8-b5c7-4fbf-9dfb-df39df2cc463"/>
                <p:cNvSpPr/>
                <p:nvPr/>
              </p:nvSpPr>
              <p:spPr bwMode="auto">
                <a:xfrm>
                  <a:off x="4369" y="2347"/>
                  <a:ext cx="147" cy="244"/>
                </a:xfrm>
                <a:custGeom>
                  <a:avLst/>
                  <a:gdLst>
                    <a:gd name="T0" fmla="*/ 147 w 147"/>
                    <a:gd name="T1" fmla="*/ 159 h 244"/>
                    <a:gd name="T2" fmla="*/ 0 w 147"/>
                    <a:gd name="T3" fmla="*/ 244 h 244"/>
                    <a:gd name="T4" fmla="*/ 0 w 147"/>
                    <a:gd name="T5" fmla="*/ 85 h 244"/>
                    <a:gd name="T6" fmla="*/ 147 w 147"/>
                    <a:gd name="T7" fmla="*/ 0 h 244"/>
                    <a:gd name="T8" fmla="*/ 147 w 147"/>
                    <a:gd name="T9" fmla="*/ 159 h 2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4">
                      <a:moveTo>
                        <a:pt x="147" y="159"/>
                      </a:moveTo>
                      <a:lnTo>
                        <a:pt x="0" y="244"/>
                      </a:lnTo>
                      <a:lnTo>
                        <a:pt x="0" y="85"/>
                      </a:lnTo>
                      <a:lnTo>
                        <a:pt x="147" y="0"/>
                      </a:lnTo>
                      <a:lnTo>
                        <a:pt x="147" y="159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45" name="Freeform: Shape 144" descr="e92b7fe3-99e1-48fd-9f82-165b0a153a26"/>
                <p:cNvSpPr/>
                <p:nvPr/>
              </p:nvSpPr>
              <p:spPr bwMode="auto">
                <a:xfrm>
                  <a:off x="3558" y="2071"/>
                  <a:ext cx="295" cy="171"/>
                </a:xfrm>
                <a:custGeom>
                  <a:avLst/>
                  <a:gdLst>
                    <a:gd name="T0" fmla="*/ 148 w 295"/>
                    <a:gd name="T1" fmla="*/ 171 h 171"/>
                    <a:gd name="T2" fmla="*/ 0 w 295"/>
                    <a:gd name="T3" fmla="*/ 85 h 171"/>
                    <a:gd name="T4" fmla="*/ 148 w 295"/>
                    <a:gd name="T5" fmla="*/ 0 h 171"/>
                    <a:gd name="T6" fmla="*/ 295 w 295"/>
                    <a:gd name="T7" fmla="*/ 85 h 171"/>
                    <a:gd name="T8" fmla="*/ 148 w 295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71">
                      <a:moveTo>
                        <a:pt x="148" y="171"/>
                      </a:moveTo>
                      <a:lnTo>
                        <a:pt x="0" y="85"/>
                      </a:lnTo>
                      <a:lnTo>
                        <a:pt x="148" y="0"/>
                      </a:lnTo>
                      <a:lnTo>
                        <a:pt x="295" y="85"/>
                      </a:lnTo>
                      <a:lnTo>
                        <a:pt x="148" y="17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46" name="Freeform: Shape 145" descr="818cddca-2644-4f97-bc2d-1cabb120a45e"/>
                <p:cNvSpPr/>
                <p:nvPr/>
              </p:nvSpPr>
              <p:spPr bwMode="auto">
                <a:xfrm>
                  <a:off x="3558" y="2156"/>
                  <a:ext cx="148" cy="243"/>
                </a:xfrm>
                <a:custGeom>
                  <a:avLst/>
                  <a:gdLst>
                    <a:gd name="T0" fmla="*/ 148 w 148"/>
                    <a:gd name="T1" fmla="*/ 243 h 243"/>
                    <a:gd name="T2" fmla="*/ 0 w 148"/>
                    <a:gd name="T3" fmla="*/ 160 h 243"/>
                    <a:gd name="T4" fmla="*/ 0 w 148"/>
                    <a:gd name="T5" fmla="*/ 0 h 243"/>
                    <a:gd name="T6" fmla="*/ 148 w 148"/>
                    <a:gd name="T7" fmla="*/ 86 h 243"/>
                    <a:gd name="T8" fmla="*/ 148 w 148"/>
                    <a:gd name="T9" fmla="*/ 243 h 2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3">
                      <a:moveTo>
                        <a:pt x="148" y="243"/>
                      </a:moveTo>
                      <a:lnTo>
                        <a:pt x="0" y="160"/>
                      </a:lnTo>
                      <a:lnTo>
                        <a:pt x="0" y="0"/>
                      </a:lnTo>
                      <a:lnTo>
                        <a:pt x="148" y="86"/>
                      </a:lnTo>
                      <a:lnTo>
                        <a:pt x="148" y="243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47" name="Freeform: Shape 146" descr="d87067d5-752e-440c-9608-385a7a573ae3"/>
                <p:cNvSpPr/>
                <p:nvPr/>
              </p:nvSpPr>
              <p:spPr bwMode="auto">
                <a:xfrm>
                  <a:off x="3706" y="2156"/>
                  <a:ext cx="147" cy="243"/>
                </a:xfrm>
                <a:custGeom>
                  <a:avLst/>
                  <a:gdLst>
                    <a:gd name="T0" fmla="*/ 147 w 147"/>
                    <a:gd name="T1" fmla="*/ 160 h 243"/>
                    <a:gd name="T2" fmla="*/ 0 w 147"/>
                    <a:gd name="T3" fmla="*/ 243 h 243"/>
                    <a:gd name="T4" fmla="*/ 0 w 147"/>
                    <a:gd name="T5" fmla="*/ 86 h 243"/>
                    <a:gd name="T6" fmla="*/ 147 w 147"/>
                    <a:gd name="T7" fmla="*/ 0 h 243"/>
                    <a:gd name="T8" fmla="*/ 147 w 147"/>
                    <a:gd name="T9" fmla="*/ 160 h 2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3">
                      <a:moveTo>
                        <a:pt x="147" y="160"/>
                      </a:moveTo>
                      <a:lnTo>
                        <a:pt x="0" y="243"/>
                      </a:lnTo>
                      <a:lnTo>
                        <a:pt x="0" y="86"/>
                      </a:lnTo>
                      <a:lnTo>
                        <a:pt x="147" y="0"/>
                      </a:lnTo>
                      <a:lnTo>
                        <a:pt x="147" y="160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48" name="Freeform: Shape 147" descr="ed64a02c-ffcc-4a8f-8e4c-628a17edb007"/>
                <p:cNvSpPr/>
                <p:nvPr/>
              </p:nvSpPr>
              <p:spPr bwMode="auto">
                <a:xfrm>
                  <a:off x="3722" y="2166"/>
                  <a:ext cx="295" cy="171"/>
                </a:xfrm>
                <a:custGeom>
                  <a:avLst/>
                  <a:gdLst>
                    <a:gd name="T0" fmla="*/ 148 w 295"/>
                    <a:gd name="T1" fmla="*/ 171 h 171"/>
                    <a:gd name="T2" fmla="*/ 0 w 295"/>
                    <a:gd name="T3" fmla="*/ 85 h 171"/>
                    <a:gd name="T4" fmla="*/ 148 w 295"/>
                    <a:gd name="T5" fmla="*/ 0 h 171"/>
                    <a:gd name="T6" fmla="*/ 295 w 295"/>
                    <a:gd name="T7" fmla="*/ 85 h 171"/>
                    <a:gd name="T8" fmla="*/ 148 w 295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71">
                      <a:moveTo>
                        <a:pt x="148" y="171"/>
                      </a:moveTo>
                      <a:lnTo>
                        <a:pt x="0" y="85"/>
                      </a:lnTo>
                      <a:lnTo>
                        <a:pt x="148" y="0"/>
                      </a:lnTo>
                      <a:lnTo>
                        <a:pt x="295" y="85"/>
                      </a:lnTo>
                      <a:lnTo>
                        <a:pt x="148" y="17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49" name="Freeform: Shape 148" descr="9898dc54-0ab9-4a8f-9efc-411292acc1e1"/>
                <p:cNvSpPr/>
                <p:nvPr/>
              </p:nvSpPr>
              <p:spPr bwMode="auto">
                <a:xfrm>
                  <a:off x="3722" y="2251"/>
                  <a:ext cx="148" cy="245"/>
                </a:xfrm>
                <a:custGeom>
                  <a:avLst/>
                  <a:gdLst>
                    <a:gd name="T0" fmla="*/ 148 w 148"/>
                    <a:gd name="T1" fmla="*/ 245 h 245"/>
                    <a:gd name="T2" fmla="*/ 0 w 148"/>
                    <a:gd name="T3" fmla="*/ 160 h 245"/>
                    <a:gd name="T4" fmla="*/ 0 w 148"/>
                    <a:gd name="T5" fmla="*/ 0 h 245"/>
                    <a:gd name="T6" fmla="*/ 148 w 148"/>
                    <a:gd name="T7" fmla="*/ 86 h 245"/>
                    <a:gd name="T8" fmla="*/ 148 w 148"/>
                    <a:gd name="T9" fmla="*/ 245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5">
                      <a:moveTo>
                        <a:pt x="148" y="245"/>
                      </a:moveTo>
                      <a:lnTo>
                        <a:pt x="0" y="160"/>
                      </a:lnTo>
                      <a:lnTo>
                        <a:pt x="0" y="0"/>
                      </a:lnTo>
                      <a:lnTo>
                        <a:pt x="148" y="86"/>
                      </a:lnTo>
                      <a:lnTo>
                        <a:pt x="148" y="245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50" name="Freeform: Shape 149" descr="9e990db5-193e-4817-917e-18fefb2b94cb"/>
                <p:cNvSpPr/>
                <p:nvPr/>
              </p:nvSpPr>
              <p:spPr bwMode="auto">
                <a:xfrm>
                  <a:off x="3870" y="2251"/>
                  <a:ext cx="147" cy="245"/>
                </a:xfrm>
                <a:custGeom>
                  <a:avLst/>
                  <a:gdLst>
                    <a:gd name="T0" fmla="*/ 147 w 147"/>
                    <a:gd name="T1" fmla="*/ 160 h 245"/>
                    <a:gd name="T2" fmla="*/ 0 w 147"/>
                    <a:gd name="T3" fmla="*/ 245 h 245"/>
                    <a:gd name="T4" fmla="*/ 0 w 147"/>
                    <a:gd name="T5" fmla="*/ 86 h 245"/>
                    <a:gd name="T6" fmla="*/ 147 w 147"/>
                    <a:gd name="T7" fmla="*/ 0 h 245"/>
                    <a:gd name="T8" fmla="*/ 147 w 147"/>
                    <a:gd name="T9" fmla="*/ 160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160"/>
                      </a:moveTo>
                      <a:lnTo>
                        <a:pt x="0" y="245"/>
                      </a:lnTo>
                      <a:lnTo>
                        <a:pt x="0" y="86"/>
                      </a:lnTo>
                      <a:lnTo>
                        <a:pt x="147" y="0"/>
                      </a:lnTo>
                      <a:lnTo>
                        <a:pt x="147" y="160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51" name="Freeform: Shape 150" descr="f90c0dbd-4695-436c-8ff6-1529a04a1898"/>
                <p:cNvSpPr/>
                <p:nvPr/>
              </p:nvSpPr>
              <p:spPr bwMode="auto">
                <a:xfrm>
                  <a:off x="3889" y="2263"/>
                  <a:ext cx="295" cy="169"/>
                </a:xfrm>
                <a:custGeom>
                  <a:avLst/>
                  <a:gdLst>
                    <a:gd name="T0" fmla="*/ 147 w 295"/>
                    <a:gd name="T1" fmla="*/ 169 h 169"/>
                    <a:gd name="T2" fmla="*/ 0 w 295"/>
                    <a:gd name="T3" fmla="*/ 84 h 169"/>
                    <a:gd name="T4" fmla="*/ 147 w 295"/>
                    <a:gd name="T5" fmla="*/ 0 h 169"/>
                    <a:gd name="T6" fmla="*/ 295 w 295"/>
                    <a:gd name="T7" fmla="*/ 84 h 169"/>
                    <a:gd name="T8" fmla="*/ 147 w 295"/>
                    <a:gd name="T9" fmla="*/ 169 h 1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69">
                      <a:moveTo>
                        <a:pt x="147" y="169"/>
                      </a:moveTo>
                      <a:lnTo>
                        <a:pt x="0" y="84"/>
                      </a:lnTo>
                      <a:lnTo>
                        <a:pt x="147" y="0"/>
                      </a:lnTo>
                      <a:lnTo>
                        <a:pt x="295" y="84"/>
                      </a:lnTo>
                      <a:lnTo>
                        <a:pt x="147" y="169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52" name="Freeform: Shape 151" descr="9faae711-d1ad-4329-826a-7414c8587644"/>
                <p:cNvSpPr/>
                <p:nvPr/>
              </p:nvSpPr>
              <p:spPr bwMode="auto">
                <a:xfrm>
                  <a:off x="3889" y="2347"/>
                  <a:ext cx="147" cy="244"/>
                </a:xfrm>
                <a:custGeom>
                  <a:avLst/>
                  <a:gdLst>
                    <a:gd name="T0" fmla="*/ 147 w 147"/>
                    <a:gd name="T1" fmla="*/ 244 h 244"/>
                    <a:gd name="T2" fmla="*/ 0 w 147"/>
                    <a:gd name="T3" fmla="*/ 159 h 244"/>
                    <a:gd name="T4" fmla="*/ 0 w 147"/>
                    <a:gd name="T5" fmla="*/ 0 h 244"/>
                    <a:gd name="T6" fmla="*/ 147 w 147"/>
                    <a:gd name="T7" fmla="*/ 85 h 244"/>
                    <a:gd name="T8" fmla="*/ 147 w 147"/>
                    <a:gd name="T9" fmla="*/ 244 h 2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4">
                      <a:moveTo>
                        <a:pt x="147" y="244"/>
                      </a:moveTo>
                      <a:lnTo>
                        <a:pt x="0" y="159"/>
                      </a:lnTo>
                      <a:lnTo>
                        <a:pt x="0" y="0"/>
                      </a:lnTo>
                      <a:lnTo>
                        <a:pt x="147" y="85"/>
                      </a:lnTo>
                      <a:lnTo>
                        <a:pt x="147" y="244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53" name="Freeform: Shape 152" descr="602e68f1-aef1-4972-86a0-7c83cb82853e"/>
                <p:cNvSpPr/>
                <p:nvPr/>
              </p:nvSpPr>
              <p:spPr bwMode="auto">
                <a:xfrm>
                  <a:off x="4036" y="2347"/>
                  <a:ext cx="148" cy="244"/>
                </a:xfrm>
                <a:custGeom>
                  <a:avLst/>
                  <a:gdLst>
                    <a:gd name="T0" fmla="*/ 148 w 148"/>
                    <a:gd name="T1" fmla="*/ 159 h 244"/>
                    <a:gd name="T2" fmla="*/ 0 w 148"/>
                    <a:gd name="T3" fmla="*/ 244 h 244"/>
                    <a:gd name="T4" fmla="*/ 0 w 148"/>
                    <a:gd name="T5" fmla="*/ 85 h 244"/>
                    <a:gd name="T6" fmla="*/ 148 w 148"/>
                    <a:gd name="T7" fmla="*/ 0 h 244"/>
                    <a:gd name="T8" fmla="*/ 148 w 148"/>
                    <a:gd name="T9" fmla="*/ 159 h 2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4">
                      <a:moveTo>
                        <a:pt x="148" y="159"/>
                      </a:moveTo>
                      <a:lnTo>
                        <a:pt x="0" y="244"/>
                      </a:lnTo>
                      <a:lnTo>
                        <a:pt x="0" y="85"/>
                      </a:lnTo>
                      <a:lnTo>
                        <a:pt x="148" y="0"/>
                      </a:lnTo>
                      <a:lnTo>
                        <a:pt x="148" y="159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54" name="Freeform: Shape 153" descr="9eaa1817-ce13-4820-bbaa-9d8c5999a931"/>
                <p:cNvSpPr/>
                <p:nvPr/>
              </p:nvSpPr>
              <p:spPr bwMode="auto">
                <a:xfrm>
                  <a:off x="4148" y="2411"/>
                  <a:ext cx="295" cy="171"/>
                </a:xfrm>
                <a:custGeom>
                  <a:avLst/>
                  <a:gdLst>
                    <a:gd name="T0" fmla="*/ 147 w 295"/>
                    <a:gd name="T1" fmla="*/ 171 h 171"/>
                    <a:gd name="T2" fmla="*/ 0 w 295"/>
                    <a:gd name="T3" fmla="*/ 85 h 171"/>
                    <a:gd name="T4" fmla="*/ 147 w 295"/>
                    <a:gd name="T5" fmla="*/ 0 h 171"/>
                    <a:gd name="T6" fmla="*/ 295 w 295"/>
                    <a:gd name="T7" fmla="*/ 85 h 171"/>
                    <a:gd name="T8" fmla="*/ 147 w 295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71">
                      <a:moveTo>
                        <a:pt x="147" y="171"/>
                      </a:moveTo>
                      <a:lnTo>
                        <a:pt x="0" y="85"/>
                      </a:lnTo>
                      <a:lnTo>
                        <a:pt x="147" y="0"/>
                      </a:lnTo>
                      <a:lnTo>
                        <a:pt x="295" y="85"/>
                      </a:lnTo>
                      <a:lnTo>
                        <a:pt x="147" y="171"/>
                      </a:lnTo>
                      <a:close/>
                    </a:path>
                  </a:pathLst>
                </a:custGeom>
                <a:solidFill>
                  <a:srgbClr val="2D83EE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55" name="Freeform: Shape 154" descr="d5aabf20-f17d-43f8-9445-2fd6197b1cac"/>
                <p:cNvSpPr/>
                <p:nvPr/>
              </p:nvSpPr>
              <p:spPr bwMode="auto">
                <a:xfrm>
                  <a:off x="4148" y="2496"/>
                  <a:ext cx="147" cy="245"/>
                </a:xfrm>
                <a:custGeom>
                  <a:avLst/>
                  <a:gdLst>
                    <a:gd name="T0" fmla="*/ 147 w 147"/>
                    <a:gd name="T1" fmla="*/ 245 h 245"/>
                    <a:gd name="T2" fmla="*/ 0 w 147"/>
                    <a:gd name="T3" fmla="*/ 159 h 245"/>
                    <a:gd name="T4" fmla="*/ 0 w 147"/>
                    <a:gd name="T5" fmla="*/ 0 h 245"/>
                    <a:gd name="T6" fmla="*/ 147 w 147"/>
                    <a:gd name="T7" fmla="*/ 86 h 245"/>
                    <a:gd name="T8" fmla="*/ 147 w 147"/>
                    <a:gd name="T9" fmla="*/ 245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245"/>
                      </a:moveTo>
                      <a:lnTo>
                        <a:pt x="0" y="159"/>
                      </a:lnTo>
                      <a:lnTo>
                        <a:pt x="0" y="0"/>
                      </a:lnTo>
                      <a:lnTo>
                        <a:pt x="147" y="86"/>
                      </a:lnTo>
                      <a:lnTo>
                        <a:pt x="147" y="245"/>
                      </a:lnTo>
                      <a:close/>
                    </a:path>
                  </a:pathLst>
                </a:custGeom>
                <a:solidFill>
                  <a:srgbClr val="0647A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56" name="Freeform: Shape 155" descr="0ec378b0-7003-4bb0-b77e-eb3db0b13369"/>
                <p:cNvSpPr/>
                <p:nvPr/>
              </p:nvSpPr>
              <p:spPr bwMode="auto">
                <a:xfrm>
                  <a:off x="4295" y="2496"/>
                  <a:ext cx="148" cy="245"/>
                </a:xfrm>
                <a:custGeom>
                  <a:avLst/>
                  <a:gdLst>
                    <a:gd name="T0" fmla="*/ 148 w 148"/>
                    <a:gd name="T1" fmla="*/ 159 h 245"/>
                    <a:gd name="T2" fmla="*/ 0 w 148"/>
                    <a:gd name="T3" fmla="*/ 245 h 245"/>
                    <a:gd name="T4" fmla="*/ 0 w 148"/>
                    <a:gd name="T5" fmla="*/ 86 h 245"/>
                    <a:gd name="T6" fmla="*/ 148 w 148"/>
                    <a:gd name="T7" fmla="*/ 0 h 245"/>
                    <a:gd name="T8" fmla="*/ 148 w 148"/>
                    <a:gd name="T9" fmla="*/ 159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5">
                      <a:moveTo>
                        <a:pt x="148" y="159"/>
                      </a:moveTo>
                      <a:lnTo>
                        <a:pt x="0" y="245"/>
                      </a:lnTo>
                      <a:lnTo>
                        <a:pt x="0" y="86"/>
                      </a:lnTo>
                      <a:lnTo>
                        <a:pt x="148" y="0"/>
                      </a:lnTo>
                      <a:lnTo>
                        <a:pt x="148" y="159"/>
                      </a:lnTo>
                      <a:close/>
                    </a:path>
                  </a:pathLst>
                </a:custGeom>
                <a:solidFill>
                  <a:srgbClr val="1C64D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57" name="Freeform: Shape 156" descr="5a02b635-6d7f-4dc4-877d-d9a8ef56b571"/>
                <p:cNvSpPr/>
                <p:nvPr/>
              </p:nvSpPr>
              <p:spPr bwMode="auto">
                <a:xfrm>
                  <a:off x="3392" y="2166"/>
                  <a:ext cx="295" cy="171"/>
                </a:xfrm>
                <a:custGeom>
                  <a:avLst/>
                  <a:gdLst>
                    <a:gd name="T0" fmla="*/ 147 w 295"/>
                    <a:gd name="T1" fmla="*/ 171 h 171"/>
                    <a:gd name="T2" fmla="*/ 0 w 295"/>
                    <a:gd name="T3" fmla="*/ 85 h 171"/>
                    <a:gd name="T4" fmla="*/ 147 w 295"/>
                    <a:gd name="T5" fmla="*/ 0 h 171"/>
                    <a:gd name="T6" fmla="*/ 295 w 295"/>
                    <a:gd name="T7" fmla="*/ 85 h 171"/>
                    <a:gd name="T8" fmla="*/ 147 w 295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71">
                      <a:moveTo>
                        <a:pt x="147" y="171"/>
                      </a:moveTo>
                      <a:lnTo>
                        <a:pt x="0" y="85"/>
                      </a:lnTo>
                      <a:lnTo>
                        <a:pt x="147" y="0"/>
                      </a:lnTo>
                      <a:lnTo>
                        <a:pt x="295" y="85"/>
                      </a:lnTo>
                      <a:lnTo>
                        <a:pt x="147" y="17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58" name="Freeform: Shape 157" descr="dd7e576f-4b09-4978-b272-b85047c09f6d"/>
                <p:cNvSpPr/>
                <p:nvPr/>
              </p:nvSpPr>
              <p:spPr bwMode="auto">
                <a:xfrm>
                  <a:off x="3392" y="2251"/>
                  <a:ext cx="147" cy="245"/>
                </a:xfrm>
                <a:custGeom>
                  <a:avLst/>
                  <a:gdLst>
                    <a:gd name="T0" fmla="*/ 147 w 147"/>
                    <a:gd name="T1" fmla="*/ 245 h 245"/>
                    <a:gd name="T2" fmla="*/ 0 w 147"/>
                    <a:gd name="T3" fmla="*/ 160 h 245"/>
                    <a:gd name="T4" fmla="*/ 0 w 147"/>
                    <a:gd name="T5" fmla="*/ 0 h 245"/>
                    <a:gd name="T6" fmla="*/ 147 w 147"/>
                    <a:gd name="T7" fmla="*/ 86 h 245"/>
                    <a:gd name="T8" fmla="*/ 147 w 147"/>
                    <a:gd name="T9" fmla="*/ 245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245"/>
                      </a:moveTo>
                      <a:lnTo>
                        <a:pt x="0" y="160"/>
                      </a:lnTo>
                      <a:lnTo>
                        <a:pt x="0" y="0"/>
                      </a:lnTo>
                      <a:lnTo>
                        <a:pt x="147" y="86"/>
                      </a:lnTo>
                      <a:lnTo>
                        <a:pt x="147" y="245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59" name="Freeform: Shape 158" descr="d04c0cc0-85b1-411c-8c78-349466f89670"/>
                <p:cNvSpPr/>
                <p:nvPr/>
              </p:nvSpPr>
              <p:spPr bwMode="auto">
                <a:xfrm>
                  <a:off x="3539" y="2251"/>
                  <a:ext cx="148" cy="245"/>
                </a:xfrm>
                <a:custGeom>
                  <a:avLst/>
                  <a:gdLst>
                    <a:gd name="T0" fmla="*/ 148 w 148"/>
                    <a:gd name="T1" fmla="*/ 160 h 245"/>
                    <a:gd name="T2" fmla="*/ 0 w 148"/>
                    <a:gd name="T3" fmla="*/ 245 h 245"/>
                    <a:gd name="T4" fmla="*/ 0 w 148"/>
                    <a:gd name="T5" fmla="*/ 86 h 245"/>
                    <a:gd name="T6" fmla="*/ 148 w 148"/>
                    <a:gd name="T7" fmla="*/ 0 h 245"/>
                    <a:gd name="T8" fmla="*/ 148 w 148"/>
                    <a:gd name="T9" fmla="*/ 160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5">
                      <a:moveTo>
                        <a:pt x="148" y="160"/>
                      </a:moveTo>
                      <a:lnTo>
                        <a:pt x="0" y="245"/>
                      </a:lnTo>
                      <a:lnTo>
                        <a:pt x="0" y="86"/>
                      </a:lnTo>
                      <a:lnTo>
                        <a:pt x="148" y="0"/>
                      </a:lnTo>
                      <a:lnTo>
                        <a:pt x="148" y="160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60" name="Freeform: Shape 159" descr="d6bbfa88-ac4f-4034-98f2-086aa672ed9f"/>
                <p:cNvSpPr/>
                <p:nvPr/>
              </p:nvSpPr>
              <p:spPr bwMode="auto">
                <a:xfrm>
                  <a:off x="3556" y="2263"/>
                  <a:ext cx="295" cy="169"/>
                </a:xfrm>
                <a:custGeom>
                  <a:avLst/>
                  <a:gdLst>
                    <a:gd name="T0" fmla="*/ 147 w 295"/>
                    <a:gd name="T1" fmla="*/ 169 h 169"/>
                    <a:gd name="T2" fmla="*/ 0 w 295"/>
                    <a:gd name="T3" fmla="*/ 86 h 169"/>
                    <a:gd name="T4" fmla="*/ 147 w 295"/>
                    <a:gd name="T5" fmla="*/ 0 h 169"/>
                    <a:gd name="T6" fmla="*/ 295 w 295"/>
                    <a:gd name="T7" fmla="*/ 86 h 169"/>
                    <a:gd name="T8" fmla="*/ 147 w 295"/>
                    <a:gd name="T9" fmla="*/ 169 h 1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69">
                      <a:moveTo>
                        <a:pt x="147" y="169"/>
                      </a:moveTo>
                      <a:lnTo>
                        <a:pt x="0" y="86"/>
                      </a:lnTo>
                      <a:lnTo>
                        <a:pt x="147" y="0"/>
                      </a:lnTo>
                      <a:lnTo>
                        <a:pt x="295" y="86"/>
                      </a:lnTo>
                      <a:lnTo>
                        <a:pt x="147" y="169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61" name="Freeform: Shape 160" descr="20f78eac-529a-462d-9b07-dc5d662dbd56"/>
                <p:cNvSpPr/>
                <p:nvPr/>
              </p:nvSpPr>
              <p:spPr bwMode="auto">
                <a:xfrm>
                  <a:off x="3556" y="2349"/>
                  <a:ext cx="147" cy="242"/>
                </a:xfrm>
                <a:custGeom>
                  <a:avLst/>
                  <a:gdLst>
                    <a:gd name="T0" fmla="*/ 147 w 147"/>
                    <a:gd name="T1" fmla="*/ 242 h 242"/>
                    <a:gd name="T2" fmla="*/ 0 w 147"/>
                    <a:gd name="T3" fmla="*/ 157 h 242"/>
                    <a:gd name="T4" fmla="*/ 0 w 147"/>
                    <a:gd name="T5" fmla="*/ 0 h 242"/>
                    <a:gd name="T6" fmla="*/ 147 w 147"/>
                    <a:gd name="T7" fmla="*/ 83 h 242"/>
                    <a:gd name="T8" fmla="*/ 147 w 147"/>
                    <a:gd name="T9" fmla="*/ 242 h 2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1">
                      <a:moveTo>
                        <a:pt x="147" y="242"/>
                      </a:moveTo>
                      <a:lnTo>
                        <a:pt x="0" y="157"/>
                      </a:lnTo>
                      <a:lnTo>
                        <a:pt x="0" y="0"/>
                      </a:lnTo>
                      <a:lnTo>
                        <a:pt x="147" y="83"/>
                      </a:lnTo>
                      <a:lnTo>
                        <a:pt x="147" y="242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62" name="Freeform: Shape 161" descr="fad70a72-3908-4920-a261-a9f76bd2a2e9"/>
                <p:cNvSpPr/>
                <p:nvPr/>
              </p:nvSpPr>
              <p:spPr bwMode="auto">
                <a:xfrm>
                  <a:off x="3703" y="2349"/>
                  <a:ext cx="148" cy="242"/>
                </a:xfrm>
                <a:custGeom>
                  <a:avLst/>
                  <a:gdLst>
                    <a:gd name="T0" fmla="*/ 148 w 148"/>
                    <a:gd name="T1" fmla="*/ 157 h 242"/>
                    <a:gd name="T2" fmla="*/ 0 w 148"/>
                    <a:gd name="T3" fmla="*/ 242 h 242"/>
                    <a:gd name="T4" fmla="*/ 0 w 148"/>
                    <a:gd name="T5" fmla="*/ 83 h 242"/>
                    <a:gd name="T6" fmla="*/ 148 w 148"/>
                    <a:gd name="T7" fmla="*/ 0 h 242"/>
                    <a:gd name="T8" fmla="*/ 148 w 148"/>
                    <a:gd name="T9" fmla="*/ 157 h 2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1">
                      <a:moveTo>
                        <a:pt x="148" y="157"/>
                      </a:moveTo>
                      <a:lnTo>
                        <a:pt x="0" y="242"/>
                      </a:lnTo>
                      <a:lnTo>
                        <a:pt x="0" y="83"/>
                      </a:lnTo>
                      <a:lnTo>
                        <a:pt x="148" y="0"/>
                      </a:lnTo>
                      <a:lnTo>
                        <a:pt x="148" y="157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63" name="Freeform: Shape 162" descr="db15a1c5-3dfe-484a-8f5f-678af6837286"/>
                <p:cNvSpPr/>
                <p:nvPr/>
              </p:nvSpPr>
              <p:spPr bwMode="auto">
                <a:xfrm>
                  <a:off x="3722" y="2358"/>
                  <a:ext cx="295" cy="171"/>
                </a:xfrm>
                <a:custGeom>
                  <a:avLst/>
                  <a:gdLst>
                    <a:gd name="T0" fmla="*/ 148 w 295"/>
                    <a:gd name="T1" fmla="*/ 171 h 171"/>
                    <a:gd name="T2" fmla="*/ 0 w 295"/>
                    <a:gd name="T3" fmla="*/ 86 h 171"/>
                    <a:gd name="T4" fmla="*/ 148 w 295"/>
                    <a:gd name="T5" fmla="*/ 0 h 171"/>
                    <a:gd name="T6" fmla="*/ 295 w 295"/>
                    <a:gd name="T7" fmla="*/ 86 h 171"/>
                    <a:gd name="T8" fmla="*/ 148 w 295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71">
                      <a:moveTo>
                        <a:pt x="148" y="171"/>
                      </a:moveTo>
                      <a:lnTo>
                        <a:pt x="0" y="86"/>
                      </a:lnTo>
                      <a:lnTo>
                        <a:pt x="148" y="0"/>
                      </a:lnTo>
                      <a:lnTo>
                        <a:pt x="295" y="86"/>
                      </a:lnTo>
                      <a:lnTo>
                        <a:pt x="148" y="17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64" name="Freeform: Shape 163" descr="0d6f3455-cdc1-46a6-aca5-a4f1aed77f13"/>
                <p:cNvSpPr/>
                <p:nvPr/>
              </p:nvSpPr>
              <p:spPr bwMode="auto">
                <a:xfrm>
                  <a:off x="3722" y="2444"/>
                  <a:ext cx="148" cy="242"/>
                </a:xfrm>
                <a:custGeom>
                  <a:avLst/>
                  <a:gdLst>
                    <a:gd name="T0" fmla="*/ 148 w 148"/>
                    <a:gd name="T1" fmla="*/ 242 h 242"/>
                    <a:gd name="T2" fmla="*/ 0 w 148"/>
                    <a:gd name="T3" fmla="*/ 159 h 242"/>
                    <a:gd name="T4" fmla="*/ 0 w 148"/>
                    <a:gd name="T5" fmla="*/ 0 h 242"/>
                    <a:gd name="T6" fmla="*/ 148 w 148"/>
                    <a:gd name="T7" fmla="*/ 85 h 242"/>
                    <a:gd name="T8" fmla="*/ 148 w 148"/>
                    <a:gd name="T9" fmla="*/ 242 h 2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1">
                      <a:moveTo>
                        <a:pt x="148" y="242"/>
                      </a:moveTo>
                      <a:lnTo>
                        <a:pt x="0" y="159"/>
                      </a:lnTo>
                      <a:lnTo>
                        <a:pt x="0" y="0"/>
                      </a:lnTo>
                      <a:lnTo>
                        <a:pt x="148" y="85"/>
                      </a:lnTo>
                      <a:lnTo>
                        <a:pt x="148" y="242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65" name="Freeform: Shape 164" descr="63f62c97-1701-459d-b752-f163a458b144"/>
                <p:cNvSpPr/>
                <p:nvPr/>
              </p:nvSpPr>
              <p:spPr bwMode="auto">
                <a:xfrm>
                  <a:off x="3870" y="2444"/>
                  <a:ext cx="147" cy="242"/>
                </a:xfrm>
                <a:custGeom>
                  <a:avLst/>
                  <a:gdLst>
                    <a:gd name="T0" fmla="*/ 147 w 147"/>
                    <a:gd name="T1" fmla="*/ 159 h 242"/>
                    <a:gd name="T2" fmla="*/ 0 w 147"/>
                    <a:gd name="T3" fmla="*/ 242 h 242"/>
                    <a:gd name="T4" fmla="*/ 0 w 147"/>
                    <a:gd name="T5" fmla="*/ 85 h 242"/>
                    <a:gd name="T6" fmla="*/ 147 w 147"/>
                    <a:gd name="T7" fmla="*/ 0 h 242"/>
                    <a:gd name="T8" fmla="*/ 147 w 147"/>
                    <a:gd name="T9" fmla="*/ 159 h 2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1">
                      <a:moveTo>
                        <a:pt x="147" y="159"/>
                      </a:moveTo>
                      <a:lnTo>
                        <a:pt x="0" y="242"/>
                      </a:lnTo>
                      <a:lnTo>
                        <a:pt x="0" y="85"/>
                      </a:lnTo>
                      <a:lnTo>
                        <a:pt x="147" y="0"/>
                      </a:lnTo>
                      <a:lnTo>
                        <a:pt x="147" y="159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66" name="Freeform: Shape 165" descr="7d7ba49b-8c8a-4c18-8be9-48ca60c99f67"/>
                <p:cNvSpPr/>
                <p:nvPr/>
              </p:nvSpPr>
              <p:spPr bwMode="auto">
                <a:xfrm>
                  <a:off x="3889" y="2453"/>
                  <a:ext cx="295" cy="172"/>
                </a:xfrm>
                <a:custGeom>
                  <a:avLst/>
                  <a:gdLst>
                    <a:gd name="T0" fmla="*/ 147 w 295"/>
                    <a:gd name="T1" fmla="*/ 172 h 172"/>
                    <a:gd name="T2" fmla="*/ 0 w 295"/>
                    <a:gd name="T3" fmla="*/ 86 h 172"/>
                    <a:gd name="T4" fmla="*/ 147 w 295"/>
                    <a:gd name="T5" fmla="*/ 0 h 172"/>
                    <a:gd name="T6" fmla="*/ 295 w 295"/>
                    <a:gd name="T7" fmla="*/ 86 h 172"/>
                    <a:gd name="T8" fmla="*/ 147 w 295"/>
                    <a:gd name="T9" fmla="*/ 172 h 17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72">
                      <a:moveTo>
                        <a:pt x="147" y="172"/>
                      </a:moveTo>
                      <a:lnTo>
                        <a:pt x="0" y="86"/>
                      </a:lnTo>
                      <a:lnTo>
                        <a:pt x="147" y="0"/>
                      </a:lnTo>
                      <a:lnTo>
                        <a:pt x="295" y="86"/>
                      </a:lnTo>
                      <a:lnTo>
                        <a:pt x="147" y="172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67" name="Freeform: Shape 166" descr="b97f8652-62af-44e1-9e61-f607c5fbf959"/>
                <p:cNvSpPr/>
                <p:nvPr/>
              </p:nvSpPr>
              <p:spPr bwMode="auto">
                <a:xfrm>
                  <a:off x="3889" y="2539"/>
                  <a:ext cx="147" cy="245"/>
                </a:xfrm>
                <a:custGeom>
                  <a:avLst/>
                  <a:gdLst>
                    <a:gd name="T0" fmla="*/ 147 w 147"/>
                    <a:gd name="T1" fmla="*/ 245 h 245"/>
                    <a:gd name="T2" fmla="*/ 0 w 147"/>
                    <a:gd name="T3" fmla="*/ 159 h 245"/>
                    <a:gd name="T4" fmla="*/ 0 w 147"/>
                    <a:gd name="T5" fmla="*/ 0 h 245"/>
                    <a:gd name="T6" fmla="*/ 147 w 147"/>
                    <a:gd name="T7" fmla="*/ 86 h 245"/>
                    <a:gd name="T8" fmla="*/ 147 w 147"/>
                    <a:gd name="T9" fmla="*/ 245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245"/>
                      </a:moveTo>
                      <a:lnTo>
                        <a:pt x="0" y="159"/>
                      </a:lnTo>
                      <a:lnTo>
                        <a:pt x="0" y="0"/>
                      </a:lnTo>
                      <a:lnTo>
                        <a:pt x="147" y="86"/>
                      </a:lnTo>
                      <a:lnTo>
                        <a:pt x="147" y="245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68" name="Freeform: Shape 167" descr="74127b0b-895b-43ef-85e0-98fa10f3fbd0"/>
                <p:cNvSpPr/>
                <p:nvPr/>
              </p:nvSpPr>
              <p:spPr bwMode="auto">
                <a:xfrm>
                  <a:off x="4036" y="2539"/>
                  <a:ext cx="148" cy="245"/>
                </a:xfrm>
                <a:custGeom>
                  <a:avLst/>
                  <a:gdLst>
                    <a:gd name="T0" fmla="*/ 148 w 148"/>
                    <a:gd name="T1" fmla="*/ 159 h 245"/>
                    <a:gd name="T2" fmla="*/ 0 w 148"/>
                    <a:gd name="T3" fmla="*/ 245 h 245"/>
                    <a:gd name="T4" fmla="*/ 0 w 148"/>
                    <a:gd name="T5" fmla="*/ 86 h 245"/>
                    <a:gd name="T6" fmla="*/ 148 w 148"/>
                    <a:gd name="T7" fmla="*/ 0 h 245"/>
                    <a:gd name="T8" fmla="*/ 148 w 148"/>
                    <a:gd name="T9" fmla="*/ 159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5">
                      <a:moveTo>
                        <a:pt x="148" y="159"/>
                      </a:moveTo>
                      <a:lnTo>
                        <a:pt x="0" y="245"/>
                      </a:lnTo>
                      <a:lnTo>
                        <a:pt x="0" y="86"/>
                      </a:lnTo>
                      <a:lnTo>
                        <a:pt x="148" y="0"/>
                      </a:lnTo>
                      <a:lnTo>
                        <a:pt x="148" y="159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69" name="Freeform: Shape 168" descr="750b2dca-97a6-4086-9102-8ba9e86c8e27"/>
                <p:cNvSpPr/>
                <p:nvPr/>
              </p:nvSpPr>
              <p:spPr bwMode="auto">
                <a:xfrm>
                  <a:off x="3225" y="2263"/>
                  <a:ext cx="295" cy="169"/>
                </a:xfrm>
                <a:custGeom>
                  <a:avLst/>
                  <a:gdLst>
                    <a:gd name="T0" fmla="*/ 148 w 295"/>
                    <a:gd name="T1" fmla="*/ 169 h 169"/>
                    <a:gd name="T2" fmla="*/ 0 w 295"/>
                    <a:gd name="T3" fmla="*/ 86 h 169"/>
                    <a:gd name="T4" fmla="*/ 148 w 295"/>
                    <a:gd name="T5" fmla="*/ 0 h 169"/>
                    <a:gd name="T6" fmla="*/ 295 w 295"/>
                    <a:gd name="T7" fmla="*/ 86 h 169"/>
                    <a:gd name="T8" fmla="*/ 148 w 295"/>
                    <a:gd name="T9" fmla="*/ 169 h 1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69">
                      <a:moveTo>
                        <a:pt x="148" y="169"/>
                      </a:moveTo>
                      <a:lnTo>
                        <a:pt x="0" y="86"/>
                      </a:lnTo>
                      <a:lnTo>
                        <a:pt x="148" y="0"/>
                      </a:lnTo>
                      <a:lnTo>
                        <a:pt x="295" y="86"/>
                      </a:lnTo>
                      <a:lnTo>
                        <a:pt x="148" y="169"/>
                      </a:lnTo>
                      <a:close/>
                    </a:path>
                  </a:pathLst>
                </a:custGeom>
                <a:solidFill>
                  <a:srgbClr val="BCB5A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70" name="Freeform: Shape 169" descr="06e36aaa-0d1e-451d-a355-4dd9a22182fd"/>
                <p:cNvSpPr/>
                <p:nvPr/>
              </p:nvSpPr>
              <p:spPr bwMode="auto">
                <a:xfrm>
                  <a:off x="3225" y="2349"/>
                  <a:ext cx="148" cy="242"/>
                </a:xfrm>
                <a:custGeom>
                  <a:avLst/>
                  <a:gdLst>
                    <a:gd name="T0" fmla="*/ 148 w 148"/>
                    <a:gd name="T1" fmla="*/ 242 h 242"/>
                    <a:gd name="T2" fmla="*/ 0 w 148"/>
                    <a:gd name="T3" fmla="*/ 157 h 242"/>
                    <a:gd name="T4" fmla="*/ 0 w 148"/>
                    <a:gd name="T5" fmla="*/ 0 h 242"/>
                    <a:gd name="T6" fmla="*/ 148 w 148"/>
                    <a:gd name="T7" fmla="*/ 83 h 242"/>
                    <a:gd name="T8" fmla="*/ 148 w 148"/>
                    <a:gd name="T9" fmla="*/ 242 h 2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1">
                      <a:moveTo>
                        <a:pt x="148" y="242"/>
                      </a:moveTo>
                      <a:lnTo>
                        <a:pt x="0" y="157"/>
                      </a:lnTo>
                      <a:lnTo>
                        <a:pt x="0" y="0"/>
                      </a:lnTo>
                      <a:lnTo>
                        <a:pt x="148" y="83"/>
                      </a:lnTo>
                      <a:lnTo>
                        <a:pt x="148" y="242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71" name="Freeform: Shape 170" descr="749f2854-a758-4fa3-8a51-19eb10b26fee"/>
                <p:cNvSpPr/>
                <p:nvPr/>
              </p:nvSpPr>
              <p:spPr bwMode="auto">
                <a:xfrm>
                  <a:off x="3373" y="2349"/>
                  <a:ext cx="147" cy="242"/>
                </a:xfrm>
                <a:custGeom>
                  <a:avLst/>
                  <a:gdLst>
                    <a:gd name="T0" fmla="*/ 147 w 147"/>
                    <a:gd name="T1" fmla="*/ 157 h 242"/>
                    <a:gd name="T2" fmla="*/ 0 w 147"/>
                    <a:gd name="T3" fmla="*/ 242 h 242"/>
                    <a:gd name="T4" fmla="*/ 0 w 147"/>
                    <a:gd name="T5" fmla="*/ 83 h 242"/>
                    <a:gd name="T6" fmla="*/ 147 w 147"/>
                    <a:gd name="T7" fmla="*/ 0 h 242"/>
                    <a:gd name="T8" fmla="*/ 147 w 147"/>
                    <a:gd name="T9" fmla="*/ 157 h 2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1">
                      <a:moveTo>
                        <a:pt x="147" y="157"/>
                      </a:moveTo>
                      <a:lnTo>
                        <a:pt x="0" y="242"/>
                      </a:lnTo>
                      <a:lnTo>
                        <a:pt x="0" y="83"/>
                      </a:lnTo>
                      <a:lnTo>
                        <a:pt x="147" y="0"/>
                      </a:lnTo>
                      <a:lnTo>
                        <a:pt x="147" y="157"/>
                      </a:lnTo>
                      <a:close/>
                    </a:path>
                  </a:pathLst>
                </a:custGeom>
                <a:solidFill>
                  <a:srgbClr val="A29D9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72" name="Freeform: Shape 171" descr="f8a6214e-2c8a-44bf-83ef-a5dd6b5693d7"/>
                <p:cNvSpPr/>
                <p:nvPr/>
              </p:nvSpPr>
              <p:spPr bwMode="auto">
                <a:xfrm>
                  <a:off x="3389" y="2358"/>
                  <a:ext cx="295" cy="171"/>
                </a:xfrm>
                <a:custGeom>
                  <a:avLst/>
                  <a:gdLst>
                    <a:gd name="T0" fmla="*/ 148 w 295"/>
                    <a:gd name="T1" fmla="*/ 171 h 171"/>
                    <a:gd name="T2" fmla="*/ 0 w 295"/>
                    <a:gd name="T3" fmla="*/ 86 h 171"/>
                    <a:gd name="T4" fmla="*/ 148 w 295"/>
                    <a:gd name="T5" fmla="*/ 0 h 171"/>
                    <a:gd name="T6" fmla="*/ 295 w 295"/>
                    <a:gd name="T7" fmla="*/ 86 h 171"/>
                    <a:gd name="T8" fmla="*/ 148 w 295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71">
                      <a:moveTo>
                        <a:pt x="148" y="171"/>
                      </a:moveTo>
                      <a:lnTo>
                        <a:pt x="0" y="86"/>
                      </a:lnTo>
                      <a:lnTo>
                        <a:pt x="148" y="0"/>
                      </a:lnTo>
                      <a:lnTo>
                        <a:pt x="295" y="86"/>
                      </a:lnTo>
                      <a:lnTo>
                        <a:pt x="148" y="171"/>
                      </a:lnTo>
                      <a:close/>
                    </a:path>
                  </a:pathLst>
                </a:custGeom>
                <a:solidFill>
                  <a:srgbClr val="BCB5A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73" name="Freeform: Shape 172" descr="d238b5b3-2f7f-49a6-85c7-a0d001896c52"/>
                <p:cNvSpPr/>
                <p:nvPr/>
              </p:nvSpPr>
              <p:spPr bwMode="auto">
                <a:xfrm>
                  <a:off x="3389" y="2444"/>
                  <a:ext cx="148" cy="245"/>
                </a:xfrm>
                <a:custGeom>
                  <a:avLst/>
                  <a:gdLst>
                    <a:gd name="T0" fmla="*/ 148 w 148"/>
                    <a:gd name="T1" fmla="*/ 245 h 245"/>
                    <a:gd name="T2" fmla="*/ 0 w 148"/>
                    <a:gd name="T3" fmla="*/ 159 h 245"/>
                    <a:gd name="T4" fmla="*/ 0 w 148"/>
                    <a:gd name="T5" fmla="*/ 0 h 245"/>
                    <a:gd name="T6" fmla="*/ 148 w 148"/>
                    <a:gd name="T7" fmla="*/ 85 h 245"/>
                    <a:gd name="T8" fmla="*/ 148 w 148"/>
                    <a:gd name="T9" fmla="*/ 245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5">
                      <a:moveTo>
                        <a:pt x="148" y="245"/>
                      </a:moveTo>
                      <a:lnTo>
                        <a:pt x="0" y="159"/>
                      </a:lnTo>
                      <a:lnTo>
                        <a:pt x="0" y="0"/>
                      </a:lnTo>
                      <a:lnTo>
                        <a:pt x="148" y="85"/>
                      </a:lnTo>
                      <a:lnTo>
                        <a:pt x="148" y="245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74" name="Freeform: Shape 173" descr="0437708c-99ce-4c2c-b018-bd71f9d03131"/>
                <p:cNvSpPr/>
                <p:nvPr/>
              </p:nvSpPr>
              <p:spPr bwMode="auto">
                <a:xfrm>
                  <a:off x="3537" y="2444"/>
                  <a:ext cx="147" cy="245"/>
                </a:xfrm>
                <a:custGeom>
                  <a:avLst/>
                  <a:gdLst>
                    <a:gd name="T0" fmla="*/ 147 w 147"/>
                    <a:gd name="T1" fmla="*/ 159 h 245"/>
                    <a:gd name="T2" fmla="*/ 0 w 147"/>
                    <a:gd name="T3" fmla="*/ 245 h 245"/>
                    <a:gd name="T4" fmla="*/ 0 w 147"/>
                    <a:gd name="T5" fmla="*/ 85 h 245"/>
                    <a:gd name="T6" fmla="*/ 147 w 147"/>
                    <a:gd name="T7" fmla="*/ 0 h 245"/>
                    <a:gd name="T8" fmla="*/ 147 w 147"/>
                    <a:gd name="T9" fmla="*/ 159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159"/>
                      </a:moveTo>
                      <a:lnTo>
                        <a:pt x="0" y="245"/>
                      </a:lnTo>
                      <a:lnTo>
                        <a:pt x="0" y="85"/>
                      </a:lnTo>
                      <a:lnTo>
                        <a:pt x="147" y="0"/>
                      </a:lnTo>
                      <a:lnTo>
                        <a:pt x="147" y="159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75" name="Freeform: Shape 174" descr="ecd203b7-9994-436d-810d-a80d78cd5e91"/>
                <p:cNvSpPr/>
                <p:nvPr/>
              </p:nvSpPr>
              <p:spPr bwMode="auto">
                <a:xfrm>
                  <a:off x="3556" y="2453"/>
                  <a:ext cx="295" cy="172"/>
                </a:xfrm>
                <a:custGeom>
                  <a:avLst/>
                  <a:gdLst>
                    <a:gd name="T0" fmla="*/ 147 w 295"/>
                    <a:gd name="T1" fmla="*/ 172 h 172"/>
                    <a:gd name="T2" fmla="*/ 0 w 295"/>
                    <a:gd name="T3" fmla="*/ 86 h 172"/>
                    <a:gd name="T4" fmla="*/ 147 w 295"/>
                    <a:gd name="T5" fmla="*/ 0 h 172"/>
                    <a:gd name="T6" fmla="*/ 295 w 295"/>
                    <a:gd name="T7" fmla="*/ 86 h 172"/>
                    <a:gd name="T8" fmla="*/ 147 w 295"/>
                    <a:gd name="T9" fmla="*/ 172 h 17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72">
                      <a:moveTo>
                        <a:pt x="147" y="172"/>
                      </a:moveTo>
                      <a:lnTo>
                        <a:pt x="0" y="86"/>
                      </a:lnTo>
                      <a:lnTo>
                        <a:pt x="147" y="0"/>
                      </a:lnTo>
                      <a:lnTo>
                        <a:pt x="295" y="86"/>
                      </a:lnTo>
                      <a:lnTo>
                        <a:pt x="147" y="172"/>
                      </a:lnTo>
                      <a:close/>
                    </a:path>
                  </a:pathLst>
                </a:custGeom>
                <a:solidFill>
                  <a:srgbClr val="BCB5A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76" name="Freeform: Shape 175" descr="b67ae91a-4d1e-44b9-b439-a4631ba19773"/>
                <p:cNvSpPr/>
                <p:nvPr/>
              </p:nvSpPr>
              <p:spPr bwMode="auto">
                <a:xfrm>
                  <a:off x="3556" y="2539"/>
                  <a:ext cx="147" cy="245"/>
                </a:xfrm>
                <a:custGeom>
                  <a:avLst/>
                  <a:gdLst>
                    <a:gd name="T0" fmla="*/ 147 w 147"/>
                    <a:gd name="T1" fmla="*/ 245 h 245"/>
                    <a:gd name="T2" fmla="*/ 0 w 147"/>
                    <a:gd name="T3" fmla="*/ 159 h 245"/>
                    <a:gd name="T4" fmla="*/ 0 w 147"/>
                    <a:gd name="T5" fmla="*/ 0 h 245"/>
                    <a:gd name="T6" fmla="*/ 147 w 147"/>
                    <a:gd name="T7" fmla="*/ 86 h 245"/>
                    <a:gd name="T8" fmla="*/ 147 w 147"/>
                    <a:gd name="T9" fmla="*/ 245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245"/>
                      </a:moveTo>
                      <a:lnTo>
                        <a:pt x="0" y="159"/>
                      </a:lnTo>
                      <a:lnTo>
                        <a:pt x="0" y="0"/>
                      </a:lnTo>
                      <a:lnTo>
                        <a:pt x="147" y="86"/>
                      </a:lnTo>
                      <a:lnTo>
                        <a:pt x="147" y="245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77" name="Freeform: Shape 176" descr="fb032e26-03d5-4f2e-abb5-af4ac77e74e8"/>
                <p:cNvSpPr/>
                <p:nvPr/>
              </p:nvSpPr>
              <p:spPr bwMode="auto">
                <a:xfrm>
                  <a:off x="3703" y="2539"/>
                  <a:ext cx="148" cy="245"/>
                </a:xfrm>
                <a:custGeom>
                  <a:avLst/>
                  <a:gdLst>
                    <a:gd name="T0" fmla="*/ 148 w 148"/>
                    <a:gd name="T1" fmla="*/ 159 h 245"/>
                    <a:gd name="T2" fmla="*/ 0 w 148"/>
                    <a:gd name="T3" fmla="*/ 245 h 245"/>
                    <a:gd name="T4" fmla="*/ 0 w 148"/>
                    <a:gd name="T5" fmla="*/ 86 h 245"/>
                    <a:gd name="T6" fmla="*/ 148 w 148"/>
                    <a:gd name="T7" fmla="*/ 0 h 245"/>
                    <a:gd name="T8" fmla="*/ 148 w 148"/>
                    <a:gd name="T9" fmla="*/ 159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5">
                      <a:moveTo>
                        <a:pt x="148" y="159"/>
                      </a:moveTo>
                      <a:lnTo>
                        <a:pt x="0" y="245"/>
                      </a:lnTo>
                      <a:lnTo>
                        <a:pt x="0" y="86"/>
                      </a:lnTo>
                      <a:lnTo>
                        <a:pt x="148" y="0"/>
                      </a:lnTo>
                      <a:lnTo>
                        <a:pt x="148" y="159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78" name="Freeform: Shape 177" descr="739f334a-1ff1-48bc-b075-00a3cfaaf97f"/>
                <p:cNvSpPr/>
                <p:nvPr/>
              </p:nvSpPr>
              <p:spPr bwMode="auto">
                <a:xfrm>
                  <a:off x="3722" y="2670"/>
                  <a:ext cx="295" cy="168"/>
                </a:xfrm>
                <a:custGeom>
                  <a:avLst/>
                  <a:gdLst>
                    <a:gd name="T0" fmla="*/ 148 w 295"/>
                    <a:gd name="T1" fmla="*/ 168 h 168"/>
                    <a:gd name="T2" fmla="*/ 0 w 295"/>
                    <a:gd name="T3" fmla="*/ 83 h 168"/>
                    <a:gd name="T4" fmla="*/ 148 w 295"/>
                    <a:gd name="T5" fmla="*/ 0 h 168"/>
                    <a:gd name="T6" fmla="*/ 295 w 295"/>
                    <a:gd name="T7" fmla="*/ 83 h 168"/>
                    <a:gd name="T8" fmla="*/ 148 w 295"/>
                    <a:gd name="T9" fmla="*/ 168 h 1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68">
                      <a:moveTo>
                        <a:pt x="148" y="168"/>
                      </a:moveTo>
                      <a:lnTo>
                        <a:pt x="0" y="83"/>
                      </a:lnTo>
                      <a:lnTo>
                        <a:pt x="148" y="0"/>
                      </a:lnTo>
                      <a:lnTo>
                        <a:pt x="295" y="83"/>
                      </a:lnTo>
                      <a:lnTo>
                        <a:pt x="148" y="168"/>
                      </a:lnTo>
                      <a:close/>
                    </a:path>
                  </a:pathLst>
                </a:custGeom>
                <a:solidFill>
                  <a:srgbClr val="2D83EE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79" name="Freeform: Shape 178" descr="c9ee7926-3caa-4ccc-aabd-02afe9b81b23"/>
                <p:cNvSpPr/>
                <p:nvPr/>
              </p:nvSpPr>
              <p:spPr bwMode="auto">
                <a:xfrm>
                  <a:off x="3722" y="2753"/>
                  <a:ext cx="148" cy="245"/>
                </a:xfrm>
                <a:custGeom>
                  <a:avLst/>
                  <a:gdLst>
                    <a:gd name="T0" fmla="*/ 148 w 148"/>
                    <a:gd name="T1" fmla="*/ 245 h 245"/>
                    <a:gd name="T2" fmla="*/ 0 w 148"/>
                    <a:gd name="T3" fmla="*/ 159 h 245"/>
                    <a:gd name="T4" fmla="*/ 0 w 148"/>
                    <a:gd name="T5" fmla="*/ 0 h 245"/>
                    <a:gd name="T6" fmla="*/ 148 w 148"/>
                    <a:gd name="T7" fmla="*/ 85 h 245"/>
                    <a:gd name="T8" fmla="*/ 148 w 148"/>
                    <a:gd name="T9" fmla="*/ 245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5">
                      <a:moveTo>
                        <a:pt x="148" y="245"/>
                      </a:moveTo>
                      <a:lnTo>
                        <a:pt x="0" y="159"/>
                      </a:lnTo>
                      <a:lnTo>
                        <a:pt x="0" y="0"/>
                      </a:lnTo>
                      <a:lnTo>
                        <a:pt x="148" y="85"/>
                      </a:lnTo>
                      <a:lnTo>
                        <a:pt x="148" y="245"/>
                      </a:lnTo>
                      <a:close/>
                    </a:path>
                  </a:pathLst>
                </a:custGeom>
                <a:solidFill>
                  <a:srgbClr val="0647A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80" name="Freeform: Shape 179" descr="db632d61-0f72-4c6d-97d7-09c15e6b05f5"/>
                <p:cNvSpPr/>
                <p:nvPr/>
              </p:nvSpPr>
              <p:spPr bwMode="auto">
                <a:xfrm>
                  <a:off x="3870" y="2753"/>
                  <a:ext cx="147" cy="245"/>
                </a:xfrm>
                <a:custGeom>
                  <a:avLst/>
                  <a:gdLst>
                    <a:gd name="T0" fmla="*/ 147 w 147"/>
                    <a:gd name="T1" fmla="*/ 159 h 245"/>
                    <a:gd name="T2" fmla="*/ 0 w 147"/>
                    <a:gd name="T3" fmla="*/ 245 h 245"/>
                    <a:gd name="T4" fmla="*/ 0 w 147"/>
                    <a:gd name="T5" fmla="*/ 85 h 245"/>
                    <a:gd name="T6" fmla="*/ 147 w 147"/>
                    <a:gd name="T7" fmla="*/ 0 h 245"/>
                    <a:gd name="T8" fmla="*/ 147 w 147"/>
                    <a:gd name="T9" fmla="*/ 159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159"/>
                      </a:moveTo>
                      <a:lnTo>
                        <a:pt x="0" y="245"/>
                      </a:lnTo>
                      <a:lnTo>
                        <a:pt x="0" y="85"/>
                      </a:lnTo>
                      <a:lnTo>
                        <a:pt x="147" y="0"/>
                      </a:lnTo>
                      <a:lnTo>
                        <a:pt x="147" y="159"/>
                      </a:lnTo>
                      <a:close/>
                    </a:path>
                  </a:pathLst>
                </a:custGeom>
                <a:solidFill>
                  <a:srgbClr val="1C64D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81" name="Freeform: Shape 180" descr="9f438927-2069-4e9f-be84-f25e5c563537"/>
                <p:cNvSpPr/>
                <p:nvPr/>
              </p:nvSpPr>
              <p:spPr bwMode="auto">
                <a:xfrm>
                  <a:off x="3725" y="1793"/>
                  <a:ext cx="294" cy="171"/>
                </a:xfrm>
                <a:custGeom>
                  <a:avLst/>
                  <a:gdLst>
                    <a:gd name="T0" fmla="*/ 147 w 294"/>
                    <a:gd name="T1" fmla="*/ 171 h 171"/>
                    <a:gd name="T2" fmla="*/ 0 w 294"/>
                    <a:gd name="T3" fmla="*/ 85 h 171"/>
                    <a:gd name="T4" fmla="*/ 147 w 294"/>
                    <a:gd name="T5" fmla="*/ 0 h 171"/>
                    <a:gd name="T6" fmla="*/ 294 w 294"/>
                    <a:gd name="T7" fmla="*/ 85 h 171"/>
                    <a:gd name="T8" fmla="*/ 147 w 294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4" h="171">
                      <a:moveTo>
                        <a:pt x="147" y="171"/>
                      </a:moveTo>
                      <a:lnTo>
                        <a:pt x="0" y="85"/>
                      </a:lnTo>
                      <a:lnTo>
                        <a:pt x="147" y="0"/>
                      </a:lnTo>
                      <a:lnTo>
                        <a:pt x="294" y="85"/>
                      </a:lnTo>
                      <a:lnTo>
                        <a:pt x="147" y="17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82" name="Freeform: Shape 181" descr="6b73baff-126d-47ee-a236-c36545f4c856"/>
                <p:cNvSpPr/>
                <p:nvPr/>
              </p:nvSpPr>
              <p:spPr bwMode="auto">
                <a:xfrm>
                  <a:off x="3725" y="1878"/>
                  <a:ext cx="147" cy="245"/>
                </a:xfrm>
                <a:custGeom>
                  <a:avLst/>
                  <a:gdLst>
                    <a:gd name="T0" fmla="*/ 147 w 147"/>
                    <a:gd name="T1" fmla="*/ 245 h 245"/>
                    <a:gd name="T2" fmla="*/ 0 w 147"/>
                    <a:gd name="T3" fmla="*/ 160 h 245"/>
                    <a:gd name="T4" fmla="*/ 0 w 147"/>
                    <a:gd name="T5" fmla="*/ 0 h 245"/>
                    <a:gd name="T6" fmla="*/ 147 w 147"/>
                    <a:gd name="T7" fmla="*/ 86 h 245"/>
                    <a:gd name="T8" fmla="*/ 147 w 147"/>
                    <a:gd name="T9" fmla="*/ 245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245"/>
                      </a:moveTo>
                      <a:lnTo>
                        <a:pt x="0" y="160"/>
                      </a:lnTo>
                      <a:lnTo>
                        <a:pt x="0" y="0"/>
                      </a:lnTo>
                      <a:lnTo>
                        <a:pt x="147" y="86"/>
                      </a:lnTo>
                      <a:lnTo>
                        <a:pt x="147" y="245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83" name="Freeform: Shape 182" descr="7f57b583-96d8-4cb2-803e-a8a1619dce8e"/>
                <p:cNvSpPr/>
                <p:nvPr/>
              </p:nvSpPr>
              <p:spPr bwMode="auto">
                <a:xfrm>
                  <a:off x="3872" y="1878"/>
                  <a:ext cx="147" cy="245"/>
                </a:xfrm>
                <a:custGeom>
                  <a:avLst/>
                  <a:gdLst>
                    <a:gd name="T0" fmla="*/ 147 w 147"/>
                    <a:gd name="T1" fmla="*/ 160 h 245"/>
                    <a:gd name="T2" fmla="*/ 0 w 147"/>
                    <a:gd name="T3" fmla="*/ 245 h 245"/>
                    <a:gd name="T4" fmla="*/ 0 w 147"/>
                    <a:gd name="T5" fmla="*/ 86 h 245"/>
                    <a:gd name="T6" fmla="*/ 147 w 147"/>
                    <a:gd name="T7" fmla="*/ 0 h 245"/>
                    <a:gd name="T8" fmla="*/ 147 w 147"/>
                    <a:gd name="T9" fmla="*/ 160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160"/>
                      </a:moveTo>
                      <a:lnTo>
                        <a:pt x="0" y="245"/>
                      </a:lnTo>
                      <a:lnTo>
                        <a:pt x="0" y="86"/>
                      </a:lnTo>
                      <a:lnTo>
                        <a:pt x="147" y="0"/>
                      </a:lnTo>
                      <a:lnTo>
                        <a:pt x="147" y="160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84" name="Freeform: Shape 183" descr="eedc03ec-81a2-4d37-833c-7f7d61dc40c6"/>
                <p:cNvSpPr/>
                <p:nvPr/>
              </p:nvSpPr>
              <p:spPr bwMode="auto">
                <a:xfrm>
                  <a:off x="3889" y="1890"/>
                  <a:ext cx="297" cy="169"/>
                </a:xfrm>
                <a:custGeom>
                  <a:avLst/>
                  <a:gdLst>
                    <a:gd name="T0" fmla="*/ 147 w 297"/>
                    <a:gd name="T1" fmla="*/ 169 h 169"/>
                    <a:gd name="T2" fmla="*/ 0 w 297"/>
                    <a:gd name="T3" fmla="*/ 86 h 169"/>
                    <a:gd name="T4" fmla="*/ 147 w 297"/>
                    <a:gd name="T5" fmla="*/ 0 h 169"/>
                    <a:gd name="T6" fmla="*/ 297 w 297"/>
                    <a:gd name="T7" fmla="*/ 86 h 169"/>
                    <a:gd name="T8" fmla="*/ 147 w 297"/>
                    <a:gd name="T9" fmla="*/ 169 h 1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7" h="169">
                      <a:moveTo>
                        <a:pt x="147" y="169"/>
                      </a:moveTo>
                      <a:lnTo>
                        <a:pt x="0" y="86"/>
                      </a:lnTo>
                      <a:lnTo>
                        <a:pt x="147" y="0"/>
                      </a:lnTo>
                      <a:lnTo>
                        <a:pt x="297" y="86"/>
                      </a:lnTo>
                      <a:lnTo>
                        <a:pt x="147" y="169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85" name="Freeform: Shape 184" descr="b8e00a33-4db9-4ead-90d7-9f9992f2fea6"/>
                <p:cNvSpPr/>
                <p:nvPr/>
              </p:nvSpPr>
              <p:spPr bwMode="auto">
                <a:xfrm>
                  <a:off x="3889" y="1976"/>
                  <a:ext cx="147" cy="242"/>
                </a:xfrm>
                <a:custGeom>
                  <a:avLst/>
                  <a:gdLst>
                    <a:gd name="T0" fmla="*/ 147 w 147"/>
                    <a:gd name="T1" fmla="*/ 242 h 242"/>
                    <a:gd name="T2" fmla="*/ 0 w 147"/>
                    <a:gd name="T3" fmla="*/ 157 h 242"/>
                    <a:gd name="T4" fmla="*/ 0 w 147"/>
                    <a:gd name="T5" fmla="*/ 0 h 242"/>
                    <a:gd name="T6" fmla="*/ 147 w 147"/>
                    <a:gd name="T7" fmla="*/ 83 h 242"/>
                    <a:gd name="T8" fmla="*/ 147 w 147"/>
                    <a:gd name="T9" fmla="*/ 242 h 2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1">
                      <a:moveTo>
                        <a:pt x="147" y="242"/>
                      </a:moveTo>
                      <a:lnTo>
                        <a:pt x="0" y="157"/>
                      </a:lnTo>
                      <a:lnTo>
                        <a:pt x="0" y="0"/>
                      </a:lnTo>
                      <a:lnTo>
                        <a:pt x="147" y="83"/>
                      </a:lnTo>
                      <a:lnTo>
                        <a:pt x="147" y="242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86" name="Freeform: Shape 185" descr="6a384f10-c169-4de7-b1b1-581efb9ea16c"/>
                <p:cNvSpPr/>
                <p:nvPr/>
              </p:nvSpPr>
              <p:spPr bwMode="auto">
                <a:xfrm>
                  <a:off x="4036" y="1976"/>
                  <a:ext cx="150" cy="242"/>
                </a:xfrm>
                <a:custGeom>
                  <a:avLst/>
                  <a:gdLst>
                    <a:gd name="T0" fmla="*/ 150 w 150"/>
                    <a:gd name="T1" fmla="*/ 157 h 242"/>
                    <a:gd name="T2" fmla="*/ 0 w 150"/>
                    <a:gd name="T3" fmla="*/ 242 h 242"/>
                    <a:gd name="T4" fmla="*/ 0 w 150"/>
                    <a:gd name="T5" fmla="*/ 83 h 242"/>
                    <a:gd name="T6" fmla="*/ 150 w 150"/>
                    <a:gd name="T7" fmla="*/ 0 h 242"/>
                    <a:gd name="T8" fmla="*/ 150 w 150"/>
                    <a:gd name="T9" fmla="*/ 157 h 2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50" h="241">
                      <a:moveTo>
                        <a:pt x="150" y="157"/>
                      </a:moveTo>
                      <a:lnTo>
                        <a:pt x="0" y="242"/>
                      </a:lnTo>
                      <a:lnTo>
                        <a:pt x="0" y="83"/>
                      </a:lnTo>
                      <a:lnTo>
                        <a:pt x="150" y="0"/>
                      </a:lnTo>
                      <a:lnTo>
                        <a:pt x="150" y="157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87" name="Freeform: Shape 186" descr="3cafa599-94e5-44a2-918d-5220b2bf814e"/>
                <p:cNvSpPr/>
                <p:nvPr/>
              </p:nvSpPr>
              <p:spPr bwMode="auto">
                <a:xfrm>
                  <a:off x="4055" y="1985"/>
                  <a:ext cx="295" cy="171"/>
                </a:xfrm>
                <a:custGeom>
                  <a:avLst/>
                  <a:gdLst>
                    <a:gd name="T0" fmla="*/ 148 w 295"/>
                    <a:gd name="T1" fmla="*/ 171 h 171"/>
                    <a:gd name="T2" fmla="*/ 0 w 295"/>
                    <a:gd name="T3" fmla="*/ 86 h 171"/>
                    <a:gd name="T4" fmla="*/ 148 w 295"/>
                    <a:gd name="T5" fmla="*/ 0 h 171"/>
                    <a:gd name="T6" fmla="*/ 295 w 295"/>
                    <a:gd name="T7" fmla="*/ 86 h 171"/>
                    <a:gd name="T8" fmla="*/ 148 w 295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71">
                      <a:moveTo>
                        <a:pt x="148" y="171"/>
                      </a:moveTo>
                      <a:lnTo>
                        <a:pt x="0" y="86"/>
                      </a:lnTo>
                      <a:lnTo>
                        <a:pt x="148" y="0"/>
                      </a:lnTo>
                      <a:lnTo>
                        <a:pt x="295" y="86"/>
                      </a:lnTo>
                      <a:lnTo>
                        <a:pt x="148" y="171"/>
                      </a:lnTo>
                      <a:close/>
                    </a:path>
                  </a:pathLst>
                </a:custGeom>
                <a:solidFill>
                  <a:srgbClr val="BCB5A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88" name="Freeform: Shape 187" descr="9f1a2e8b-ec0d-4c1c-ac04-cab9299cb877"/>
                <p:cNvSpPr/>
                <p:nvPr/>
              </p:nvSpPr>
              <p:spPr bwMode="auto">
                <a:xfrm>
                  <a:off x="4055" y="2071"/>
                  <a:ext cx="148" cy="245"/>
                </a:xfrm>
                <a:custGeom>
                  <a:avLst/>
                  <a:gdLst>
                    <a:gd name="T0" fmla="*/ 148 w 148"/>
                    <a:gd name="T1" fmla="*/ 245 h 245"/>
                    <a:gd name="T2" fmla="*/ 0 w 148"/>
                    <a:gd name="T3" fmla="*/ 159 h 245"/>
                    <a:gd name="T4" fmla="*/ 0 w 148"/>
                    <a:gd name="T5" fmla="*/ 0 h 245"/>
                    <a:gd name="T6" fmla="*/ 148 w 148"/>
                    <a:gd name="T7" fmla="*/ 85 h 245"/>
                    <a:gd name="T8" fmla="*/ 148 w 148"/>
                    <a:gd name="T9" fmla="*/ 245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5">
                      <a:moveTo>
                        <a:pt x="148" y="245"/>
                      </a:moveTo>
                      <a:lnTo>
                        <a:pt x="0" y="159"/>
                      </a:lnTo>
                      <a:lnTo>
                        <a:pt x="0" y="0"/>
                      </a:lnTo>
                      <a:lnTo>
                        <a:pt x="148" y="85"/>
                      </a:lnTo>
                      <a:lnTo>
                        <a:pt x="148" y="245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89" name="Freeform: Shape 188" descr="d38c34f3-c668-4155-998c-e14f74f95018"/>
                <p:cNvSpPr/>
                <p:nvPr/>
              </p:nvSpPr>
              <p:spPr bwMode="auto">
                <a:xfrm>
                  <a:off x="4203" y="2071"/>
                  <a:ext cx="147" cy="245"/>
                </a:xfrm>
                <a:custGeom>
                  <a:avLst/>
                  <a:gdLst>
                    <a:gd name="T0" fmla="*/ 147 w 147"/>
                    <a:gd name="T1" fmla="*/ 159 h 245"/>
                    <a:gd name="T2" fmla="*/ 0 w 147"/>
                    <a:gd name="T3" fmla="*/ 245 h 245"/>
                    <a:gd name="T4" fmla="*/ 0 w 147"/>
                    <a:gd name="T5" fmla="*/ 85 h 245"/>
                    <a:gd name="T6" fmla="*/ 147 w 147"/>
                    <a:gd name="T7" fmla="*/ 0 h 245"/>
                    <a:gd name="T8" fmla="*/ 147 w 147"/>
                    <a:gd name="T9" fmla="*/ 159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159"/>
                      </a:moveTo>
                      <a:lnTo>
                        <a:pt x="0" y="245"/>
                      </a:lnTo>
                      <a:lnTo>
                        <a:pt x="0" y="85"/>
                      </a:lnTo>
                      <a:lnTo>
                        <a:pt x="147" y="0"/>
                      </a:lnTo>
                      <a:lnTo>
                        <a:pt x="147" y="159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90" name="Freeform: Shape 189" descr="4e99506c-0834-4eff-97ac-10f98e3c5287"/>
                <p:cNvSpPr/>
                <p:nvPr/>
              </p:nvSpPr>
              <p:spPr bwMode="auto">
                <a:xfrm>
                  <a:off x="4222" y="2080"/>
                  <a:ext cx="294" cy="171"/>
                </a:xfrm>
                <a:custGeom>
                  <a:avLst/>
                  <a:gdLst>
                    <a:gd name="T0" fmla="*/ 147 w 294"/>
                    <a:gd name="T1" fmla="*/ 171 h 171"/>
                    <a:gd name="T2" fmla="*/ 0 w 294"/>
                    <a:gd name="T3" fmla="*/ 86 h 171"/>
                    <a:gd name="T4" fmla="*/ 147 w 294"/>
                    <a:gd name="T5" fmla="*/ 0 h 171"/>
                    <a:gd name="T6" fmla="*/ 294 w 294"/>
                    <a:gd name="T7" fmla="*/ 86 h 171"/>
                    <a:gd name="T8" fmla="*/ 147 w 294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4" h="171">
                      <a:moveTo>
                        <a:pt x="147" y="171"/>
                      </a:moveTo>
                      <a:lnTo>
                        <a:pt x="0" y="86"/>
                      </a:lnTo>
                      <a:lnTo>
                        <a:pt x="147" y="0"/>
                      </a:lnTo>
                      <a:lnTo>
                        <a:pt x="294" y="86"/>
                      </a:lnTo>
                      <a:lnTo>
                        <a:pt x="147" y="17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91" name="Freeform: Shape 190" descr="147c348e-6c4c-4fbc-804b-2b25672147db"/>
                <p:cNvSpPr/>
                <p:nvPr/>
              </p:nvSpPr>
              <p:spPr bwMode="auto">
                <a:xfrm>
                  <a:off x="4222" y="2166"/>
                  <a:ext cx="147" cy="245"/>
                </a:xfrm>
                <a:custGeom>
                  <a:avLst/>
                  <a:gdLst>
                    <a:gd name="T0" fmla="*/ 147 w 147"/>
                    <a:gd name="T1" fmla="*/ 245 h 245"/>
                    <a:gd name="T2" fmla="*/ 0 w 147"/>
                    <a:gd name="T3" fmla="*/ 159 h 245"/>
                    <a:gd name="T4" fmla="*/ 0 w 147"/>
                    <a:gd name="T5" fmla="*/ 0 h 245"/>
                    <a:gd name="T6" fmla="*/ 147 w 147"/>
                    <a:gd name="T7" fmla="*/ 85 h 245"/>
                    <a:gd name="T8" fmla="*/ 147 w 147"/>
                    <a:gd name="T9" fmla="*/ 245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245"/>
                      </a:moveTo>
                      <a:lnTo>
                        <a:pt x="0" y="159"/>
                      </a:lnTo>
                      <a:lnTo>
                        <a:pt x="0" y="0"/>
                      </a:lnTo>
                      <a:lnTo>
                        <a:pt x="147" y="85"/>
                      </a:lnTo>
                      <a:lnTo>
                        <a:pt x="147" y="245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92" name="Freeform: Shape 191" descr="74b77152-e638-4f75-92d3-a75f14c6f8a9"/>
                <p:cNvSpPr/>
                <p:nvPr/>
              </p:nvSpPr>
              <p:spPr bwMode="auto">
                <a:xfrm>
                  <a:off x="4369" y="2166"/>
                  <a:ext cx="147" cy="245"/>
                </a:xfrm>
                <a:custGeom>
                  <a:avLst/>
                  <a:gdLst>
                    <a:gd name="T0" fmla="*/ 147 w 147"/>
                    <a:gd name="T1" fmla="*/ 159 h 245"/>
                    <a:gd name="T2" fmla="*/ 0 w 147"/>
                    <a:gd name="T3" fmla="*/ 245 h 245"/>
                    <a:gd name="T4" fmla="*/ 0 w 147"/>
                    <a:gd name="T5" fmla="*/ 85 h 245"/>
                    <a:gd name="T6" fmla="*/ 147 w 147"/>
                    <a:gd name="T7" fmla="*/ 0 h 245"/>
                    <a:gd name="T8" fmla="*/ 147 w 147"/>
                    <a:gd name="T9" fmla="*/ 159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159"/>
                      </a:moveTo>
                      <a:lnTo>
                        <a:pt x="0" y="245"/>
                      </a:lnTo>
                      <a:lnTo>
                        <a:pt x="0" y="85"/>
                      </a:lnTo>
                      <a:lnTo>
                        <a:pt x="147" y="0"/>
                      </a:lnTo>
                      <a:lnTo>
                        <a:pt x="147" y="159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93" name="Freeform: Shape 192" descr="78d3186c-1d7c-40f6-bd9d-89730683c43d"/>
                <p:cNvSpPr/>
                <p:nvPr/>
              </p:nvSpPr>
              <p:spPr bwMode="auto">
                <a:xfrm>
                  <a:off x="3558" y="1890"/>
                  <a:ext cx="295" cy="171"/>
                </a:xfrm>
                <a:custGeom>
                  <a:avLst/>
                  <a:gdLst>
                    <a:gd name="T0" fmla="*/ 148 w 295"/>
                    <a:gd name="T1" fmla="*/ 171 h 171"/>
                    <a:gd name="T2" fmla="*/ 0 w 295"/>
                    <a:gd name="T3" fmla="*/ 86 h 171"/>
                    <a:gd name="T4" fmla="*/ 148 w 295"/>
                    <a:gd name="T5" fmla="*/ 0 h 171"/>
                    <a:gd name="T6" fmla="*/ 295 w 295"/>
                    <a:gd name="T7" fmla="*/ 86 h 171"/>
                    <a:gd name="T8" fmla="*/ 148 w 295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71">
                      <a:moveTo>
                        <a:pt x="148" y="171"/>
                      </a:moveTo>
                      <a:lnTo>
                        <a:pt x="0" y="86"/>
                      </a:lnTo>
                      <a:lnTo>
                        <a:pt x="148" y="0"/>
                      </a:lnTo>
                      <a:lnTo>
                        <a:pt x="295" y="86"/>
                      </a:lnTo>
                      <a:lnTo>
                        <a:pt x="148" y="17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94" name="Freeform: Shape 193" descr="1875fd86-ef81-469a-adb6-829693af7d9e"/>
                <p:cNvSpPr/>
                <p:nvPr/>
              </p:nvSpPr>
              <p:spPr bwMode="auto">
                <a:xfrm>
                  <a:off x="3558" y="1976"/>
                  <a:ext cx="148" cy="242"/>
                </a:xfrm>
                <a:custGeom>
                  <a:avLst/>
                  <a:gdLst>
                    <a:gd name="T0" fmla="*/ 148 w 148"/>
                    <a:gd name="T1" fmla="*/ 242 h 242"/>
                    <a:gd name="T2" fmla="*/ 0 w 148"/>
                    <a:gd name="T3" fmla="*/ 159 h 242"/>
                    <a:gd name="T4" fmla="*/ 0 w 148"/>
                    <a:gd name="T5" fmla="*/ 0 h 242"/>
                    <a:gd name="T6" fmla="*/ 148 w 148"/>
                    <a:gd name="T7" fmla="*/ 85 h 242"/>
                    <a:gd name="T8" fmla="*/ 148 w 148"/>
                    <a:gd name="T9" fmla="*/ 242 h 2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1">
                      <a:moveTo>
                        <a:pt x="148" y="242"/>
                      </a:moveTo>
                      <a:lnTo>
                        <a:pt x="0" y="159"/>
                      </a:lnTo>
                      <a:lnTo>
                        <a:pt x="0" y="0"/>
                      </a:lnTo>
                      <a:lnTo>
                        <a:pt x="148" y="85"/>
                      </a:lnTo>
                      <a:lnTo>
                        <a:pt x="148" y="242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95" name="Freeform: Shape 194" descr="7837ad27-bf2a-4f86-b679-01a28ecd29f1"/>
                <p:cNvSpPr/>
                <p:nvPr/>
              </p:nvSpPr>
              <p:spPr bwMode="auto">
                <a:xfrm>
                  <a:off x="3706" y="1976"/>
                  <a:ext cx="147" cy="242"/>
                </a:xfrm>
                <a:custGeom>
                  <a:avLst/>
                  <a:gdLst>
                    <a:gd name="T0" fmla="*/ 147 w 147"/>
                    <a:gd name="T1" fmla="*/ 159 h 242"/>
                    <a:gd name="T2" fmla="*/ 0 w 147"/>
                    <a:gd name="T3" fmla="*/ 242 h 242"/>
                    <a:gd name="T4" fmla="*/ 0 w 147"/>
                    <a:gd name="T5" fmla="*/ 85 h 242"/>
                    <a:gd name="T6" fmla="*/ 147 w 147"/>
                    <a:gd name="T7" fmla="*/ 0 h 242"/>
                    <a:gd name="T8" fmla="*/ 147 w 147"/>
                    <a:gd name="T9" fmla="*/ 159 h 2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1">
                      <a:moveTo>
                        <a:pt x="147" y="159"/>
                      </a:moveTo>
                      <a:lnTo>
                        <a:pt x="0" y="242"/>
                      </a:lnTo>
                      <a:lnTo>
                        <a:pt x="0" y="85"/>
                      </a:lnTo>
                      <a:lnTo>
                        <a:pt x="147" y="0"/>
                      </a:lnTo>
                      <a:lnTo>
                        <a:pt x="147" y="159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96" name="Freeform: Shape 195" descr="2744a121-55be-4672-ba9e-2cc09f60ab7a"/>
                <p:cNvSpPr/>
                <p:nvPr/>
              </p:nvSpPr>
              <p:spPr bwMode="auto">
                <a:xfrm>
                  <a:off x="3722" y="1985"/>
                  <a:ext cx="295" cy="171"/>
                </a:xfrm>
                <a:custGeom>
                  <a:avLst/>
                  <a:gdLst>
                    <a:gd name="T0" fmla="*/ 148 w 295"/>
                    <a:gd name="T1" fmla="*/ 171 h 171"/>
                    <a:gd name="T2" fmla="*/ 0 w 295"/>
                    <a:gd name="T3" fmla="*/ 86 h 171"/>
                    <a:gd name="T4" fmla="*/ 148 w 295"/>
                    <a:gd name="T5" fmla="*/ 0 h 171"/>
                    <a:gd name="T6" fmla="*/ 295 w 295"/>
                    <a:gd name="T7" fmla="*/ 86 h 171"/>
                    <a:gd name="T8" fmla="*/ 148 w 295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71">
                      <a:moveTo>
                        <a:pt x="148" y="171"/>
                      </a:moveTo>
                      <a:lnTo>
                        <a:pt x="0" y="86"/>
                      </a:lnTo>
                      <a:lnTo>
                        <a:pt x="148" y="0"/>
                      </a:lnTo>
                      <a:lnTo>
                        <a:pt x="295" y="86"/>
                      </a:lnTo>
                      <a:lnTo>
                        <a:pt x="148" y="17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97" name="Freeform: Shape 196" descr="c7683f94-2dfb-44ab-99a5-155928f84447"/>
                <p:cNvSpPr/>
                <p:nvPr/>
              </p:nvSpPr>
              <p:spPr bwMode="auto">
                <a:xfrm>
                  <a:off x="3722" y="2071"/>
                  <a:ext cx="148" cy="245"/>
                </a:xfrm>
                <a:custGeom>
                  <a:avLst/>
                  <a:gdLst>
                    <a:gd name="T0" fmla="*/ 148 w 148"/>
                    <a:gd name="T1" fmla="*/ 245 h 245"/>
                    <a:gd name="T2" fmla="*/ 0 w 148"/>
                    <a:gd name="T3" fmla="*/ 159 h 245"/>
                    <a:gd name="T4" fmla="*/ 0 w 148"/>
                    <a:gd name="T5" fmla="*/ 0 h 245"/>
                    <a:gd name="T6" fmla="*/ 148 w 148"/>
                    <a:gd name="T7" fmla="*/ 85 h 245"/>
                    <a:gd name="T8" fmla="*/ 148 w 148"/>
                    <a:gd name="T9" fmla="*/ 245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5">
                      <a:moveTo>
                        <a:pt x="148" y="245"/>
                      </a:moveTo>
                      <a:lnTo>
                        <a:pt x="0" y="159"/>
                      </a:lnTo>
                      <a:lnTo>
                        <a:pt x="0" y="0"/>
                      </a:lnTo>
                      <a:lnTo>
                        <a:pt x="148" y="85"/>
                      </a:lnTo>
                      <a:lnTo>
                        <a:pt x="148" y="245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98" name="Freeform: Shape 197" descr="3261b865-e9c5-49be-9c96-e4f3437ba6b7"/>
                <p:cNvSpPr/>
                <p:nvPr/>
              </p:nvSpPr>
              <p:spPr bwMode="auto">
                <a:xfrm>
                  <a:off x="3870" y="2071"/>
                  <a:ext cx="147" cy="245"/>
                </a:xfrm>
                <a:custGeom>
                  <a:avLst/>
                  <a:gdLst>
                    <a:gd name="T0" fmla="*/ 147 w 147"/>
                    <a:gd name="T1" fmla="*/ 159 h 245"/>
                    <a:gd name="T2" fmla="*/ 0 w 147"/>
                    <a:gd name="T3" fmla="*/ 245 h 245"/>
                    <a:gd name="T4" fmla="*/ 0 w 147"/>
                    <a:gd name="T5" fmla="*/ 85 h 245"/>
                    <a:gd name="T6" fmla="*/ 147 w 147"/>
                    <a:gd name="T7" fmla="*/ 0 h 245"/>
                    <a:gd name="T8" fmla="*/ 147 w 147"/>
                    <a:gd name="T9" fmla="*/ 159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159"/>
                      </a:moveTo>
                      <a:lnTo>
                        <a:pt x="0" y="245"/>
                      </a:lnTo>
                      <a:lnTo>
                        <a:pt x="0" y="85"/>
                      </a:lnTo>
                      <a:lnTo>
                        <a:pt x="147" y="0"/>
                      </a:lnTo>
                      <a:lnTo>
                        <a:pt x="147" y="159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99" name="Freeform: Shape 198" descr="b3be32c6-2df0-4fb9-a43d-c17b8c4676de"/>
                <p:cNvSpPr/>
                <p:nvPr/>
              </p:nvSpPr>
              <p:spPr bwMode="auto">
                <a:xfrm>
                  <a:off x="3889" y="2083"/>
                  <a:ext cx="295" cy="168"/>
                </a:xfrm>
                <a:custGeom>
                  <a:avLst/>
                  <a:gdLst>
                    <a:gd name="T0" fmla="*/ 147 w 295"/>
                    <a:gd name="T1" fmla="*/ 168 h 168"/>
                    <a:gd name="T2" fmla="*/ 0 w 295"/>
                    <a:gd name="T3" fmla="*/ 83 h 168"/>
                    <a:gd name="T4" fmla="*/ 147 w 295"/>
                    <a:gd name="T5" fmla="*/ 0 h 168"/>
                    <a:gd name="T6" fmla="*/ 295 w 295"/>
                    <a:gd name="T7" fmla="*/ 83 h 168"/>
                    <a:gd name="T8" fmla="*/ 147 w 295"/>
                    <a:gd name="T9" fmla="*/ 168 h 1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68">
                      <a:moveTo>
                        <a:pt x="147" y="168"/>
                      </a:moveTo>
                      <a:lnTo>
                        <a:pt x="0" y="83"/>
                      </a:lnTo>
                      <a:lnTo>
                        <a:pt x="147" y="0"/>
                      </a:lnTo>
                      <a:lnTo>
                        <a:pt x="295" y="83"/>
                      </a:lnTo>
                      <a:lnTo>
                        <a:pt x="147" y="16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00" name="Freeform: Shape 199" descr="081aafa9-cd65-489a-b9bc-f8163f8ae51b"/>
                <p:cNvSpPr/>
                <p:nvPr/>
              </p:nvSpPr>
              <p:spPr bwMode="auto">
                <a:xfrm>
                  <a:off x="3889" y="2166"/>
                  <a:ext cx="147" cy="245"/>
                </a:xfrm>
                <a:custGeom>
                  <a:avLst/>
                  <a:gdLst>
                    <a:gd name="T0" fmla="*/ 147 w 147"/>
                    <a:gd name="T1" fmla="*/ 245 h 245"/>
                    <a:gd name="T2" fmla="*/ 0 w 147"/>
                    <a:gd name="T3" fmla="*/ 159 h 245"/>
                    <a:gd name="T4" fmla="*/ 0 w 147"/>
                    <a:gd name="T5" fmla="*/ 0 h 245"/>
                    <a:gd name="T6" fmla="*/ 147 w 147"/>
                    <a:gd name="T7" fmla="*/ 85 h 245"/>
                    <a:gd name="T8" fmla="*/ 147 w 147"/>
                    <a:gd name="T9" fmla="*/ 245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245"/>
                      </a:moveTo>
                      <a:lnTo>
                        <a:pt x="0" y="159"/>
                      </a:lnTo>
                      <a:lnTo>
                        <a:pt x="0" y="0"/>
                      </a:lnTo>
                      <a:lnTo>
                        <a:pt x="147" y="85"/>
                      </a:lnTo>
                      <a:lnTo>
                        <a:pt x="147" y="245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01" name="Freeform: Shape 200" descr="7e638c6c-eca2-4ae3-8f92-7f696827a001"/>
                <p:cNvSpPr/>
                <p:nvPr/>
              </p:nvSpPr>
              <p:spPr bwMode="auto">
                <a:xfrm>
                  <a:off x="4036" y="2166"/>
                  <a:ext cx="148" cy="245"/>
                </a:xfrm>
                <a:custGeom>
                  <a:avLst/>
                  <a:gdLst>
                    <a:gd name="T0" fmla="*/ 148 w 148"/>
                    <a:gd name="T1" fmla="*/ 159 h 245"/>
                    <a:gd name="T2" fmla="*/ 0 w 148"/>
                    <a:gd name="T3" fmla="*/ 245 h 245"/>
                    <a:gd name="T4" fmla="*/ 0 w 148"/>
                    <a:gd name="T5" fmla="*/ 85 h 245"/>
                    <a:gd name="T6" fmla="*/ 148 w 148"/>
                    <a:gd name="T7" fmla="*/ 0 h 245"/>
                    <a:gd name="T8" fmla="*/ 148 w 148"/>
                    <a:gd name="T9" fmla="*/ 159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5">
                      <a:moveTo>
                        <a:pt x="148" y="159"/>
                      </a:moveTo>
                      <a:lnTo>
                        <a:pt x="0" y="245"/>
                      </a:lnTo>
                      <a:lnTo>
                        <a:pt x="0" y="85"/>
                      </a:lnTo>
                      <a:lnTo>
                        <a:pt x="148" y="0"/>
                      </a:lnTo>
                      <a:lnTo>
                        <a:pt x="148" y="159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02" name="Freeform: Shape 201" descr="b53575f2-1ce9-47fa-8ce8-a32949603471"/>
                <p:cNvSpPr/>
                <p:nvPr/>
              </p:nvSpPr>
              <p:spPr bwMode="auto">
                <a:xfrm>
                  <a:off x="4055" y="2178"/>
                  <a:ext cx="295" cy="169"/>
                </a:xfrm>
                <a:custGeom>
                  <a:avLst/>
                  <a:gdLst>
                    <a:gd name="T0" fmla="*/ 148 w 295"/>
                    <a:gd name="T1" fmla="*/ 169 h 169"/>
                    <a:gd name="T2" fmla="*/ 0 w 295"/>
                    <a:gd name="T3" fmla="*/ 85 h 169"/>
                    <a:gd name="T4" fmla="*/ 148 w 295"/>
                    <a:gd name="T5" fmla="*/ 0 h 169"/>
                    <a:gd name="T6" fmla="*/ 295 w 295"/>
                    <a:gd name="T7" fmla="*/ 85 h 169"/>
                    <a:gd name="T8" fmla="*/ 148 w 295"/>
                    <a:gd name="T9" fmla="*/ 169 h 1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69">
                      <a:moveTo>
                        <a:pt x="148" y="169"/>
                      </a:moveTo>
                      <a:lnTo>
                        <a:pt x="0" y="85"/>
                      </a:lnTo>
                      <a:lnTo>
                        <a:pt x="148" y="0"/>
                      </a:lnTo>
                      <a:lnTo>
                        <a:pt x="295" y="85"/>
                      </a:lnTo>
                      <a:lnTo>
                        <a:pt x="148" y="169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03" name="Freeform: Shape 202" descr="5e71511d-c17a-4b02-8c83-0c360c0298eb"/>
                <p:cNvSpPr/>
                <p:nvPr/>
              </p:nvSpPr>
              <p:spPr bwMode="auto">
                <a:xfrm>
                  <a:off x="4055" y="2263"/>
                  <a:ext cx="148" cy="243"/>
                </a:xfrm>
                <a:custGeom>
                  <a:avLst/>
                  <a:gdLst>
                    <a:gd name="T0" fmla="*/ 148 w 148"/>
                    <a:gd name="T1" fmla="*/ 243 h 243"/>
                    <a:gd name="T2" fmla="*/ 0 w 148"/>
                    <a:gd name="T3" fmla="*/ 157 h 243"/>
                    <a:gd name="T4" fmla="*/ 0 w 148"/>
                    <a:gd name="T5" fmla="*/ 0 h 243"/>
                    <a:gd name="T6" fmla="*/ 148 w 148"/>
                    <a:gd name="T7" fmla="*/ 84 h 243"/>
                    <a:gd name="T8" fmla="*/ 148 w 148"/>
                    <a:gd name="T9" fmla="*/ 243 h 2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3">
                      <a:moveTo>
                        <a:pt x="148" y="243"/>
                      </a:moveTo>
                      <a:lnTo>
                        <a:pt x="0" y="157"/>
                      </a:lnTo>
                      <a:lnTo>
                        <a:pt x="0" y="0"/>
                      </a:lnTo>
                      <a:lnTo>
                        <a:pt x="148" y="84"/>
                      </a:lnTo>
                      <a:lnTo>
                        <a:pt x="148" y="243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04" name="Freeform: Shape 203" descr="e8b3528a-d0b8-4e11-b248-723fe81b2c28"/>
                <p:cNvSpPr/>
                <p:nvPr/>
              </p:nvSpPr>
              <p:spPr bwMode="auto">
                <a:xfrm>
                  <a:off x="4203" y="2263"/>
                  <a:ext cx="147" cy="243"/>
                </a:xfrm>
                <a:custGeom>
                  <a:avLst/>
                  <a:gdLst>
                    <a:gd name="T0" fmla="*/ 147 w 147"/>
                    <a:gd name="T1" fmla="*/ 157 h 243"/>
                    <a:gd name="T2" fmla="*/ 0 w 147"/>
                    <a:gd name="T3" fmla="*/ 243 h 243"/>
                    <a:gd name="T4" fmla="*/ 0 w 147"/>
                    <a:gd name="T5" fmla="*/ 84 h 243"/>
                    <a:gd name="T6" fmla="*/ 147 w 147"/>
                    <a:gd name="T7" fmla="*/ 0 h 243"/>
                    <a:gd name="T8" fmla="*/ 147 w 147"/>
                    <a:gd name="T9" fmla="*/ 157 h 2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3">
                      <a:moveTo>
                        <a:pt x="147" y="157"/>
                      </a:moveTo>
                      <a:lnTo>
                        <a:pt x="0" y="243"/>
                      </a:lnTo>
                      <a:lnTo>
                        <a:pt x="0" y="84"/>
                      </a:lnTo>
                      <a:lnTo>
                        <a:pt x="147" y="0"/>
                      </a:lnTo>
                      <a:lnTo>
                        <a:pt x="147" y="157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05" name="Freeform: Shape 204" descr="5a30fe2b-e95c-4264-9cdd-e9f7b0b03a7c"/>
                <p:cNvSpPr/>
                <p:nvPr/>
              </p:nvSpPr>
              <p:spPr bwMode="auto">
                <a:xfrm>
                  <a:off x="3392" y="1985"/>
                  <a:ext cx="295" cy="171"/>
                </a:xfrm>
                <a:custGeom>
                  <a:avLst/>
                  <a:gdLst>
                    <a:gd name="T0" fmla="*/ 147 w 295"/>
                    <a:gd name="T1" fmla="*/ 171 h 171"/>
                    <a:gd name="T2" fmla="*/ 0 w 295"/>
                    <a:gd name="T3" fmla="*/ 86 h 171"/>
                    <a:gd name="T4" fmla="*/ 147 w 295"/>
                    <a:gd name="T5" fmla="*/ 0 h 171"/>
                    <a:gd name="T6" fmla="*/ 295 w 295"/>
                    <a:gd name="T7" fmla="*/ 86 h 171"/>
                    <a:gd name="T8" fmla="*/ 147 w 295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71">
                      <a:moveTo>
                        <a:pt x="147" y="171"/>
                      </a:moveTo>
                      <a:lnTo>
                        <a:pt x="0" y="86"/>
                      </a:lnTo>
                      <a:lnTo>
                        <a:pt x="147" y="0"/>
                      </a:lnTo>
                      <a:lnTo>
                        <a:pt x="295" y="86"/>
                      </a:lnTo>
                      <a:lnTo>
                        <a:pt x="147" y="171"/>
                      </a:lnTo>
                      <a:close/>
                    </a:path>
                  </a:pathLst>
                </a:custGeom>
                <a:solidFill>
                  <a:srgbClr val="A29D9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06" name="Freeform: Shape 205" descr="090ba932-1632-4268-8c95-cbc788c862b4"/>
                <p:cNvSpPr/>
                <p:nvPr/>
              </p:nvSpPr>
              <p:spPr bwMode="auto">
                <a:xfrm>
                  <a:off x="3392" y="2071"/>
                  <a:ext cx="147" cy="245"/>
                </a:xfrm>
                <a:custGeom>
                  <a:avLst/>
                  <a:gdLst>
                    <a:gd name="T0" fmla="*/ 147 w 147"/>
                    <a:gd name="T1" fmla="*/ 245 h 245"/>
                    <a:gd name="T2" fmla="*/ 0 w 147"/>
                    <a:gd name="T3" fmla="*/ 159 h 245"/>
                    <a:gd name="T4" fmla="*/ 0 w 147"/>
                    <a:gd name="T5" fmla="*/ 0 h 245"/>
                    <a:gd name="T6" fmla="*/ 147 w 147"/>
                    <a:gd name="T7" fmla="*/ 85 h 245"/>
                    <a:gd name="T8" fmla="*/ 147 w 147"/>
                    <a:gd name="T9" fmla="*/ 245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245"/>
                      </a:moveTo>
                      <a:lnTo>
                        <a:pt x="0" y="159"/>
                      </a:lnTo>
                      <a:lnTo>
                        <a:pt x="0" y="0"/>
                      </a:lnTo>
                      <a:lnTo>
                        <a:pt x="147" y="85"/>
                      </a:lnTo>
                      <a:lnTo>
                        <a:pt x="147" y="245"/>
                      </a:lnTo>
                      <a:close/>
                    </a:path>
                  </a:pathLst>
                </a:custGeom>
                <a:solidFill>
                  <a:srgbClr val="A29D9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07" name="Freeform: Shape 206" descr="1149d446-5c0d-4eeb-8861-d5971ae99fb5"/>
                <p:cNvSpPr/>
                <p:nvPr/>
              </p:nvSpPr>
              <p:spPr bwMode="auto">
                <a:xfrm>
                  <a:off x="3539" y="2071"/>
                  <a:ext cx="148" cy="245"/>
                </a:xfrm>
                <a:custGeom>
                  <a:avLst/>
                  <a:gdLst>
                    <a:gd name="T0" fmla="*/ 148 w 148"/>
                    <a:gd name="T1" fmla="*/ 159 h 245"/>
                    <a:gd name="T2" fmla="*/ 0 w 148"/>
                    <a:gd name="T3" fmla="*/ 245 h 245"/>
                    <a:gd name="T4" fmla="*/ 0 w 148"/>
                    <a:gd name="T5" fmla="*/ 85 h 245"/>
                    <a:gd name="T6" fmla="*/ 148 w 148"/>
                    <a:gd name="T7" fmla="*/ 0 h 245"/>
                    <a:gd name="T8" fmla="*/ 148 w 148"/>
                    <a:gd name="T9" fmla="*/ 159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5">
                      <a:moveTo>
                        <a:pt x="148" y="159"/>
                      </a:moveTo>
                      <a:lnTo>
                        <a:pt x="0" y="245"/>
                      </a:lnTo>
                      <a:lnTo>
                        <a:pt x="0" y="85"/>
                      </a:lnTo>
                      <a:lnTo>
                        <a:pt x="148" y="0"/>
                      </a:lnTo>
                      <a:lnTo>
                        <a:pt x="148" y="159"/>
                      </a:lnTo>
                      <a:close/>
                    </a:path>
                  </a:pathLst>
                </a:custGeom>
                <a:solidFill>
                  <a:srgbClr val="A29D9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08" name="Freeform: Shape 207" descr="51b4c337-6b2e-43ea-b511-1c83bcf9b2af"/>
                <p:cNvSpPr/>
                <p:nvPr/>
              </p:nvSpPr>
              <p:spPr bwMode="auto">
                <a:xfrm>
                  <a:off x="3556" y="2083"/>
                  <a:ext cx="295" cy="168"/>
                </a:xfrm>
                <a:custGeom>
                  <a:avLst/>
                  <a:gdLst>
                    <a:gd name="T0" fmla="*/ 147 w 295"/>
                    <a:gd name="T1" fmla="*/ 168 h 168"/>
                    <a:gd name="T2" fmla="*/ 0 w 295"/>
                    <a:gd name="T3" fmla="*/ 83 h 168"/>
                    <a:gd name="T4" fmla="*/ 147 w 295"/>
                    <a:gd name="T5" fmla="*/ 0 h 168"/>
                    <a:gd name="T6" fmla="*/ 295 w 295"/>
                    <a:gd name="T7" fmla="*/ 83 h 168"/>
                    <a:gd name="T8" fmla="*/ 147 w 295"/>
                    <a:gd name="T9" fmla="*/ 168 h 1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68">
                      <a:moveTo>
                        <a:pt x="147" y="168"/>
                      </a:moveTo>
                      <a:lnTo>
                        <a:pt x="0" y="83"/>
                      </a:lnTo>
                      <a:lnTo>
                        <a:pt x="147" y="0"/>
                      </a:lnTo>
                      <a:lnTo>
                        <a:pt x="295" y="83"/>
                      </a:lnTo>
                      <a:lnTo>
                        <a:pt x="147" y="168"/>
                      </a:lnTo>
                      <a:close/>
                    </a:path>
                  </a:pathLst>
                </a:custGeom>
                <a:solidFill>
                  <a:srgbClr val="A29D9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09" name="Freeform: Shape 208" descr="8c81e21c-bb64-480b-ba00-2bb7f19d5e24"/>
                <p:cNvSpPr/>
                <p:nvPr/>
              </p:nvSpPr>
              <p:spPr bwMode="auto">
                <a:xfrm>
                  <a:off x="3556" y="2166"/>
                  <a:ext cx="147" cy="245"/>
                </a:xfrm>
                <a:custGeom>
                  <a:avLst/>
                  <a:gdLst>
                    <a:gd name="T0" fmla="*/ 147 w 147"/>
                    <a:gd name="T1" fmla="*/ 245 h 245"/>
                    <a:gd name="T2" fmla="*/ 0 w 147"/>
                    <a:gd name="T3" fmla="*/ 159 h 245"/>
                    <a:gd name="T4" fmla="*/ 0 w 147"/>
                    <a:gd name="T5" fmla="*/ 0 h 245"/>
                    <a:gd name="T6" fmla="*/ 147 w 147"/>
                    <a:gd name="T7" fmla="*/ 85 h 245"/>
                    <a:gd name="T8" fmla="*/ 147 w 147"/>
                    <a:gd name="T9" fmla="*/ 245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245"/>
                      </a:moveTo>
                      <a:lnTo>
                        <a:pt x="0" y="159"/>
                      </a:lnTo>
                      <a:lnTo>
                        <a:pt x="0" y="0"/>
                      </a:lnTo>
                      <a:lnTo>
                        <a:pt x="147" y="85"/>
                      </a:lnTo>
                      <a:lnTo>
                        <a:pt x="147" y="245"/>
                      </a:lnTo>
                      <a:close/>
                    </a:path>
                  </a:pathLst>
                </a:custGeom>
                <a:solidFill>
                  <a:srgbClr val="A29D9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10" name="Freeform: Shape 209" descr="88326b88-3706-40b3-8f9b-32c10aa0d66e"/>
                <p:cNvSpPr/>
                <p:nvPr/>
              </p:nvSpPr>
              <p:spPr bwMode="auto">
                <a:xfrm>
                  <a:off x="3703" y="2166"/>
                  <a:ext cx="148" cy="245"/>
                </a:xfrm>
                <a:custGeom>
                  <a:avLst/>
                  <a:gdLst>
                    <a:gd name="T0" fmla="*/ 148 w 148"/>
                    <a:gd name="T1" fmla="*/ 159 h 245"/>
                    <a:gd name="T2" fmla="*/ 0 w 148"/>
                    <a:gd name="T3" fmla="*/ 245 h 245"/>
                    <a:gd name="T4" fmla="*/ 0 w 148"/>
                    <a:gd name="T5" fmla="*/ 85 h 245"/>
                    <a:gd name="T6" fmla="*/ 148 w 148"/>
                    <a:gd name="T7" fmla="*/ 0 h 245"/>
                    <a:gd name="T8" fmla="*/ 148 w 148"/>
                    <a:gd name="T9" fmla="*/ 159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5">
                      <a:moveTo>
                        <a:pt x="148" y="159"/>
                      </a:moveTo>
                      <a:lnTo>
                        <a:pt x="0" y="245"/>
                      </a:lnTo>
                      <a:lnTo>
                        <a:pt x="0" y="85"/>
                      </a:lnTo>
                      <a:lnTo>
                        <a:pt x="148" y="0"/>
                      </a:lnTo>
                      <a:lnTo>
                        <a:pt x="148" y="159"/>
                      </a:lnTo>
                      <a:close/>
                    </a:path>
                  </a:pathLst>
                </a:custGeom>
                <a:solidFill>
                  <a:srgbClr val="A29D9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11" name="Freeform: Shape 210" descr="83b8826c-f49b-4c08-b3d8-3bdfe3696396"/>
                <p:cNvSpPr/>
                <p:nvPr/>
              </p:nvSpPr>
              <p:spPr bwMode="auto">
                <a:xfrm>
                  <a:off x="3722" y="2178"/>
                  <a:ext cx="295" cy="171"/>
                </a:xfrm>
                <a:custGeom>
                  <a:avLst/>
                  <a:gdLst>
                    <a:gd name="T0" fmla="*/ 148 w 295"/>
                    <a:gd name="T1" fmla="*/ 171 h 171"/>
                    <a:gd name="T2" fmla="*/ 0 w 295"/>
                    <a:gd name="T3" fmla="*/ 85 h 171"/>
                    <a:gd name="T4" fmla="*/ 148 w 295"/>
                    <a:gd name="T5" fmla="*/ 0 h 171"/>
                    <a:gd name="T6" fmla="*/ 295 w 295"/>
                    <a:gd name="T7" fmla="*/ 85 h 171"/>
                    <a:gd name="T8" fmla="*/ 148 w 295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71">
                      <a:moveTo>
                        <a:pt x="148" y="171"/>
                      </a:moveTo>
                      <a:lnTo>
                        <a:pt x="0" y="85"/>
                      </a:lnTo>
                      <a:lnTo>
                        <a:pt x="148" y="0"/>
                      </a:lnTo>
                      <a:lnTo>
                        <a:pt x="295" y="85"/>
                      </a:lnTo>
                      <a:lnTo>
                        <a:pt x="148" y="17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12" name="Freeform: Shape 211" descr="9d0d85ee-1b29-4d4c-bfc7-e108c431658c"/>
                <p:cNvSpPr/>
                <p:nvPr/>
              </p:nvSpPr>
              <p:spPr bwMode="auto">
                <a:xfrm>
                  <a:off x="3722" y="2263"/>
                  <a:ext cx="148" cy="243"/>
                </a:xfrm>
                <a:custGeom>
                  <a:avLst/>
                  <a:gdLst>
                    <a:gd name="T0" fmla="*/ 148 w 148"/>
                    <a:gd name="T1" fmla="*/ 243 h 243"/>
                    <a:gd name="T2" fmla="*/ 0 w 148"/>
                    <a:gd name="T3" fmla="*/ 160 h 243"/>
                    <a:gd name="T4" fmla="*/ 0 w 148"/>
                    <a:gd name="T5" fmla="*/ 0 h 243"/>
                    <a:gd name="T6" fmla="*/ 148 w 148"/>
                    <a:gd name="T7" fmla="*/ 86 h 243"/>
                    <a:gd name="T8" fmla="*/ 148 w 148"/>
                    <a:gd name="T9" fmla="*/ 243 h 2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3">
                      <a:moveTo>
                        <a:pt x="148" y="243"/>
                      </a:moveTo>
                      <a:lnTo>
                        <a:pt x="0" y="160"/>
                      </a:lnTo>
                      <a:lnTo>
                        <a:pt x="0" y="0"/>
                      </a:lnTo>
                      <a:lnTo>
                        <a:pt x="148" y="86"/>
                      </a:lnTo>
                      <a:lnTo>
                        <a:pt x="148" y="243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13" name="Freeform: Shape 212" descr="7e88ba0d-1b7b-49a9-bfb7-4866a08de9fb"/>
                <p:cNvSpPr/>
                <p:nvPr/>
              </p:nvSpPr>
              <p:spPr bwMode="auto">
                <a:xfrm>
                  <a:off x="3870" y="2263"/>
                  <a:ext cx="147" cy="243"/>
                </a:xfrm>
                <a:custGeom>
                  <a:avLst/>
                  <a:gdLst>
                    <a:gd name="T0" fmla="*/ 147 w 147"/>
                    <a:gd name="T1" fmla="*/ 160 h 243"/>
                    <a:gd name="T2" fmla="*/ 0 w 147"/>
                    <a:gd name="T3" fmla="*/ 243 h 243"/>
                    <a:gd name="T4" fmla="*/ 0 w 147"/>
                    <a:gd name="T5" fmla="*/ 86 h 243"/>
                    <a:gd name="T6" fmla="*/ 147 w 147"/>
                    <a:gd name="T7" fmla="*/ 0 h 243"/>
                    <a:gd name="T8" fmla="*/ 147 w 147"/>
                    <a:gd name="T9" fmla="*/ 160 h 2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3">
                      <a:moveTo>
                        <a:pt x="147" y="160"/>
                      </a:moveTo>
                      <a:lnTo>
                        <a:pt x="0" y="243"/>
                      </a:lnTo>
                      <a:lnTo>
                        <a:pt x="0" y="86"/>
                      </a:lnTo>
                      <a:lnTo>
                        <a:pt x="147" y="0"/>
                      </a:lnTo>
                      <a:lnTo>
                        <a:pt x="147" y="160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14" name="Freeform: Shape 213" descr="3074ebc1-6438-427f-ab3e-c170d97819da"/>
                <p:cNvSpPr/>
                <p:nvPr/>
              </p:nvSpPr>
              <p:spPr bwMode="auto">
                <a:xfrm>
                  <a:off x="3889" y="2273"/>
                  <a:ext cx="295" cy="171"/>
                </a:xfrm>
                <a:custGeom>
                  <a:avLst/>
                  <a:gdLst>
                    <a:gd name="T0" fmla="*/ 147 w 295"/>
                    <a:gd name="T1" fmla="*/ 171 h 171"/>
                    <a:gd name="T2" fmla="*/ 0 w 295"/>
                    <a:gd name="T3" fmla="*/ 85 h 171"/>
                    <a:gd name="T4" fmla="*/ 147 w 295"/>
                    <a:gd name="T5" fmla="*/ 0 h 171"/>
                    <a:gd name="T6" fmla="*/ 295 w 295"/>
                    <a:gd name="T7" fmla="*/ 85 h 171"/>
                    <a:gd name="T8" fmla="*/ 147 w 295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71">
                      <a:moveTo>
                        <a:pt x="147" y="171"/>
                      </a:moveTo>
                      <a:lnTo>
                        <a:pt x="0" y="85"/>
                      </a:lnTo>
                      <a:lnTo>
                        <a:pt x="147" y="0"/>
                      </a:lnTo>
                      <a:lnTo>
                        <a:pt x="295" y="85"/>
                      </a:lnTo>
                      <a:lnTo>
                        <a:pt x="147" y="17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15" name="Freeform: Shape 214" descr="3915fac8-711b-4c48-9a06-73adf7816500"/>
                <p:cNvSpPr/>
                <p:nvPr/>
              </p:nvSpPr>
              <p:spPr bwMode="auto">
                <a:xfrm>
                  <a:off x="3889" y="2358"/>
                  <a:ext cx="147" cy="245"/>
                </a:xfrm>
                <a:custGeom>
                  <a:avLst/>
                  <a:gdLst>
                    <a:gd name="T0" fmla="*/ 147 w 147"/>
                    <a:gd name="T1" fmla="*/ 245 h 245"/>
                    <a:gd name="T2" fmla="*/ 0 w 147"/>
                    <a:gd name="T3" fmla="*/ 160 h 245"/>
                    <a:gd name="T4" fmla="*/ 0 w 147"/>
                    <a:gd name="T5" fmla="*/ 0 h 245"/>
                    <a:gd name="T6" fmla="*/ 147 w 147"/>
                    <a:gd name="T7" fmla="*/ 86 h 245"/>
                    <a:gd name="T8" fmla="*/ 147 w 147"/>
                    <a:gd name="T9" fmla="*/ 245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245"/>
                      </a:moveTo>
                      <a:lnTo>
                        <a:pt x="0" y="160"/>
                      </a:lnTo>
                      <a:lnTo>
                        <a:pt x="0" y="0"/>
                      </a:lnTo>
                      <a:lnTo>
                        <a:pt x="147" y="86"/>
                      </a:lnTo>
                      <a:lnTo>
                        <a:pt x="147" y="245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16" name="Freeform: Shape 215" descr="142c5d8d-7a69-41ba-b635-1b124a314c63"/>
                <p:cNvSpPr/>
                <p:nvPr/>
              </p:nvSpPr>
              <p:spPr bwMode="auto">
                <a:xfrm>
                  <a:off x="4036" y="2358"/>
                  <a:ext cx="148" cy="245"/>
                </a:xfrm>
                <a:custGeom>
                  <a:avLst/>
                  <a:gdLst>
                    <a:gd name="T0" fmla="*/ 148 w 148"/>
                    <a:gd name="T1" fmla="*/ 160 h 245"/>
                    <a:gd name="T2" fmla="*/ 0 w 148"/>
                    <a:gd name="T3" fmla="*/ 245 h 245"/>
                    <a:gd name="T4" fmla="*/ 0 w 148"/>
                    <a:gd name="T5" fmla="*/ 86 h 245"/>
                    <a:gd name="T6" fmla="*/ 148 w 148"/>
                    <a:gd name="T7" fmla="*/ 0 h 245"/>
                    <a:gd name="T8" fmla="*/ 148 w 148"/>
                    <a:gd name="T9" fmla="*/ 160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5">
                      <a:moveTo>
                        <a:pt x="148" y="160"/>
                      </a:moveTo>
                      <a:lnTo>
                        <a:pt x="0" y="245"/>
                      </a:lnTo>
                      <a:lnTo>
                        <a:pt x="0" y="86"/>
                      </a:lnTo>
                      <a:lnTo>
                        <a:pt x="148" y="0"/>
                      </a:lnTo>
                      <a:lnTo>
                        <a:pt x="148" y="160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17" name="Freeform: Shape 216" descr="ad068bc3-7c50-4e0f-af50-ec1a9bbe3c08"/>
                <p:cNvSpPr/>
                <p:nvPr/>
              </p:nvSpPr>
              <p:spPr bwMode="auto">
                <a:xfrm>
                  <a:off x="3225" y="2083"/>
                  <a:ext cx="295" cy="168"/>
                </a:xfrm>
                <a:custGeom>
                  <a:avLst/>
                  <a:gdLst>
                    <a:gd name="T0" fmla="*/ 148 w 295"/>
                    <a:gd name="T1" fmla="*/ 168 h 168"/>
                    <a:gd name="T2" fmla="*/ 0 w 295"/>
                    <a:gd name="T3" fmla="*/ 85 h 168"/>
                    <a:gd name="T4" fmla="*/ 148 w 295"/>
                    <a:gd name="T5" fmla="*/ 0 h 168"/>
                    <a:gd name="T6" fmla="*/ 295 w 295"/>
                    <a:gd name="T7" fmla="*/ 85 h 168"/>
                    <a:gd name="T8" fmla="*/ 148 w 295"/>
                    <a:gd name="T9" fmla="*/ 168 h 1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68">
                      <a:moveTo>
                        <a:pt x="148" y="168"/>
                      </a:moveTo>
                      <a:lnTo>
                        <a:pt x="0" y="85"/>
                      </a:lnTo>
                      <a:lnTo>
                        <a:pt x="148" y="0"/>
                      </a:lnTo>
                      <a:lnTo>
                        <a:pt x="295" y="85"/>
                      </a:lnTo>
                      <a:lnTo>
                        <a:pt x="148" y="168"/>
                      </a:lnTo>
                      <a:close/>
                    </a:path>
                  </a:pathLst>
                </a:custGeom>
                <a:solidFill>
                  <a:srgbClr val="BCB5A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18" name="Freeform: Shape 217" descr="5135a740-95b3-4865-a31e-82a30e656688"/>
                <p:cNvSpPr/>
                <p:nvPr/>
              </p:nvSpPr>
              <p:spPr bwMode="auto">
                <a:xfrm>
                  <a:off x="3225" y="2168"/>
                  <a:ext cx="148" cy="243"/>
                </a:xfrm>
                <a:custGeom>
                  <a:avLst/>
                  <a:gdLst>
                    <a:gd name="T0" fmla="*/ 148 w 148"/>
                    <a:gd name="T1" fmla="*/ 243 h 243"/>
                    <a:gd name="T2" fmla="*/ 0 w 148"/>
                    <a:gd name="T3" fmla="*/ 157 h 243"/>
                    <a:gd name="T4" fmla="*/ 0 w 148"/>
                    <a:gd name="T5" fmla="*/ 0 h 243"/>
                    <a:gd name="T6" fmla="*/ 148 w 148"/>
                    <a:gd name="T7" fmla="*/ 83 h 243"/>
                    <a:gd name="T8" fmla="*/ 148 w 148"/>
                    <a:gd name="T9" fmla="*/ 243 h 2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3">
                      <a:moveTo>
                        <a:pt x="148" y="243"/>
                      </a:moveTo>
                      <a:lnTo>
                        <a:pt x="0" y="157"/>
                      </a:lnTo>
                      <a:lnTo>
                        <a:pt x="0" y="0"/>
                      </a:lnTo>
                      <a:lnTo>
                        <a:pt x="148" y="83"/>
                      </a:lnTo>
                      <a:lnTo>
                        <a:pt x="148" y="243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19" name="Freeform: Shape 218" descr="fae97d49-5cf8-45a5-aa09-c4d6e6bce039"/>
                <p:cNvSpPr/>
                <p:nvPr/>
              </p:nvSpPr>
              <p:spPr bwMode="auto">
                <a:xfrm>
                  <a:off x="3373" y="2168"/>
                  <a:ext cx="147" cy="243"/>
                </a:xfrm>
                <a:custGeom>
                  <a:avLst/>
                  <a:gdLst>
                    <a:gd name="T0" fmla="*/ 147 w 147"/>
                    <a:gd name="T1" fmla="*/ 157 h 243"/>
                    <a:gd name="T2" fmla="*/ 0 w 147"/>
                    <a:gd name="T3" fmla="*/ 243 h 243"/>
                    <a:gd name="T4" fmla="*/ 0 w 147"/>
                    <a:gd name="T5" fmla="*/ 83 h 243"/>
                    <a:gd name="T6" fmla="*/ 147 w 147"/>
                    <a:gd name="T7" fmla="*/ 0 h 243"/>
                    <a:gd name="T8" fmla="*/ 147 w 147"/>
                    <a:gd name="T9" fmla="*/ 157 h 2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3">
                      <a:moveTo>
                        <a:pt x="147" y="157"/>
                      </a:moveTo>
                      <a:lnTo>
                        <a:pt x="0" y="243"/>
                      </a:lnTo>
                      <a:lnTo>
                        <a:pt x="0" y="83"/>
                      </a:lnTo>
                      <a:lnTo>
                        <a:pt x="147" y="0"/>
                      </a:lnTo>
                      <a:lnTo>
                        <a:pt x="147" y="157"/>
                      </a:lnTo>
                      <a:close/>
                    </a:path>
                  </a:pathLst>
                </a:custGeom>
                <a:solidFill>
                  <a:srgbClr val="A29D9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20" name="Freeform: Shape 219" descr="19845b55-b1c1-416b-9f6b-cf331a41ce39"/>
                <p:cNvSpPr/>
                <p:nvPr/>
              </p:nvSpPr>
              <p:spPr bwMode="auto">
                <a:xfrm>
                  <a:off x="3389" y="2178"/>
                  <a:ext cx="295" cy="171"/>
                </a:xfrm>
                <a:custGeom>
                  <a:avLst/>
                  <a:gdLst>
                    <a:gd name="T0" fmla="*/ 148 w 295"/>
                    <a:gd name="T1" fmla="*/ 171 h 171"/>
                    <a:gd name="T2" fmla="*/ 0 w 295"/>
                    <a:gd name="T3" fmla="*/ 85 h 171"/>
                    <a:gd name="T4" fmla="*/ 148 w 295"/>
                    <a:gd name="T5" fmla="*/ 0 h 171"/>
                    <a:gd name="T6" fmla="*/ 295 w 295"/>
                    <a:gd name="T7" fmla="*/ 85 h 171"/>
                    <a:gd name="T8" fmla="*/ 148 w 295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71">
                      <a:moveTo>
                        <a:pt x="148" y="171"/>
                      </a:moveTo>
                      <a:lnTo>
                        <a:pt x="0" y="85"/>
                      </a:lnTo>
                      <a:lnTo>
                        <a:pt x="148" y="0"/>
                      </a:lnTo>
                      <a:lnTo>
                        <a:pt x="295" y="85"/>
                      </a:lnTo>
                      <a:lnTo>
                        <a:pt x="148" y="171"/>
                      </a:lnTo>
                      <a:close/>
                    </a:path>
                  </a:pathLst>
                </a:custGeom>
                <a:solidFill>
                  <a:srgbClr val="BCB5A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21" name="Freeform: Shape 220" descr="5049676f-6f0e-4660-a9af-7ee2db2e99fb"/>
                <p:cNvSpPr/>
                <p:nvPr/>
              </p:nvSpPr>
              <p:spPr bwMode="auto">
                <a:xfrm>
                  <a:off x="3389" y="2263"/>
                  <a:ext cx="148" cy="245"/>
                </a:xfrm>
                <a:custGeom>
                  <a:avLst/>
                  <a:gdLst>
                    <a:gd name="T0" fmla="*/ 148 w 148"/>
                    <a:gd name="T1" fmla="*/ 245 h 245"/>
                    <a:gd name="T2" fmla="*/ 0 w 148"/>
                    <a:gd name="T3" fmla="*/ 160 h 245"/>
                    <a:gd name="T4" fmla="*/ 0 w 148"/>
                    <a:gd name="T5" fmla="*/ 0 h 245"/>
                    <a:gd name="T6" fmla="*/ 148 w 148"/>
                    <a:gd name="T7" fmla="*/ 86 h 245"/>
                    <a:gd name="T8" fmla="*/ 148 w 148"/>
                    <a:gd name="T9" fmla="*/ 245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5">
                      <a:moveTo>
                        <a:pt x="148" y="245"/>
                      </a:moveTo>
                      <a:lnTo>
                        <a:pt x="0" y="160"/>
                      </a:lnTo>
                      <a:lnTo>
                        <a:pt x="0" y="0"/>
                      </a:lnTo>
                      <a:lnTo>
                        <a:pt x="148" y="86"/>
                      </a:lnTo>
                      <a:lnTo>
                        <a:pt x="148" y="245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22" name="Freeform: Shape 221" descr="2b942a79-c935-42ec-ab00-92460c0f33f7"/>
                <p:cNvSpPr/>
                <p:nvPr/>
              </p:nvSpPr>
              <p:spPr bwMode="auto">
                <a:xfrm>
                  <a:off x="3537" y="2263"/>
                  <a:ext cx="147" cy="245"/>
                </a:xfrm>
                <a:custGeom>
                  <a:avLst/>
                  <a:gdLst>
                    <a:gd name="T0" fmla="*/ 147 w 147"/>
                    <a:gd name="T1" fmla="*/ 160 h 245"/>
                    <a:gd name="T2" fmla="*/ 0 w 147"/>
                    <a:gd name="T3" fmla="*/ 245 h 245"/>
                    <a:gd name="T4" fmla="*/ 0 w 147"/>
                    <a:gd name="T5" fmla="*/ 86 h 245"/>
                    <a:gd name="T6" fmla="*/ 147 w 147"/>
                    <a:gd name="T7" fmla="*/ 0 h 245"/>
                    <a:gd name="T8" fmla="*/ 147 w 147"/>
                    <a:gd name="T9" fmla="*/ 160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160"/>
                      </a:moveTo>
                      <a:lnTo>
                        <a:pt x="0" y="245"/>
                      </a:lnTo>
                      <a:lnTo>
                        <a:pt x="0" y="86"/>
                      </a:lnTo>
                      <a:lnTo>
                        <a:pt x="147" y="0"/>
                      </a:lnTo>
                      <a:lnTo>
                        <a:pt x="147" y="160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23" name="Freeform: Shape 222" descr="2827e783-df84-4f5e-9ce1-6ccc0ec3e2ce"/>
                <p:cNvSpPr/>
                <p:nvPr/>
              </p:nvSpPr>
              <p:spPr bwMode="auto">
                <a:xfrm>
                  <a:off x="3556" y="2273"/>
                  <a:ext cx="295" cy="171"/>
                </a:xfrm>
                <a:custGeom>
                  <a:avLst/>
                  <a:gdLst>
                    <a:gd name="T0" fmla="*/ 147 w 295"/>
                    <a:gd name="T1" fmla="*/ 171 h 171"/>
                    <a:gd name="T2" fmla="*/ 0 w 295"/>
                    <a:gd name="T3" fmla="*/ 85 h 171"/>
                    <a:gd name="T4" fmla="*/ 147 w 295"/>
                    <a:gd name="T5" fmla="*/ 0 h 171"/>
                    <a:gd name="T6" fmla="*/ 295 w 295"/>
                    <a:gd name="T7" fmla="*/ 85 h 171"/>
                    <a:gd name="T8" fmla="*/ 147 w 295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71">
                      <a:moveTo>
                        <a:pt x="147" y="171"/>
                      </a:moveTo>
                      <a:lnTo>
                        <a:pt x="0" y="85"/>
                      </a:lnTo>
                      <a:lnTo>
                        <a:pt x="147" y="0"/>
                      </a:lnTo>
                      <a:lnTo>
                        <a:pt x="295" y="85"/>
                      </a:lnTo>
                      <a:lnTo>
                        <a:pt x="147" y="171"/>
                      </a:lnTo>
                      <a:close/>
                    </a:path>
                  </a:pathLst>
                </a:custGeom>
                <a:solidFill>
                  <a:srgbClr val="BCB5A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24" name="Freeform: Shape 223" descr="787299ed-a75c-4246-ba2e-dddcb17b9053"/>
                <p:cNvSpPr/>
                <p:nvPr/>
              </p:nvSpPr>
              <p:spPr bwMode="auto">
                <a:xfrm>
                  <a:off x="3556" y="2358"/>
                  <a:ext cx="147" cy="245"/>
                </a:xfrm>
                <a:custGeom>
                  <a:avLst/>
                  <a:gdLst>
                    <a:gd name="T0" fmla="*/ 147 w 147"/>
                    <a:gd name="T1" fmla="*/ 245 h 245"/>
                    <a:gd name="T2" fmla="*/ 0 w 147"/>
                    <a:gd name="T3" fmla="*/ 160 h 245"/>
                    <a:gd name="T4" fmla="*/ 0 w 147"/>
                    <a:gd name="T5" fmla="*/ 0 h 245"/>
                    <a:gd name="T6" fmla="*/ 147 w 147"/>
                    <a:gd name="T7" fmla="*/ 86 h 245"/>
                    <a:gd name="T8" fmla="*/ 147 w 147"/>
                    <a:gd name="T9" fmla="*/ 245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245"/>
                      </a:moveTo>
                      <a:lnTo>
                        <a:pt x="0" y="160"/>
                      </a:lnTo>
                      <a:lnTo>
                        <a:pt x="0" y="0"/>
                      </a:lnTo>
                      <a:lnTo>
                        <a:pt x="147" y="86"/>
                      </a:lnTo>
                      <a:lnTo>
                        <a:pt x="147" y="245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25" name="Freeform: Shape 224" descr="094ebd9b-6267-4827-83d9-d5295047d52a"/>
                <p:cNvSpPr/>
                <p:nvPr/>
              </p:nvSpPr>
              <p:spPr bwMode="auto">
                <a:xfrm>
                  <a:off x="3703" y="2358"/>
                  <a:ext cx="148" cy="245"/>
                </a:xfrm>
                <a:custGeom>
                  <a:avLst/>
                  <a:gdLst>
                    <a:gd name="T0" fmla="*/ 148 w 148"/>
                    <a:gd name="T1" fmla="*/ 160 h 245"/>
                    <a:gd name="T2" fmla="*/ 0 w 148"/>
                    <a:gd name="T3" fmla="*/ 245 h 245"/>
                    <a:gd name="T4" fmla="*/ 0 w 148"/>
                    <a:gd name="T5" fmla="*/ 86 h 245"/>
                    <a:gd name="T6" fmla="*/ 148 w 148"/>
                    <a:gd name="T7" fmla="*/ 0 h 245"/>
                    <a:gd name="T8" fmla="*/ 148 w 148"/>
                    <a:gd name="T9" fmla="*/ 160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5">
                      <a:moveTo>
                        <a:pt x="148" y="160"/>
                      </a:moveTo>
                      <a:lnTo>
                        <a:pt x="0" y="245"/>
                      </a:lnTo>
                      <a:lnTo>
                        <a:pt x="0" y="86"/>
                      </a:lnTo>
                      <a:lnTo>
                        <a:pt x="148" y="0"/>
                      </a:lnTo>
                      <a:lnTo>
                        <a:pt x="148" y="160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26" name="Freeform: Shape 225" descr="59719719-1949-4a85-9d3a-70965f5f8abe"/>
                <p:cNvSpPr/>
                <p:nvPr/>
              </p:nvSpPr>
              <p:spPr bwMode="auto">
                <a:xfrm>
                  <a:off x="3722" y="2370"/>
                  <a:ext cx="295" cy="169"/>
                </a:xfrm>
                <a:custGeom>
                  <a:avLst/>
                  <a:gdLst>
                    <a:gd name="T0" fmla="*/ 148 w 295"/>
                    <a:gd name="T1" fmla="*/ 169 h 169"/>
                    <a:gd name="T2" fmla="*/ 0 w 295"/>
                    <a:gd name="T3" fmla="*/ 83 h 169"/>
                    <a:gd name="T4" fmla="*/ 148 w 295"/>
                    <a:gd name="T5" fmla="*/ 0 h 169"/>
                    <a:gd name="T6" fmla="*/ 295 w 295"/>
                    <a:gd name="T7" fmla="*/ 83 h 169"/>
                    <a:gd name="T8" fmla="*/ 148 w 295"/>
                    <a:gd name="T9" fmla="*/ 169 h 1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69">
                      <a:moveTo>
                        <a:pt x="148" y="169"/>
                      </a:moveTo>
                      <a:lnTo>
                        <a:pt x="0" y="83"/>
                      </a:lnTo>
                      <a:lnTo>
                        <a:pt x="148" y="0"/>
                      </a:lnTo>
                      <a:lnTo>
                        <a:pt x="295" y="83"/>
                      </a:lnTo>
                      <a:lnTo>
                        <a:pt x="148" y="169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27" name="Freeform: Shape 226" descr="f294e1db-2427-4470-8645-2024ea209442"/>
                <p:cNvSpPr/>
                <p:nvPr/>
              </p:nvSpPr>
              <p:spPr bwMode="auto">
                <a:xfrm>
                  <a:off x="3722" y="2453"/>
                  <a:ext cx="148" cy="245"/>
                </a:xfrm>
                <a:custGeom>
                  <a:avLst/>
                  <a:gdLst>
                    <a:gd name="T0" fmla="*/ 148 w 148"/>
                    <a:gd name="T1" fmla="*/ 245 h 245"/>
                    <a:gd name="T2" fmla="*/ 0 w 148"/>
                    <a:gd name="T3" fmla="*/ 160 h 245"/>
                    <a:gd name="T4" fmla="*/ 0 w 148"/>
                    <a:gd name="T5" fmla="*/ 0 h 245"/>
                    <a:gd name="T6" fmla="*/ 148 w 148"/>
                    <a:gd name="T7" fmla="*/ 86 h 245"/>
                    <a:gd name="T8" fmla="*/ 148 w 148"/>
                    <a:gd name="T9" fmla="*/ 245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5">
                      <a:moveTo>
                        <a:pt x="148" y="245"/>
                      </a:moveTo>
                      <a:lnTo>
                        <a:pt x="0" y="160"/>
                      </a:lnTo>
                      <a:lnTo>
                        <a:pt x="0" y="0"/>
                      </a:lnTo>
                      <a:lnTo>
                        <a:pt x="148" y="86"/>
                      </a:lnTo>
                      <a:lnTo>
                        <a:pt x="148" y="245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28" name="Freeform: Shape 227" descr="562e95ac-4afe-4fe6-8fd6-f7c6b241eb1a"/>
                <p:cNvSpPr/>
                <p:nvPr/>
              </p:nvSpPr>
              <p:spPr bwMode="auto">
                <a:xfrm>
                  <a:off x="3870" y="2453"/>
                  <a:ext cx="147" cy="245"/>
                </a:xfrm>
                <a:custGeom>
                  <a:avLst/>
                  <a:gdLst>
                    <a:gd name="T0" fmla="*/ 147 w 147"/>
                    <a:gd name="T1" fmla="*/ 160 h 245"/>
                    <a:gd name="T2" fmla="*/ 0 w 147"/>
                    <a:gd name="T3" fmla="*/ 245 h 245"/>
                    <a:gd name="T4" fmla="*/ 0 w 147"/>
                    <a:gd name="T5" fmla="*/ 86 h 245"/>
                    <a:gd name="T6" fmla="*/ 147 w 147"/>
                    <a:gd name="T7" fmla="*/ 0 h 245"/>
                    <a:gd name="T8" fmla="*/ 147 w 147"/>
                    <a:gd name="T9" fmla="*/ 160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160"/>
                      </a:moveTo>
                      <a:lnTo>
                        <a:pt x="0" y="245"/>
                      </a:lnTo>
                      <a:lnTo>
                        <a:pt x="0" y="86"/>
                      </a:lnTo>
                      <a:lnTo>
                        <a:pt x="147" y="0"/>
                      </a:lnTo>
                      <a:lnTo>
                        <a:pt x="147" y="160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29" name="Freeform: Shape 228" descr="100e779a-88be-4fb7-ad16-00bd76e910aa"/>
                <p:cNvSpPr/>
                <p:nvPr/>
              </p:nvSpPr>
              <p:spPr bwMode="auto">
                <a:xfrm>
                  <a:off x="3725" y="1612"/>
                  <a:ext cx="294" cy="171"/>
                </a:xfrm>
                <a:custGeom>
                  <a:avLst/>
                  <a:gdLst>
                    <a:gd name="T0" fmla="*/ 147 w 294"/>
                    <a:gd name="T1" fmla="*/ 171 h 171"/>
                    <a:gd name="T2" fmla="*/ 0 w 294"/>
                    <a:gd name="T3" fmla="*/ 86 h 171"/>
                    <a:gd name="T4" fmla="*/ 147 w 294"/>
                    <a:gd name="T5" fmla="*/ 0 h 171"/>
                    <a:gd name="T6" fmla="*/ 294 w 294"/>
                    <a:gd name="T7" fmla="*/ 86 h 171"/>
                    <a:gd name="T8" fmla="*/ 147 w 294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4" h="171">
                      <a:moveTo>
                        <a:pt x="147" y="171"/>
                      </a:moveTo>
                      <a:lnTo>
                        <a:pt x="0" y="86"/>
                      </a:lnTo>
                      <a:lnTo>
                        <a:pt x="147" y="0"/>
                      </a:lnTo>
                      <a:lnTo>
                        <a:pt x="294" y="86"/>
                      </a:lnTo>
                      <a:lnTo>
                        <a:pt x="147" y="171"/>
                      </a:lnTo>
                      <a:close/>
                    </a:path>
                  </a:pathLst>
                </a:custGeom>
                <a:solidFill>
                  <a:srgbClr val="BCB5A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30" name="Freeform: Shape 229" descr="7098c565-17ff-4d13-8265-395557123911"/>
                <p:cNvSpPr/>
                <p:nvPr/>
              </p:nvSpPr>
              <p:spPr bwMode="auto">
                <a:xfrm>
                  <a:off x="3725" y="1698"/>
                  <a:ext cx="147" cy="245"/>
                </a:xfrm>
                <a:custGeom>
                  <a:avLst/>
                  <a:gdLst>
                    <a:gd name="T0" fmla="*/ 147 w 147"/>
                    <a:gd name="T1" fmla="*/ 245 h 245"/>
                    <a:gd name="T2" fmla="*/ 0 w 147"/>
                    <a:gd name="T3" fmla="*/ 159 h 245"/>
                    <a:gd name="T4" fmla="*/ 0 w 147"/>
                    <a:gd name="T5" fmla="*/ 0 h 245"/>
                    <a:gd name="T6" fmla="*/ 147 w 147"/>
                    <a:gd name="T7" fmla="*/ 85 h 245"/>
                    <a:gd name="T8" fmla="*/ 147 w 147"/>
                    <a:gd name="T9" fmla="*/ 245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245"/>
                      </a:moveTo>
                      <a:lnTo>
                        <a:pt x="0" y="159"/>
                      </a:lnTo>
                      <a:lnTo>
                        <a:pt x="0" y="0"/>
                      </a:lnTo>
                      <a:lnTo>
                        <a:pt x="147" y="85"/>
                      </a:lnTo>
                      <a:lnTo>
                        <a:pt x="147" y="245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31" name="Freeform: Shape 230" descr="82c0a421-9992-449f-9720-2b5e933f0aa9"/>
                <p:cNvSpPr/>
                <p:nvPr/>
              </p:nvSpPr>
              <p:spPr bwMode="auto">
                <a:xfrm>
                  <a:off x="3872" y="1698"/>
                  <a:ext cx="147" cy="245"/>
                </a:xfrm>
                <a:custGeom>
                  <a:avLst/>
                  <a:gdLst>
                    <a:gd name="T0" fmla="*/ 147 w 147"/>
                    <a:gd name="T1" fmla="*/ 159 h 245"/>
                    <a:gd name="T2" fmla="*/ 0 w 147"/>
                    <a:gd name="T3" fmla="*/ 245 h 245"/>
                    <a:gd name="T4" fmla="*/ 0 w 147"/>
                    <a:gd name="T5" fmla="*/ 85 h 245"/>
                    <a:gd name="T6" fmla="*/ 147 w 147"/>
                    <a:gd name="T7" fmla="*/ 0 h 245"/>
                    <a:gd name="T8" fmla="*/ 147 w 147"/>
                    <a:gd name="T9" fmla="*/ 159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159"/>
                      </a:moveTo>
                      <a:lnTo>
                        <a:pt x="0" y="245"/>
                      </a:lnTo>
                      <a:lnTo>
                        <a:pt x="0" y="85"/>
                      </a:lnTo>
                      <a:lnTo>
                        <a:pt x="147" y="0"/>
                      </a:lnTo>
                      <a:lnTo>
                        <a:pt x="147" y="159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32" name="Freeform: Shape 231" descr="e0b17618-ca1e-4045-b5e9-f8dc8b6126c2"/>
                <p:cNvSpPr/>
                <p:nvPr/>
              </p:nvSpPr>
              <p:spPr bwMode="auto">
                <a:xfrm>
                  <a:off x="3889" y="1710"/>
                  <a:ext cx="297" cy="168"/>
                </a:xfrm>
                <a:custGeom>
                  <a:avLst/>
                  <a:gdLst>
                    <a:gd name="T0" fmla="*/ 147 w 297"/>
                    <a:gd name="T1" fmla="*/ 168 h 168"/>
                    <a:gd name="T2" fmla="*/ 0 w 297"/>
                    <a:gd name="T3" fmla="*/ 85 h 168"/>
                    <a:gd name="T4" fmla="*/ 147 w 297"/>
                    <a:gd name="T5" fmla="*/ 0 h 168"/>
                    <a:gd name="T6" fmla="*/ 297 w 297"/>
                    <a:gd name="T7" fmla="*/ 85 h 168"/>
                    <a:gd name="T8" fmla="*/ 147 w 297"/>
                    <a:gd name="T9" fmla="*/ 168 h 1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7" h="168">
                      <a:moveTo>
                        <a:pt x="147" y="168"/>
                      </a:moveTo>
                      <a:lnTo>
                        <a:pt x="0" y="85"/>
                      </a:lnTo>
                      <a:lnTo>
                        <a:pt x="147" y="0"/>
                      </a:lnTo>
                      <a:lnTo>
                        <a:pt x="297" y="85"/>
                      </a:lnTo>
                      <a:lnTo>
                        <a:pt x="147" y="16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33" name="Freeform: Shape 232" descr="595b1950-b4c4-44f5-b375-c0dbc5225bb5"/>
                <p:cNvSpPr/>
                <p:nvPr/>
              </p:nvSpPr>
              <p:spPr bwMode="auto">
                <a:xfrm>
                  <a:off x="3889" y="1795"/>
                  <a:ext cx="147" cy="243"/>
                </a:xfrm>
                <a:custGeom>
                  <a:avLst/>
                  <a:gdLst>
                    <a:gd name="T0" fmla="*/ 147 w 147"/>
                    <a:gd name="T1" fmla="*/ 243 h 243"/>
                    <a:gd name="T2" fmla="*/ 0 w 147"/>
                    <a:gd name="T3" fmla="*/ 157 h 243"/>
                    <a:gd name="T4" fmla="*/ 0 w 147"/>
                    <a:gd name="T5" fmla="*/ 0 h 243"/>
                    <a:gd name="T6" fmla="*/ 147 w 147"/>
                    <a:gd name="T7" fmla="*/ 83 h 243"/>
                    <a:gd name="T8" fmla="*/ 147 w 147"/>
                    <a:gd name="T9" fmla="*/ 243 h 2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3">
                      <a:moveTo>
                        <a:pt x="147" y="243"/>
                      </a:moveTo>
                      <a:lnTo>
                        <a:pt x="0" y="157"/>
                      </a:lnTo>
                      <a:lnTo>
                        <a:pt x="0" y="0"/>
                      </a:lnTo>
                      <a:lnTo>
                        <a:pt x="147" y="83"/>
                      </a:lnTo>
                      <a:lnTo>
                        <a:pt x="147" y="243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34" name="Freeform: Shape 233" descr="4c8309df-c34a-4f8e-b690-ea063a82487b"/>
                <p:cNvSpPr/>
                <p:nvPr/>
              </p:nvSpPr>
              <p:spPr bwMode="auto">
                <a:xfrm>
                  <a:off x="4036" y="1795"/>
                  <a:ext cx="150" cy="243"/>
                </a:xfrm>
                <a:custGeom>
                  <a:avLst/>
                  <a:gdLst>
                    <a:gd name="T0" fmla="*/ 150 w 150"/>
                    <a:gd name="T1" fmla="*/ 157 h 243"/>
                    <a:gd name="T2" fmla="*/ 0 w 150"/>
                    <a:gd name="T3" fmla="*/ 243 h 243"/>
                    <a:gd name="T4" fmla="*/ 0 w 150"/>
                    <a:gd name="T5" fmla="*/ 83 h 243"/>
                    <a:gd name="T6" fmla="*/ 150 w 150"/>
                    <a:gd name="T7" fmla="*/ 0 h 243"/>
                    <a:gd name="T8" fmla="*/ 150 w 150"/>
                    <a:gd name="T9" fmla="*/ 157 h 2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50" h="243">
                      <a:moveTo>
                        <a:pt x="150" y="157"/>
                      </a:moveTo>
                      <a:lnTo>
                        <a:pt x="0" y="243"/>
                      </a:lnTo>
                      <a:lnTo>
                        <a:pt x="0" y="83"/>
                      </a:lnTo>
                      <a:lnTo>
                        <a:pt x="150" y="0"/>
                      </a:lnTo>
                      <a:lnTo>
                        <a:pt x="150" y="157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35" name="Freeform: Shape 234" descr="1825696d-2cca-4c21-a762-376164c766c7"/>
                <p:cNvSpPr/>
                <p:nvPr/>
              </p:nvSpPr>
              <p:spPr bwMode="auto">
                <a:xfrm>
                  <a:off x="4055" y="1805"/>
                  <a:ext cx="295" cy="171"/>
                </a:xfrm>
                <a:custGeom>
                  <a:avLst/>
                  <a:gdLst>
                    <a:gd name="T0" fmla="*/ 148 w 295"/>
                    <a:gd name="T1" fmla="*/ 171 h 171"/>
                    <a:gd name="T2" fmla="*/ 0 w 295"/>
                    <a:gd name="T3" fmla="*/ 85 h 171"/>
                    <a:gd name="T4" fmla="*/ 148 w 295"/>
                    <a:gd name="T5" fmla="*/ 0 h 171"/>
                    <a:gd name="T6" fmla="*/ 295 w 295"/>
                    <a:gd name="T7" fmla="*/ 85 h 171"/>
                    <a:gd name="T8" fmla="*/ 148 w 295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71">
                      <a:moveTo>
                        <a:pt x="148" y="171"/>
                      </a:moveTo>
                      <a:lnTo>
                        <a:pt x="0" y="85"/>
                      </a:lnTo>
                      <a:lnTo>
                        <a:pt x="148" y="0"/>
                      </a:lnTo>
                      <a:lnTo>
                        <a:pt x="295" y="85"/>
                      </a:lnTo>
                      <a:lnTo>
                        <a:pt x="148" y="17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36" name="Freeform: Shape 235" descr="f17cce3c-90b4-4181-ab75-bdf9253a5014"/>
                <p:cNvSpPr/>
                <p:nvPr/>
              </p:nvSpPr>
              <p:spPr bwMode="auto">
                <a:xfrm>
                  <a:off x="4055" y="1890"/>
                  <a:ext cx="148" cy="243"/>
                </a:xfrm>
                <a:custGeom>
                  <a:avLst/>
                  <a:gdLst>
                    <a:gd name="T0" fmla="*/ 148 w 148"/>
                    <a:gd name="T1" fmla="*/ 243 h 243"/>
                    <a:gd name="T2" fmla="*/ 0 w 148"/>
                    <a:gd name="T3" fmla="*/ 160 h 243"/>
                    <a:gd name="T4" fmla="*/ 0 w 148"/>
                    <a:gd name="T5" fmla="*/ 0 h 243"/>
                    <a:gd name="T6" fmla="*/ 148 w 148"/>
                    <a:gd name="T7" fmla="*/ 86 h 243"/>
                    <a:gd name="T8" fmla="*/ 148 w 148"/>
                    <a:gd name="T9" fmla="*/ 243 h 2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3">
                      <a:moveTo>
                        <a:pt x="148" y="243"/>
                      </a:moveTo>
                      <a:lnTo>
                        <a:pt x="0" y="160"/>
                      </a:lnTo>
                      <a:lnTo>
                        <a:pt x="0" y="0"/>
                      </a:lnTo>
                      <a:lnTo>
                        <a:pt x="148" y="86"/>
                      </a:lnTo>
                      <a:lnTo>
                        <a:pt x="148" y="243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37" name="Freeform: Shape 236" descr="83de53ee-a90f-40bf-9ab7-bb0c260caa23"/>
                <p:cNvSpPr/>
                <p:nvPr/>
              </p:nvSpPr>
              <p:spPr bwMode="auto">
                <a:xfrm>
                  <a:off x="4203" y="1890"/>
                  <a:ext cx="147" cy="243"/>
                </a:xfrm>
                <a:custGeom>
                  <a:avLst/>
                  <a:gdLst>
                    <a:gd name="T0" fmla="*/ 147 w 147"/>
                    <a:gd name="T1" fmla="*/ 160 h 243"/>
                    <a:gd name="T2" fmla="*/ 0 w 147"/>
                    <a:gd name="T3" fmla="*/ 243 h 243"/>
                    <a:gd name="T4" fmla="*/ 0 w 147"/>
                    <a:gd name="T5" fmla="*/ 86 h 243"/>
                    <a:gd name="T6" fmla="*/ 147 w 147"/>
                    <a:gd name="T7" fmla="*/ 0 h 243"/>
                    <a:gd name="T8" fmla="*/ 147 w 147"/>
                    <a:gd name="T9" fmla="*/ 160 h 2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3">
                      <a:moveTo>
                        <a:pt x="147" y="160"/>
                      </a:moveTo>
                      <a:lnTo>
                        <a:pt x="0" y="243"/>
                      </a:lnTo>
                      <a:lnTo>
                        <a:pt x="0" y="86"/>
                      </a:lnTo>
                      <a:lnTo>
                        <a:pt x="147" y="0"/>
                      </a:lnTo>
                      <a:lnTo>
                        <a:pt x="147" y="160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38" name="Freeform: Shape 237" descr="be9bdd7f-1df5-4380-bda7-e2995056c77e"/>
                <p:cNvSpPr/>
                <p:nvPr/>
              </p:nvSpPr>
              <p:spPr bwMode="auto">
                <a:xfrm>
                  <a:off x="4222" y="1900"/>
                  <a:ext cx="294" cy="171"/>
                </a:xfrm>
                <a:custGeom>
                  <a:avLst/>
                  <a:gdLst>
                    <a:gd name="T0" fmla="*/ 147 w 294"/>
                    <a:gd name="T1" fmla="*/ 171 h 171"/>
                    <a:gd name="T2" fmla="*/ 0 w 294"/>
                    <a:gd name="T3" fmla="*/ 85 h 171"/>
                    <a:gd name="T4" fmla="*/ 147 w 294"/>
                    <a:gd name="T5" fmla="*/ 0 h 171"/>
                    <a:gd name="T6" fmla="*/ 294 w 294"/>
                    <a:gd name="T7" fmla="*/ 85 h 171"/>
                    <a:gd name="T8" fmla="*/ 147 w 294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4" h="171">
                      <a:moveTo>
                        <a:pt x="147" y="171"/>
                      </a:moveTo>
                      <a:lnTo>
                        <a:pt x="0" y="85"/>
                      </a:lnTo>
                      <a:lnTo>
                        <a:pt x="147" y="0"/>
                      </a:lnTo>
                      <a:lnTo>
                        <a:pt x="294" y="85"/>
                      </a:lnTo>
                      <a:lnTo>
                        <a:pt x="147" y="17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39" name="Freeform: Shape 238" descr="903c7bc0-33e1-41d2-a859-71fc76de38e5"/>
                <p:cNvSpPr/>
                <p:nvPr/>
              </p:nvSpPr>
              <p:spPr bwMode="auto">
                <a:xfrm>
                  <a:off x="4222" y="1985"/>
                  <a:ext cx="147" cy="245"/>
                </a:xfrm>
                <a:custGeom>
                  <a:avLst/>
                  <a:gdLst>
                    <a:gd name="T0" fmla="*/ 147 w 147"/>
                    <a:gd name="T1" fmla="*/ 245 h 245"/>
                    <a:gd name="T2" fmla="*/ 0 w 147"/>
                    <a:gd name="T3" fmla="*/ 160 h 245"/>
                    <a:gd name="T4" fmla="*/ 0 w 147"/>
                    <a:gd name="T5" fmla="*/ 0 h 245"/>
                    <a:gd name="T6" fmla="*/ 147 w 147"/>
                    <a:gd name="T7" fmla="*/ 86 h 245"/>
                    <a:gd name="T8" fmla="*/ 147 w 147"/>
                    <a:gd name="T9" fmla="*/ 245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245"/>
                      </a:moveTo>
                      <a:lnTo>
                        <a:pt x="0" y="160"/>
                      </a:lnTo>
                      <a:lnTo>
                        <a:pt x="0" y="0"/>
                      </a:lnTo>
                      <a:lnTo>
                        <a:pt x="147" y="86"/>
                      </a:lnTo>
                      <a:lnTo>
                        <a:pt x="147" y="245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40" name="Freeform: Shape 239" descr="fa2ee559-9eac-4634-b5bc-4e7976669061"/>
                <p:cNvSpPr/>
                <p:nvPr/>
              </p:nvSpPr>
              <p:spPr bwMode="auto">
                <a:xfrm>
                  <a:off x="4369" y="1985"/>
                  <a:ext cx="147" cy="245"/>
                </a:xfrm>
                <a:custGeom>
                  <a:avLst/>
                  <a:gdLst>
                    <a:gd name="T0" fmla="*/ 147 w 147"/>
                    <a:gd name="T1" fmla="*/ 160 h 245"/>
                    <a:gd name="T2" fmla="*/ 0 w 147"/>
                    <a:gd name="T3" fmla="*/ 245 h 245"/>
                    <a:gd name="T4" fmla="*/ 0 w 147"/>
                    <a:gd name="T5" fmla="*/ 86 h 245"/>
                    <a:gd name="T6" fmla="*/ 147 w 147"/>
                    <a:gd name="T7" fmla="*/ 0 h 245"/>
                    <a:gd name="T8" fmla="*/ 147 w 147"/>
                    <a:gd name="T9" fmla="*/ 160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160"/>
                      </a:moveTo>
                      <a:lnTo>
                        <a:pt x="0" y="245"/>
                      </a:lnTo>
                      <a:lnTo>
                        <a:pt x="0" y="86"/>
                      </a:lnTo>
                      <a:lnTo>
                        <a:pt x="147" y="0"/>
                      </a:lnTo>
                      <a:lnTo>
                        <a:pt x="147" y="160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41" name="Freeform: Shape 240" descr="5e74b2bd-de47-4d1f-9dc0-2a8bf52742d2"/>
                <p:cNvSpPr/>
                <p:nvPr/>
              </p:nvSpPr>
              <p:spPr bwMode="auto">
                <a:xfrm>
                  <a:off x="3722" y="1805"/>
                  <a:ext cx="295" cy="171"/>
                </a:xfrm>
                <a:custGeom>
                  <a:avLst/>
                  <a:gdLst>
                    <a:gd name="T0" fmla="*/ 148 w 295"/>
                    <a:gd name="T1" fmla="*/ 171 h 171"/>
                    <a:gd name="T2" fmla="*/ 0 w 295"/>
                    <a:gd name="T3" fmla="*/ 85 h 171"/>
                    <a:gd name="T4" fmla="*/ 148 w 295"/>
                    <a:gd name="T5" fmla="*/ 0 h 171"/>
                    <a:gd name="T6" fmla="*/ 295 w 295"/>
                    <a:gd name="T7" fmla="*/ 85 h 171"/>
                    <a:gd name="T8" fmla="*/ 148 w 295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71">
                      <a:moveTo>
                        <a:pt x="148" y="171"/>
                      </a:moveTo>
                      <a:lnTo>
                        <a:pt x="0" y="85"/>
                      </a:lnTo>
                      <a:lnTo>
                        <a:pt x="148" y="0"/>
                      </a:lnTo>
                      <a:lnTo>
                        <a:pt x="295" y="85"/>
                      </a:lnTo>
                      <a:lnTo>
                        <a:pt x="148" y="171"/>
                      </a:lnTo>
                      <a:close/>
                    </a:path>
                  </a:pathLst>
                </a:custGeom>
                <a:solidFill>
                  <a:srgbClr val="BCB5A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42" name="Freeform: Shape 241" descr="8f3ae8dd-f320-465d-a498-c20e20cc7add"/>
                <p:cNvSpPr/>
                <p:nvPr/>
              </p:nvSpPr>
              <p:spPr bwMode="auto">
                <a:xfrm>
                  <a:off x="3722" y="1890"/>
                  <a:ext cx="148" cy="245"/>
                </a:xfrm>
                <a:custGeom>
                  <a:avLst/>
                  <a:gdLst>
                    <a:gd name="T0" fmla="*/ 148 w 148"/>
                    <a:gd name="T1" fmla="*/ 245 h 245"/>
                    <a:gd name="T2" fmla="*/ 0 w 148"/>
                    <a:gd name="T3" fmla="*/ 160 h 245"/>
                    <a:gd name="T4" fmla="*/ 0 w 148"/>
                    <a:gd name="T5" fmla="*/ 0 h 245"/>
                    <a:gd name="T6" fmla="*/ 148 w 148"/>
                    <a:gd name="T7" fmla="*/ 86 h 245"/>
                    <a:gd name="T8" fmla="*/ 148 w 148"/>
                    <a:gd name="T9" fmla="*/ 245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5">
                      <a:moveTo>
                        <a:pt x="148" y="245"/>
                      </a:moveTo>
                      <a:lnTo>
                        <a:pt x="0" y="160"/>
                      </a:lnTo>
                      <a:lnTo>
                        <a:pt x="0" y="0"/>
                      </a:lnTo>
                      <a:lnTo>
                        <a:pt x="148" y="86"/>
                      </a:lnTo>
                      <a:lnTo>
                        <a:pt x="148" y="245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43" name="Freeform: Shape 242" descr="54794de8-44a0-489d-82a5-d3e0fe4f5335"/>
                <p:cNvSpPr/>
                <p:nvPr/>
              </p:nvSpPr>
              <p:spPr bwMode="auto">
                <a:xfrm>
                  <a:off x="3870" y="1890"/>
                  <a:ext cx="147" cy="245"/>
                </a:xfrm>
                <a:custGeom>
                  <a:avLst/>
                  <a:gdLst>
                    <a:gd name="T0" fmla="*/ 147 w 147"/>
                    <a:gd name="T1" fmla="*/ 160 h 245"/>
                    <a:gd name="T2" fmla="*/ 0 w 147"/>
                    <a:gd name="T3" fmla="*/ 245 h 245"/>
                    <a:gd name="T4" fmla="*/ 0 w 147"/>
                    <a:gd name="T5" fmla="*/ 86 h 245"/>
                    <a:gd name="T6" fmla="*/ 147 w 147"/>
                    <a:gd name="T7" fmla="*/ 0 h 245"/>
                    <a:gd name="T8" fmla="*/ 147 w 147"/>
                    <a:gd name="T9" fmla="*/ 160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160"/>
                      </a:moveTo>
                      <a:lnTo>
                        <a:pt x="0" y="245"/>
                      </a:lnTo>
                      <a:lnTo>
                        <a:pt x="0" y="86"/>
                      </a:lnTo>
                      <a:lnTo>
                        <a:pt x="147" y="0"/>
                      </a:lnTo>
                      <a:lnTo>
                        <a:pt x="147" y="160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44" name="Freeform: Shape 243" descr="5eefd478-090a-47a4-9a52-6bf0771ac2a9"/>
                <p:cNvSpPr/>
                <p:nvPr/>
              </p:nvSpPr>
              <p:spPr bwMode="auto">
                <a:xfrm>
                  <a:off x="3889" y="1900"/>
                  <a:ext cx="295" cy="171"/>
                </a:xfrm>
                <a:custGeom>
                  <a:avLst/>
                  <a:gdLst>
                    <a:gd name="T0" fmla="*/ 147 w 295"/>
                    <a:gd name="T1" fmla="*/ 171 h 171"/>
                    <a:gd name="T2" fmla="*/ 0 w 295"/>
                    <a:gd name="T3" fmla="*/ 85 h 171"/>
                    <a:gd name="T4" fmla="*/ 147 w 295"/>
                    <a:gd name="T5" fmla="*/ 0 h 171"/>
                    <a:gd name="T6" fmla="*/ 295 w 295"/>
                    <a:gd name="T7" fmla="*/ 85 h 171"/>
                    <a:gd name="T8" fmla="*/ 147 w 295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71">
                      <a:moveTo>
                        <a:pt x="147" y="171"/>
                      </a:moveTo>
                      <a:lnTo>
                        <a:pt x="0" y="85"/>
                      </a:lnTo>
                      <a:lnTo>
                        <a:pt x="147" y="0"/>
                      </a:lnTo>
                      <a:lnTo>
                        <a:pt x="295" y="85"/>
                      </a:lnTo>
                      <a:lnTo>
                        <a:pt x="147" y="17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45" name="Freeform: Shape 244" descr="62dc2ae5-4f4f-4208-a469-07ba34b2597a"/>
                <p:cNvSpPr/>
                <p:nvPr/>
              </p:nvSpPr>
              <p:spPr bwMode="auto">
                <a:xfrm>
                  <a:off x="3889" y="1985"/>
                  <a:ext cx="147" cy="245"/>
                </a:xfrm>
                <a:custGeom>
                  <a:avLst/>
                  <a:gdLst>
                    <a:gd name="T0" fmla="*/ 147 w 147"/>
                    <a:gd name="T1" fmla="*/ 245 h 245"/>
                    <a:gd name="T2" fmla="*/ 0 w 147"/>
                    <a:gd name="T3" fmla="*/ 160 h 245"/>
                    <a:gd name="T4" fmla="*/ 0 w 147"/>
                    <a:gd name="T5" fmla="*/ 0 h 245"/>
                    <a:gd name="T6" fmla="*/ 147 w 147"/>
                    <a:gd name="T7" fmla="*/ 86 h 245"/>
                    <a:gd name="T8" fmla="*/ 147 w 147"/>
                    <a:gd name="T9" fmla="*/ 245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245"/>
                      </a:moveTo>
                      <a:lnTo>
                        <a:pt x="0" y="160"/>
                      </a:lnTo>
                      <a:lnTo>
                        <a:pt x="0" y="0"/>
                      </a:lnTo>
                      <a:lnTo>
                        <a:pt x="147" y="86"/>
                      </a:lnTo>
                      <a:lnTo>
                        <a:pt x="147" y="245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46" name="Freeform: Shape 245" descr="2bb9696c-bb50-4312-b2ea-06465904e368"/>
                <p:cNvSpPr/>
                <p:nvPr/>
              </p:nvSpPr>
              <p:spPr bwMode="auto">
                <a:xfrm>
                  <a:off x="4036" y="1985"/>
                  <a:ext cx="148" cy="245"/>
                </a:xfrm>
                <a:custGeom>
                  <a:avLst/>
                  <a:gdLst>
                    <a:gd name="T0" fmla="*/ 148 w 148"/>
                    <a:gd name="T1" fmla="*/ 160 h 245"/>
                    <a:gd name="T2" fmla="*/ 0 w 148"/>
                    <a:gd name="T3" fmla="*/ 245 h 245"/>
                    <a:gd name="T4" fmla="*/ 0 w 148"/>
                    <a:gd name="T5" fmla="*/ 86 h 245"/>
                    <a:gd name="T6" fmla="*/ 148 w 148"/>
                    <a:gd name="T7" fmla="*/ 0 h 245"/>
                    <a:gd name="T8" fmla="*/ 148 w 148"/>
                    <a:gd name="T9" fmla="*/ 160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5">
                      <a:moveTo>
                        <a:pt x="148" y="160"/>
                      </a:moveTo>
                      <a:lnTo>
                        <a:pt x="0" y="245"/>
                      </a:lnTo>
                      <a:lnTo>
                        <a:pt x="0" y="86"/>
                      </a:lnTo>
                      <a:lnTo>
                        <a:pt x="148" y="0"/>
                      </a:lnTo>
                      <a:lnTo>
                        <a:pt x="148" y="160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47" name="Freeform: Shape 246" descr="62e5c0ce-5366-484a-a026-4ede2380f30c"/>
                <p:cNvSpPr/>
                <p:nvPr/>
              </p:nvSpPr>
              <p:spPr bwMode="auto">
                <a:xfrm>
                  <a:off x="4443" y="2222"/>
                  <a:ext cx="295" cy="171"/>
                </a:xfrm>
                <a:custGeom>
                  <a:avLst/>
                  <a:gdLst>
                    <a:gd name="T0" fmla="*/ 147 w 295"/>
                    <a:gd name="T1" fmla="*/ 171 h 171"/>
                    <a:gd name="T2" fmla="*/ 0 w 295"/>
                    <a:gd name="T3" fmla="*/ 85 h 171"/>
                    <a:gd name="T4" fmla="*/ 147 w 295"/>
                    <a:gd name="T5" fmla="*/ 0 h 171"/>
                    <a:gd name="T6" fmla="*/ 295 w 295"/>
                    <a:gd name="T7" fmla="*/ 85 h 171"/>
                    <a:gd name="T8" fmla="*/ 147 w 295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71">
                      <a:moveTo>
                        <a:pt x="147" y="171"/>
                      </a:moveTo>
                      <a:lnTo>
                        <a:pt x="0" y="85"/>
                      </a:lnTo>
                      <a:lnTo>
                        <a:pt x="147" y="0"/>
                      </a:lnTo>
                      <a:lnTo>
                        <a:pt x="295" y="85"/>
                      </a:lnTo>
                      <a:lnTo>
                        <a:pt x="147" y="171"/>
                      </a:lnTo>
                      <a:close/>
                    </a:path>
                  </a:pathLst>
                </a:custGeom>
                <a:solidFill>
                  <a:srgbClr val="2D83EE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48" name="Freeform: Shape 247" descr="7392c396-e08d-4ce8-89d5-08c90115f621"/>
                <p:cNvSpPr/>
                <p:nvPr/>
              </p:nvSpPr>
              <p:spPr bwMode="auto">
                <a:xfrm>
                  <a:off x="4443" y="2306"/>
                  <a:ext cx="147" cy="242"/>
                </a:xfrm>
                <a:custGeom>
                  <a:avLst/>
                  <a:gdLst>
                    <a:gd name="T0" fmla="*/ 147 w 147"/>
                    <a:gd name="T1" fmla="*/ 242 h 242"/>
                    <a:gd name="T2" fmla="*/ 0 w 147"/>
                    <a:gd name="T3" fmla="*/ 159 h 242"/>
                    <a:gd name="T4" fmla="*/ 0 w 147"/>
                    <a:gd name="T5" fmla="*/ 0 h 242"/>
                    <a:gd name="T6" fmla="*/ 147 w 147"/>
                    <a:gd name="T7" fmla="*/ 86 h 242"/>
                    <a:gd name="T8" fmla="*/ 147 w 147"/>
                    <a:gd name="T9" fmla="*/ 242 h 2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1">
                      <a:moveTo>
                        <a:pt x="147" y="242"/>
                      </a:moveTo>
                      <a:lnTo>
                        <a:pt x="0" y="159"/>
                      </a:lnTo>
                      <a:lnTo>
                        <a:pt x="0" y="0"/>
                      </a:lnTo>
                      <a:lnTo>
                        <a:pt x="147" y="86"/>
                      </a:lnTo>
                      <a:lnTo>
                        <a:pt x="147" y="242"/>
                      </a:lnTo>
                      <a:close/>
                    </a:path>
                  </a:pathLst>
                </a:custGeom>
                <a:solidFill>
                  <a:srgbClr val="0647A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49" name="Freeform: Shape 248" descr="6c75bb05-de38-418c-8f55-f5380a8bf92d"/>
                <p:cNvSpPr/>
                <p:nvPr/>
              </p:nvSpPr>
              <p:spPr bwMode="auto">
                <a:xfrm>
                  <a:off x="4590" y="2306"/>
                  <a:ext cx="148" cy="242"/>
                </a:xfrm>
                <a:custGeom>
                  <a:avLst/>
                  <a:gdLst>
                    <a:gd name="T0" fmla="*/ 148 w 148"/>
                    <a:gd name="T1" fmla="*/ 159 h 242"/>
                    <a:gd name="T2" fmla="*/ 0 w 148"/>
                    <a:gd name="T3" fmla="*/ 242 h 242"/>
                    <a:gd name="T4" fmla="*/ 0 w 148"/>
                    <a:gd name="T5" fmla="*/ 86 h 242"/>
                    <a:gd name="T6" fmla="*/ 148 w 148"/>
                    <a:gd name="T7" fmla="*/ 0 h 242"/>
                    <a:gd name="T8" fmla="*/ 148 w 148"/>
                    <a:gd name="T9" fmla="*/ 159 h 2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1">
                      <a:moveTo>
                        <a:pt x="148" y="159"/>
                      </a:moveTo>
                      <a:lnTo>
                        <a:pt x="0" y="242"/>
                      </a:lnTo>
                      <a:lnTo>
                        <a:pt x="0" y="86"/>
                      </a:lnTo>
                      <a:lnTo>
                        <a:pt x="148" y="0"/>
                      </a:lnTo>
                      <a:lnTo>
                        <a:pt x="148" y="159"/>
                      </a:lnTo>
                      <a:close/>
                    </a:path>
                  </a:pathLst>
                </a:custGeom>
                <a:solidFill>
                  <a:srgbClr val="1C64D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50" name="Freeform: Shape 249" descr="c73c3412-51d9-4007-ae9e-bb7967388202"/>
                <p:cNvSpPr/>
                <p:nvPr/>
              </p:nvSpPr>
              <p:spPr bwMode="auto">
                <a:xfrm>
                  <a:off x="3556" y="1902"/>
                  <a:ext cx="295" cy="169"/>
                </a:xfrm>
                <a:custGeom>
                  <a:avLst/>
                  <a:gdLst>
                    <a:gd name="T0" fmla="*/ 147 w 295"/>
                    <a:gd name="T1" fmla="*/ 169 h 169"/>
                    <a:gd name="T2" fmla="*/ 0 w 295"/>
                    <a:gd name="T3" fmla="*/ 83 h 169"/>
                    <a:gd name="T4" fmla="*/ 147 w 295"/>
                    <a:gd name="T5" fmla="*/ 0 h 169"/>
                    <a:gd name="T6" fmla="*/ 295 w 295"/>
                    <a:gd name="T7" fmla="*/ 83 h 169"/>
                    <a:gd name="T8" fmla="*/ 147 w 295"/>
                    <a:gd name="T9" fmla="*/ 169 h 1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69">
                      <a:moveTo>
                        <a:pt x="147" y="169"/>
                      </a:moveTo>
                      <a:lnTo>
                        <a:pt x="0" y="83"/>
                      </a:lnTo>
                      <a:lnTo>
                        <a:pt x="147" y="0"/>
                      </a:lnTo>
                      <a:lnTo>
                        <a:pt x="295" y="83"/>
                      </a:lnTo>
                      <a:lnTo>
                        <a:pt x="147" y="169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51" name="Freeform: Shape 250" descr="dc5f1eff-0482-4914-980d-623f31505b46"/>
                <p:cNvSpPr/>
                <p:nvPr/>
              </p:nvSpPr>
              <p:spPr bwMode="auto">
                <a:xfrm>
                  <a:off x="3556" y="1985"/>
                  <a:ext cx="147" cy="245"/>
                </a:xfrm>
                <a:custGeom>
                  <a:avLst/>
                  <a:gdLst>
                    <a:gd name="T0" fmla="*/ 147 w 147"/>
                    <a:gd name="T1" fmla="*/ 245 h 245"/>
                    <a:gd name="T2" fmla="*/ 0 w 147"/>
                    <a:gd name="T3" fmla="*/ 160 h 245"/>
                    <a:gd name="T4" fmla="*/ 0 w 147"/>
                    <a:gd name="T5" fmla="*/ 0 h 245"/>
                    <a:gd name="T6" fmla="*/ 147 w 147"/>
                    <a:gd name="T7" fmla="*/ 86 h 245"/>
                    <a:gd name="T8" fmla="*/ 147 w 147"/>
                    <a:gd name="T9" fmla="*/ 245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245"/>
                      </a:moveTo>
                      <a:lnTo>
                        <a:pt x="0" y="160"/>
                      </a:lnTo>
                      <a:lnTo>
                        <a:pt x="0" y="0"/>
                      </a:lnTo>
                      <a:lnTo>
                        <a:pt x="147" y="86"/>
                      </a:lnTo>
                      <a:lnTo>
                        <a:pt x="147" y="245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52" name="Freeform: Shape 251" descr="d8272f45-33fd-4524-827c-bc4f80bdfd27"/>
                <p:cNvSpPr/>
                <p:nvPr/>
              </p:nvSpPr>
              <p:spPr bwMode="auto">
                <a:xfrm>
                  <a:off x="3703" y="1985"/>
                  <a:ext cx="148" cy="245"/>
                </a:xfrm>
                <a:custGeom>
                  <a:avLst/>
                  <a:gdLst>
                    <a:gd name="T0" fmla="*/ 148 w 148"/>
                    <a:gd name="T1" fmla="*/ 160 h 245"/>
                    <a:gd name="T2" fmla="*/ 0 w 148"/>
                    <a:gd name="T3" fmla="*/ 245 h 245"/>
                    <a:gd name="T4" fmla="*/ 0 w 148"/>
                    <a:gd name="T5" fmla="*/ 86 h 245"/>
                    <a:gd name="T6" fmla="*/ 148 w 148"/>
                    <a:gd name="T7" fmla="*/ 0 h 245"/>
                    <a:gd name="T8" fmla="*/ 148 w 148"/>
                    <a:gd name="T9" fmla="*/ 160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5">
                      <a:moveTo>
                        <a:pt x="148" y="160"/>
                      </a:moveTo>
                      <a:lnTo>
                        <a:pt x="0" y="245"/>
                      </a:lnTo>
                      <a:lnTo>
                        <a:pt x="0" y="86"/>
                      </a:lnTo>
                      <a:lnTo>
                        <a:pt x="148" y="0"/>
                      </a:lnTo>
                      <a:lnTo>
                        <a:pt x="148" y="160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53" name="Freeform: Shape 252" descr="1a509b78-ab24-4210-9e54-1fcbfcbf6508"/>
                <p:cNvSpPr/>
                <p:nvPr/>
              </p:nvSpPr>
              <p:spPr bwMode="auto">
                <a:xfrm>
                  <a:off x="3722" y="1997"/>
                  <a:ext cx="295" cy="171"/>
                </a:xfrm>
                <a:custGeom>
                  <a:avLst/>
                  <a:gdLst>
                    <a:gd name="T0" fmla="*/ 148 w 295"/>
                    <a:gd name="T1" fmla="*/ 171 h 171"/>
                    <a:gd name="T2" fmla="*/ 0 w 295"/>
                    <a:gd name="T3" fmla="*/ 86 h 171"/>
                    <a:gd name="T4" fmla="*/ 148 w 295"/>
                    <a:gd name="T5" fmla="*/ 0 h 171"/>
                    <a:gd name="T6" fmla="*/ 295 w 295"/>
                    <a:gd name="T7" fmla="*/ 86 h 171"/>
                    <a:gd name="T8" fmla="*/ 148 w 295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71">
                      <a:moveTo>
                        <a:pt x="148" y="171"/>
                      </a:moveTo>
                      <a:lnTo>
                        <a:pt x="0" y="86"/>
                      </a:lnTo>
                      <a:lnTo>
                        <a:pt x="148" y="0"/>
                      </a:lnTo>
                      <a:lnTo>
                        <a:pt x="295" y="86"/>
                      </a:lnTo>
                      <a:lnTo>
                        <a:pt x="148" y="17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54" name="Freeform: Shape 253" descr="7356b0e3-ca69-4edc-8b00-2d3ab530377e"/>
                <p:cNvSpPr/>
                <p:nvPr/>
              </p:nvSpPr>
              <p:spPr bwMode="auto">
                <a:xfrm>
                  <a:off x="3722" y="2083"/>
                  <a:ext cx="148" cy="242"/>
                </a:xfrm>
                <a:custGeom>
                  <a:avLst/>
                  <a:gdLst>
                    <a:gd name="T0" fmla="*/ 148 w 148"/>
                    <a:gd name="T1" fmla="*/ 242 h 242"/>
                    <a:gd name="T2" fmla="*/ 0 w 148"/>
                    <a:gd name="T3" fmla="*/ 159 h 242"/>
                    <a:gd name="T4" fmla="*/ 0 w 148"/>
                    <a:gd name="T5" fmla="*/ 0 h 242"/>
                    <a:gd name="T6" fmla="*/ 148 w 148"/>
                    <a:gd name="T7" fmla="*/ 85 h 242"/>
                    <a:gd name="T8" fmla="*/ 148 w 148"/>
                    <a:gd name="T9" fmla="*/ 242 h 2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1">
                      <a:moveTo>
                        <a:pt x="148" y="242"/>
                      </a:moveTo>
                      <a:lnTo>
                        <a:pt x="0" y="159"/>
                      </a:lnTo>
                      <a:lnTo>
                        <a:pt x="0" y="0"/>
                      </a:lnTo>
                      <a:lnTo>
                        <a:pt x="148" y="85"/>
                      </a:lnTo>
                      <a:lnTo>
                        <a:pt x="148" y="242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55" name="Freeform: Shape 254" descr="5a342b7f-8c7e-4b54-b348-3497f32cacbb"/>
                <p:cNvSpPr/>
                <p:nvPr/>
              </p:nvSpPr>
              <p:spPr bwMode="auto">
                <a:xfrm>
                  <a:off x="3870" y="2083"/>
                  <a:ext cx="147" cy="242"/>
                </a:xfrm>
                <a:custGeom>
                  <a:avLst/>
                  <a:gdLst>
                    <a:gd name="T0" fmla="*/ 147 w 147"/>
                    <a:gd name="T1" fmla="*/ 159 h 242"/>
                    <a:gd name="T2" fmla="*/ 0 w 147"/>
                    <a:gd name="T3" fmla="*/ 242 h 242"/>
                    <a:gd name="T4" fmla="*/ 0 w 147"/>
                    <a:gd name="T5" fmla="*/ 85 h 242"/>
                    <a:gd name="T6" fmla="*/ 147 w 147"/>
                    <a:gd name="T7" fmla="*/ 0 h 242"/>
                    <a:gd name="T8" fmla="*/ 147 w 147"/>
                    <a:gd name="T9" fmla="*/ 159 h 2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1">
                      <a:moveTo>
                        <a:pt x="147" y="159"/>
                      </a:moveTo>
                      <a:lnTo>
                        <a:pt x="0" y="242"/>
                      </a:lnTo>
                      <a:lnTo>
                        <a:pt x="0" y="85"/>
                      </a:lnTo>
                      <a:lnTo>
                        <a:pt x="147" y="0"/>
                      </a:lnTo>
                      <a:lnTo>
                        <a:pt x="147" y="159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56" name="Freeform: Shape 255" descr="6bf4e8d8-bf87-4b39-8bf8-3080aa916f85"/>
                <p:cNvSpPr/>
                <p:nvPr/>
              </p:nvSpPr>
              <p:spPr bwMode="auto">
                <a:xfrm>
                  <a:off x="3889" y="2092"/>
                  <a:ext cx="295" cy="171"/>
                </a:xfrm>
                <a:custGeom>
                  <a:avLst/>
                  <a:gdLst>
                    <a:gd name="T0" fmla="*/ 147 w 295"/>
                    <a:gd name="T1" fmla="*/ 171 h 171"/>
                    <a:gd name="T2" fmla="*/ 0 w 295"/>
                    <a:gd name="T3" fmla="*/ 86 h 171"/>
                    <a:gd name="T4" fmla="*/ 147 w 295"/>
                    <a:gd name="T5" fmla="*/ 0 h 171"/>
                    <a:gd name="T6" fmla="*/ 295 w 295"/>
                    <a:gd name="T7" fmla="*/ 86 h 171"/>
                    <a:gd name="T8" fmla="*/ 147 w 295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71">
                      <a:moveTo>
                        <a:pt x="147" y="171"/>
                      </a:moveTo>
                      <a:lnTo>
                        <a:pt x="0" y="86"/>
                      </a:lnTo>
                      <a:lnTo>
                        <a:pt x="147" y="0"/>
                      </a:lnTo>
                      <a:lnTo>
                        <a:pt x="295" y="86"/>
                      </a:lnTo>
                      <a:lnTo>
                        <a:pt x="147" y="17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57" name="Freeform: Shape 256" descr="895714ef-7fb4-4eba-b696-c7eb5094593b"/>
                <p:cNvSpPr/>
                <p:nvPr/>
              </p:nvSpPr>
              <p:spPr bwMode="auto">
                <a:xfrm>
                  <a:off x="3889" y="2178"/>
                  <a:ext cx="147" cy="245"/>
                </a:xfrm>
                <a:custGeom>
                  <a:avLst/>
                  <a:gdLst>
                    <a:gd name="T0" fmla="*/ 147 w 147"/>
                    <a:gd name="T1" fmla="*/ 245 h 245"/>
                    <a:gd name="T2" fmla="*/ 0 w 147"/>
                    <a:gd name="T3" fmla="*/ 159 h 245"/>
                    <a:gd name="T4" fmla="*/ 0 w 147"/>
                    <a:gd name="T5" fmla="*/ 0 h 245"/>
                    <a:gd name="T6" fmla="*/ 147 w 147"/>
                    <a:gd name="T7" fmla="*/ 85 h 245"/>
                    <a:gd name="T8" fmla="*/ 147 w 147"/>
                    <a:gd name="T9" fmla="*/ 245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245"/>
                      </a:moveTo>
                      <a:lnTo>
                        <a:pt x="0" y="159"/>
                      </a:lnTo>
                      <a:lnTo>
                        <a:pt x="0" y="0"/>
                      </a:lnTo>
                      <a:lnTo>
                        <a:pt x="147" y="85"/>
                      </a:lnTo>
                      <a:lnTo>
                        <a:pt x="147" y="245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58" name="Freeform: Shape 257" descr="cdec5541-1131-48f8-abe4-02bec4ce3e7e"/>
                <p:cNvSpPr/>
                <p:nvPr/>
              </p:nvSpPr>
              <p:spPr bwMode="auto">
                <a:xfrm>
                  <a:off x="4036" y="2178"/>
                  <a:ext cx="148" cy="245"/>
                </a:xfrm>
                <a:custGeom>
                  <a:avLst/>
                  <a:gdLst>
                    <a:gd name="T0" fmla="*/ 148 w 148"/>
                    <a:gd name="T1" fmla="*/ 159 h 245"/>
                    <a:gd name="T2" fmla="*/ 0 w 148"/>
                    <a:gd name="T3" fmla="*/ 245 h 245"/>
                    <a:gd name="T4" fmla="*/ 0 w 148"/>
                    <a:gd name="T5" fmla="*/ 85 h 245"/>
                    <a:gd name="T6" fmla="*/ 148 w 148"/>
                    <a:gd name="T7" fmla="*/ 0 h 245"/>
                    <a:gd name="T8" fmla="*/ 148 w 148"/>
                    <a:gd name="T9" fmla="*/ 159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5">
                      <a:moveTo>
                        <a:pt x="148" y="159"/>
                      </a:moveTo>
                      <a:lnTo>
                        <a:pt x="0" y="245"/>
                      </a:lnTo>
                      <a:lnTo>
                        <a:pt x="0" y="85"/>
                      </a:lnTo>
                      <a:lnTo>
                        <a:pt x="148" y="0"/>
                      </a:lnTo>
                      <a:lnTo>
                        <a:pt x="148" y="159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59" name="Freeform: Shape 258" descr="ae13846a-92f8-4b94-8dcb-0c4a63f2688f"/>
                <p:cNvSpPr/>
                <p:nvPr/>
              </p:nvSpPr>
              <p:spPr bwMode="auto">
                <a:xfrm>
                  <a:off x="3225" y="1902"/>
                  <a:ext cx="295" cy="169"/>
                </a:xfrm>
                <a:custGeom>
                  <a:avLst/>
                  <a:gdLst>
                    <a:gd name="T0" fmla="*/ 148 w 295"/>
                    <a:gd name="T1" fmla="*/ 169 h 169"/>
                    <a:gd name="T2" fmla="*/ 0 w 295"/>
                    <a:gd name="T3" fmla="*/ 86 h 169"/>
                    <a:gd name="T4" fmla="*/ 148 w 295"/>
                    <a:gd name="T5" fmla="*/ 0 h 169"/>
                    <a:gd name="T6" fmla="*/ 295 w 295"/>
                    <a:gd name="T7" fmla="*/ 86 h 169"/>
                    <a:gd name="T8" fmla="*/ 148 w 295"/>
                    <a:gd name="T9" fmla="*/ 169 h 1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69">
                      <a:moveTo>
                        <a:pt x="148" y="169"/>
                      </a:moveTo>
                      <a:lnTo>
                        <a:pt x="0" y="86"/>
                      </a:lnTo>
                      <a:lnTo>
                        <a:pt x="148" y="0"/>
                      </a:lnTo>
                      <a:lnTo>
                        <a:pt x="295" y="86"/>
                      </a:lnTo>
                      <a:lnTo>
                        <a:pt x="148" y="169"/>
                      </a:lnTo>
                      <a:close/>
                    </a:path>
                  </a:pathLst>
                </a:custGeom>
                <a:solidFill>
                  <a:srgbClr val="BCB5A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60" name="Freeform: Shape 259" descr="b37744e8-ea1b-45e2-b1c0-402433e45e5f"/>
                <p:cNvSpPr/>
                <p:nvPr/>
              </p:nvSpPr>
              <p:spPr bwMode="auto">
                <a:xfrm>
                  <a:off x="3225" y="1988"/>
                  <a:ext cx="148" cy="242"/>
                </a:xfrm>
                <a:custGeom>
                  <a:avLst/>
                  <a:gdLst>
                    <a:gd name="T0" fmla="*/ 148 w 148"/>
                    <a:gd name="T1" fmla="*/ 242 h 242"/>
                    <a:gd name="T2" fmla="*/ 0 w 148"/>
                    <a:gd name="T3" fmla="*/ 157 h 242"/>
                    <a:gd name="T4" fmla="*/ 0 w 148"/>
                    <a:gd name="T5" fmla="*/ 0 h 242"/>
                    <a:gd name="T6" fmla="*/ 148 w 148"/>
                    <a:gd name="T7" fmla="*/ 83 h 242"/>
                    <a:gd name="T8" fmla="*/ 148 w 148"/>
                    <a:gd name="T9" fmla="*/ 242 h 2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1">
                      <a:moveTo>
                        <a:pt x="148" y="242"/>
                      </a:moveTo>
                      <a:lnTo>
                        <a:pt x="0" y="157"/>
                      </a:lnTo>
                      <a:lnTo>
                        <a:pt x="0" y="0"/>
                      </a:lnTo>
                      <a:lnTo>
                        <a:pt x="148" y="83"/>
                      </a:lnTo>
                      <a:lnTo>
                        <a:pt x="148" y="242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61" name="Freeform: Shape 260" descr="f2667b5b-e847-4b4c-a0dc-d174f63543f7"/>
                <p:cNvSpPr/>
                <p:nvPr/>
              </p:nvSpPr>
              <p:spPr bwMode="auto">
                <a:xfrm>
                  <a:off x="3373" y="1988"/>
                  <a:ext cx="147" cy="242"/>
                </a:xfrm>
                <a:custGeom>
                  <a:avLst/>
                  <a:gdLst>
                    <a:gd name="T0" fmla="*/ 147 w 147"/>
                    <a:gd name="T1" fmla="*/ 157 h 242"/>
                    <a:gd name="T2" fmla="*/ 0 w 147"/>
                    <a:gd name="T3" fmla="*/ 242 h 242"/>
                    <a:gd name="T4" fmla="*/ 0 w 147"/>
                    <a:gd name="T5" fmla="*/ 83 h 242"/>
                    <a:gd name="T6" fmla="*/ 147 w 147"/>
                    <a:gd name="T7" fmla="*/ 0 h 242"/>
                    <a:gd name="T8" fmla="*/ 147 w 147"/>
                    <a:gd name="T9" fmla="*/ 157 h 2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1">
                      <a:moveTo>
                        <a:pt x="147" y="157"/>
                      </a:moveTo>
                      <a:lnTo>
                        <a:pt x="0" y="242"/>
                      </a:lnTo>
                      <a:lnTo>
                        <a:pt x="0" y="83"/>
                      </a:lnTo>
                      <a:lnTo>
                        <a:pt x="147" y="0"/>
                      </a:lnTo>
                      <a:lnTo>
                        <a:pt x="147" y="157"/>
                      </a:lnTo>
                      <a:close/>
                    </a:path>
                  </a:pathLst>
                </a:custGeom>
                <a:solidFill>
                  <a:srgbClr val="A29D9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62" name="Freeform: Shape 261" descr="92899159-ecce-4e42-9635-a3dad732cb86"/>
                <p:cNvSpPr/>
                <p:nvPr/>
              </p:nvSpPr>
              <p:spPr bwMode="auto">
                <a:xfrm>
                  <a:off x="3037" y="2202"/>
                  <a:ext cx="295" cy="171"/>
                </a:xfrm>
                <a:custGeom>
                  <a:avLst/>
                  <a:gdLst>
                    <a:gd name="T0" fmla="*/ 148 w 295"/>
                    <a:gd name="T1" fmla="*/ 171 h 171"/>
                    <a:gd name="T2" fmla="*/ 0 w 295"/>
                    <a:gd name="T3" fmla="*/ 85 h 171"/>
                    <a:gd name="T4" fmla="*/ 148 w 295"/>
                    <a:gd name="T5" fmla="*/ 0 h 171"/>
                    <a:gd name="T6" fmla="*/ 295 w 295"/>
                    <a:gd name="T7" fmla="*/ 85 h 171"/>
                    <a:gd name="T8" fmla="*/ 148 w 295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71">
                      <a:moveTo>
                        <a:pt x="148" y="171"/>
                      </a:moveTo>
                      <a:lnTo>
                        <a:pt x="0" y="85"/>
                      </a:lnTo>
                      <a:lnTo>
                        <a:pt x="148" y="0"/>
                      </a:lnTo>
                      <a:lnTo>
                        <a:pt x="295" y="85"/>
                      </a:lnTo>
                      <a:lnTo>
                        <a:pt x="148" y="171"/>
                      </a:lnTo>
                      <a:close/>
                    </a:path>
                  </a:pathLst>
                </a:custGeom>
                <a:solidFill>
                  <a:srgbClr val="2D83EE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63" name="Freeform: Shape 262" descr="fe482b30-9a7d-4212-abc7-630e5fe1c4b9"/>
                <p:cNvSpPr/>
                <p:nvPr/>
              </p:nvSpPr>
              <p:spPr bwMode="auto">
                <a:xfrm>
                  <a:off x="3037" y="2287"/>
                  <a:ext cx="148" cy="242"/>
                </a:xfrm>
                <a:custGeom>
                  <a:avLst/>
                  <a:gdLst>
                    <a:gd name="T0" fmla="*/ 148 w 148"/>
                    <a:gd name="T1" fmla="*/ 242 h 242"/>
                    <a:gd name="T2" fmla="*/ 0 w 148"/>
                    <a:gd name="T3" fmla="*/ 159 h 242"/>
                    <a:gd name="T4" fmla="*/ 0 w 148"/>
                    <a:gd name="T5" fmla="*/ 0 h 242"/>
                    <a:gd name="T6" fmla="*/ 148 w 148"/>
                    <a:gd name="T7" fmla="*/ 86 h 242"/>
                    <a:gd name="T8" fmla="*/ 148 w 148"/>
                    <a:gd name="T9" fmla="*/ 242 h 2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1">
                      <a:moveTo>
                        <a:pt x="148" y="242"/>
                      </a:moveTo>
                      <a:lnTo>
                        <a:pt x="0" y="159"/>
                      </a:lnTo>
                      <a:lnTo>
                        <a:pt x="0" y="0"/>
                      </a:lnTo>
                      <a:lnTo>
                        <a:pt x="148" y="86"/>
                      </a:lnTo>
                      <a:lnTo>
                        <a:pt x="148" y="242"/>
                      </a:lnTo>
                      <a:close/>
                    </a:path>
                  </a:pathLst>
                </a:custGeom>
                <a:solidFill>
                  <a:srgbClr val="0647A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64" name="Freeform: Shape 263" descr="410aac1d-0076-4fa2-ac91-7baf0f6d14d2"/>
                <p:cNvSpPr/>
                <p:nvPr/>
              </p:nvSpPr>
              <p:spPr bwMode="auto">
                <a:xfrm>
                  <a:off x="3185" y="2287"/>
                  <a:ext cx="147" cy="242"/>
                </a:xfrm>
                <a:custGeom>
                  <a:avLst/>
                  <a:gdLst>
                    <a:gd name="T0" fmla="*/ 147 w 147"/>
                    <a:gd name="T1" fmla="*/ 159 h 242"/>
                    <a:gd name="T2" fmla="*/ 0 w 147"/>
                    <a:gd name="T3" fmla="*/ 242 h 242"/>
                    <a:gd name="T4" fmla="*/ 0 w 147"/>
                    <a:gd name="T5" fmla="*/ 86 h 242"/>
                    <a:gd name="T6" fmla="*/ 147 w 147"/>
                    <a:gd name="T7" fmla="*/ 0 h 242"/>
                    <a:gd name="T8" fmla="*/ 147 w 147"/>
                    <a:gd name="T9" fmla="*/ 159 h 2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1">
                      <a:moveTo>
                        <a:pt x="147" y="159"/>
                      </a:moveTo>
                      <a:lnTo>
                        <a:pt x="0" y="242"/>
                      </a:lnTo>
                      <a:lnTo>
                        <a:pt x="0" y="86"/>
                      </a:lnTo>
                      <a:lnTo>
                        <a:pt x="147" y="0"/>
                      </a:lnTo>
                      <a:lnTo>
                        <a:pt x="147" y="159"/>
                      </a:lnTo>
                      <a:close/>
                    </a:path>
                  </a:pathLst>
                </a:custGeom>
                <a:solidFill>
                  <a:srgbClr val="1C64D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65" name="Freeform: Shape 264" descr="afb176cd-530d-4812-aa4b-06d32668eee8"/>
                <p:cNvSpPr/>
                <p:nvPr/>
              </p:nvSpPr>
              <p:spPr bwMode="auto">
                <a:xfrm>
                  <a:off x="3556" y="2092"/>
                  <a:ext cx="295" cy="171"/>
                </a:xfrm>
                <a:custGeom>
                  <a:avLst/>
                  <a:gdLst>
                    <a:gd name="T0" fmla="*/ 147 w 295"/>
                    <a:gd name="T1" fmla="*/ 171 h 171"/>
                    <a:gd name="T2" fmla="*/ 0 w 295"/>
                    <a:gd name="T3" fmla="*/ 86 h 171"/>
                    <a:gd name="T4" fmla="*/ 147 w 295"/>
                    <a:gd name="T5" fmla="*/ 0 h 171"/>
                    <a:gd name="T6" fmla="*/ 295 w 295"/>
                    <a:gd name="T7" fmla="*/ 86 h 171"/>
                    <a:gd name="T8" fmla="*/ 147 w 295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71">
                      <a:moveTo>
                        <a:pt x="147" y="171"/>
                      </a:moveTo>
                      <a:lnTo>
                        <a:pt x="0" y="86"/>
                      </a:lnTo>
                      <a:lnTo>
                        <a:pt x="147" y="0"/>
                      </a:lnTo>
                      <a:lnTo>
                        <a:pt x="295" y="86"/>
                      </a:lnTo>
                      <a:lnTo>
                        <a:pt x="147" y="171"/>
                      </a:lnTo>
                      <a:close/>
                    </a:path>
                  </a:pathLst>
                </a:custGeom>
                <a:solidFill>
                  <a:srgbClr val="BCB5A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66" name="Freeform: Shape 265" descr="90d385ce-2ac1-4e61-8a8f-46e74fd44ad3"/>
                <p:cNvSpPr/>
                <p:nvPr/>
              </p:nvSpPr>
              <p:spPr bwMode="auto">
                <a:xfrm>
                  <a:off x="3556" y="2178"/>
                  <a:ext cx="147" cy="245"/>
                </a:xfrm>
                <a:custGeom>
                  <a:avLst/>
                  <a:gdLst>
                    <a:gd name="T0" fmla="*/ 147 w 147"/>
                    <a:gd name="T1" fmla="*/ 245 h 245"/>
                    <a:gd name="T2" fmla="*/ 0 w 147"/>
                    <a:gd name="T3" fmla="*/ 159 h 245"/>
                    <a:gd name="T4" fmla="*/ 0 w 147"/>
                    <a:gd name="T5" fmla="*/ 0 h 245"/>
                    <a:gd name="T6" fmla="*/ 147 w 147"/>
                    <a:gd name="T7" fmla="*/ 85 h 245"/>
                    <a:gd name="T8" fmla="*/ 147 w 147"/>
                    <a:gd name="T9" fmla="*/ 245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245"/>
                      </a:moveTo>
                      <a:lnTo>
                        <a:pt x="0" y="159"/>
                      </a:lnTo>
                      <a:lnTo>
                        <a:pt x="0" y="0"/>
                      </a:lnTo>
                      <a:lnTo>
                        <a:pt x="147" y="85"/>
                      </a:lnTo>
                      <a:lnTo>
                        <a:pt x="147" y="245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67" name="Freeform: Shape 266" descr="d910e3b3-6dc3-4862-a892-34309bb5561e"/>
                <p:cNvSpPr/>
                <p:nvPr/>
              </p:nvSpPr>
              <p:spPr bwMode="auto">
                <a:xfrm>
                  <a:off x="3703" y="2178"/>
                  <a:ext cx="148" cy="245"/>
                </a:xfrm>
                <a:custGeom>
                  <a:avLst/>
                  <a:gdLst>
                    <a:gd name="T0" fmla="*/ 148 w 148"/>
                    <a:gd name="T1" fmla="*/ 159 h 245"/>
                    <a:gd name="T2" fmla="*/ 0 w 148"/>
                    <a:gd name="T3" fmla="*/ 245 h 245"/>
                    <a:gd name="T4" fmla="*/ 0 w 148"/>
                    <a:gd name="T5" fmla="*/ 85 h 245"/>
                    <a:gd name="T6" fmla="*/ 148 w 148"/>
                    <a:gd name="T7" fmla="*/ 0 h 245"/>
                    <a:gd name="T8" fmla="*/ 148 w 148"/>
                    <a:gd name="T9" fmla="*/ 159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5">
                      <a:moveTo>
                        <a:pt x="148" y="159"/>
                      </a:moveTo>
                      <a:lnTo>
                        <a:pt x="0" y="245"/>
                      </a:lnTo>
                      <a:lnTo>
                        <a:pt x="0" y="85"/>
                      </a:lnTo>
                      <a:lnTo>
                        <a:pt x="148" y="0"/>
                      </a:lnTo>
                      <a:lnTo>
                        <a:pt x="148" y="159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68" name="Freeform: Shape 267" descr="c6a15099-a007-48e7-8404-8703d44d8d97"/>
                <p:cNvSpPr/>
                <p:nvPr/>
              </p:nvSpPr>
              <p:spPr bwMode="auto">
                <a:xfrm>
                  <a:off x="3722" y="2190"/>
                  <a:ext cx="295" cy="168"/>
                </a:xfrm>
                <a:custGeom>
                  <a:avLst/>
                  <a:gdLst>
                    <a:gd name="T0" fmla="*/ 148 w 295"/>
                    <a:gd name="T1" fmla="*/ 168 h 168"/>
                    <a:gd name="T2" fmla="*/ 0 w 295"/>
                    <a:gd name="T3" fmla="*/ 83 h 168"/>
                    <a:gd name="T4" fmla="*/ 148 w 295"/>
                    <a:gd name="T5" fmla="*/ 0 h 168"/>
                    <a:gd name="T6" fmla="*/ 295 w 295"/>
                    <a:gd name="T7" fmla="*/ 83 h 168"/>
                    <a:gd name="T8" fmla="*/ 148 w 295"/>
                    <a:gd name="T9" fmla="*/ 168 h 1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68">
                      <a:moveTo>
                        <a:pt x="148" y="168"/>
                      </a:moveTo>
                      <a:lnTo>
                        <a:pt x="0" y="83"/>
                      </a:lnTo>
                      <a:lnTo>
                        <a:pt x="148" y="0"/>
                      </a:lnTo>
                      <a:lnTo>
                        <a:pt x="295" y="83"/>
                      </a:lnTo>
                      <a:lnTo>
                        <a:pt x="148" y="16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69" name="Freeform: Shape 268" descr="45417d3d-d187-4b37-a2ee-d430ff612037"/>
                <p:cNvSpPr/>
                <p:nvPr/>
              </p:nvSpPr>
              <p:spPr bwMode="auto">
                <a:xfrm>
                  <a:off x="3722" y="2273"/>
                  <a:ext cx="148" cy="245"/>
                </a:xfrm>
                <a:custGeom>
                  <a:avLst/>
                  <a:gdLst>
                    <a:gd name="T0" fmla="*/ 148 w 148"/>
                    <a:gd name="T1" fmla="*/ 245 h 245"/>
                    <a:gd name="T2" fmla="*/ 0 w 148"/>
                    <a:gd name="T3" fmla="*/ 159 h 245"/>
                    <a:gd name="T4" fmla="*/ 0 w 148"/>
                    <a:gd name="T5" fmla="*/ 0 h 245"/>
                    <a:gd name="T6" fmla="*/ 148 w 148"/>
                    <a:gd name="T7" fmla="*/ 85 h 245"/>
                    <a:gd name="T8" fmla="*/ 148 w 148"/>
                    <a:gd name="T9" fmla="*/ 245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5">
                      <a:moveTo>
                        <a:pt x="148" y="245"/>
                      </a:moveTo>
                      <a:lnTo>
                        <a:pt x="0" y="159"/>
                      </a:lnTo>
                      <a:lnTo>
                        <a:pt x="0" y="0"/>
                      </a:lnTo>
                      <a:lnTo>
                        <a:pt x="148" y="85"/>
                      </a:lnTo>
                      <a:lnTo>
                        <a:pt x="148" y="245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70" name="Freeform: Shape 269" descr="d04fd1c9-3dcd-4abf-8ce1-357b5eda7fdc"/>
                <p:cNvSpPr/>
                <p:nvPr/>
              </p:nvSpPr>
              <p:spPr bwMode="auto">
                <a:xfrm>
                  <a:off x="3870" y="2273"/>
                  <a:ext cx="147" cy="245"/>
                </a:xfrm>
                <a:custGeom>
                  <a:avLst/>
                  <a:gdLst>
                    <a:gd name="T0" fmla="*/ 147 w 147"/>
                    <a:gd name="T1" fmla="*/ 159 h 245"/>
                    <a:gd name="T2" fmla="*/ 0 w 147"/>
                    <a:gd name="T3" fmla="*/ 245 h 245"/>
                    <a:gd name="T4" fmla="*/ 0 w 147"/>
                    <a:gd name="T5" fmla="*/ 85 h 245"/>
                    <a:gd name="T6" fmla="*/ 147 w 147"/>
                    <a:gd name="T7" fmla="*/ 0 h 245"/>
                    <a:gd name="T8" fmla="*/ 147 w 147"/>
                    <a:gd name="T9" fmla="*/ 159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159"/>
                      </a:moveTo>
                      <a:lnTo>
                        <a:pt x="0" y="245"/>
                      </a:lnTo>
                      <a:lnTo>
                        <a:pt x="0" y="85"/>
                      </a:lnTo>
                      <a:lnTo>
                        <a:pt x="147" y="0"/>
                      </a:lnTo>
                      <a:lnTo>
                        <a:pt x="147" y="159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71" name="Freeform: Shape 270" descr="6edc8365-0e6d-41df-8b7a-1938d519cffe"/>
                <p:cNvSpPr/>
                <p:nvPr/>
              </p:nvSpPr>
              <p:spPr bwMode="auto">
                <a:xfrm>
                  <a:off x="3725" y="1432"/>
                  <a:ext cx="294" cy="171"/>
                </a:xfrm>
                <a:custGeom>
                  <a:avLst/>
                  <a:gdLst>
                    <a:gd name="T0" fmla="*/ 147 w 294"/>
                    <a:gd name="T1" fmla="*/ 171 h 171"/>
                    <a:gd name="T2" fmla="*/ 0 w 294"/>
                    <a:gd name="T3" fmla="*/ 85 h 171"/>
                    <a:gd name="T4" fmla="*/ 147 w 294"/>
                    <a:gd name="T5" fmla="*/ 0 h 171"/>
                    <a:gd name="T6" fmla="*/ 294 w 294"/>
                    <a:gd name="T7" fmla="*/ 85 h 171"/>
                    <a:gd name="T8" fmla="*/ 147 w 294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4" h="171">
                      <a:moveTo>
                        <a:pt x="147" y="171"/>
                      </a:moveTo>
                      <a:lnTo>
                        <a:pt x="0" y="85"/>
                      </a:lnTo>
                      <a:lnTo>
                        <a:pt x="147" y="0"/>
                      </a:lnTo>
                      <a:lnTo>
                        <a:pt x="294" y="85"/>
                      </a:lnTo>
                      <a:lnTo>
                        <a:pt x="147" y="17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72" name="Freeform: Shape 271" descr="a9d44a77-e1ce-4d14-b4bf-787c5fd5c227"/>
                <p:cNvSpPr/>
                <p:nvPr/>
              </p:nvSpPr>
              <p:spPr bwMode="auto">
                <a:xfrm>
                  <a:off x="3725" y="1517"/>
                  <a:ext cx="147" cy="245"/>
                </a:xfrm>
                <a:custGeom>
                  <a:avLst/>
                  <a:gdLst>
                    <a:gd name="T0" fmla="*/ 147 w 147"/>
                    <a:gd name="T1" fmla="*/ 245 h 245"/>
                    <a:gd name="T2" fmla="*/ 0 w 147"/>
                    <a:gd name="T3" fmla="*/ 159 h 245"/>
                    <a:gd name="T4" fmla="*/ 0 w 147"/>
                    <a:gd name="T5" fmla="*/ 0 h 245"/>
                    <a:gd name="T6" fmla="*/ 147 w 147"/>
                    <a:gd name="T7" fmla="*/ 86 h 245"/>
                    <a:gd name="T8" fmla="*/ 147 w 147"/>
                    <a:gd name="T9" fmla="*/ 245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245"/>
                      </a:moveTo>
                      <a:lnTo>
                        <a:pt x="0" y="159"/>
                      </a:lnTo>
                      <a:lnTo>
                        <a:pt x="0" y="0"/>
                      </a:lnTo>
                      <a:lnTo>
                        <a:pt x="147" y="86"/>
                      </a:lnTo>
                      <a:lnTo>
                        <a:pt x="147" y="245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73" name="Freeform: Shape 272" descr="d22048a7-0e6d-448b-8412-d306608948b1"/>
                <p:cNvSpPr/>
                <p:nvPr/>
              </p:nvSpPr>
              <p:spPr bwMode="auto">
                <a:xfrm>
                  <a:off x="3872" y="1517"/>
                  <a:ext cx="147" cy="245"/>
                </a:xfrm>
                <a:custGeom>
                  <a:avLst/>
                  <a:gdLst>
                    <a:gd name="T0" fmla="*/ 147 w 147"/>
                    <a:gd name="T1" fmla="*/ 159 h 245"/>
                    <a:gd name="T2" fmla="*/ 0 w 147"/>
                    <a:gd name="T3" fmla="*/ 245 h 245"/>
                    <a:gd name="T4" fmla="*/ 0 w 147"/>
                    <a:gd name="T5" fmla="*/ 86 h 245"/>
                    <a:gd name="T6" fmla="*/ 147 w 147"/>
                    <a:gd name="T7" fmla="*/ 0 h 245"/>
                    <a:gd name="T8" fmla="*/ 147 w 147"/>
                    <a:gd name="T9" fmla="*/ 159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159"/>
                      </a:moveTo>
                      <a:lnTo>
                        <a:pt x="0" y="245"/>
                      </a:lnTo>
                      <a:lnTo>
                        <a:pt x="0" y="86"/>
                      </a:lnTo>
                      <a:lnTo>
                        <a:pt x="147" y="0"/>
                      </a:lnTo>
                      <a:lnTo>
                        <a:pt x="147" y="159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74" name="Freeform: Shape 273" descr="7114de70-4947-49aa-8c49-97a1c06d3967"/>
                <p:cNvSpPr/>
                <p:nvPr/>
              </p:nvSpPr>
              <p:spPr bwMode="auto">
                <a:xfrm>
                  <a:off x="3889" y="1529"/>
                  <a:ext cx="297" cy="169"/>
                </a:xfrm>
                <a:custGeom>
                  <a:avLst/>
                  <a:gdLst>
                    <a:gd name="T0" fmla="*/ 147 w 297"/>
                    <a:gd name="T1" fmla="*/ 169 h 169"/>
                    <a:gd name="T2" fmla="*/ 0 w 297"/>
                    <a:gd name="T3" fmla="*/ 83 h 169"/>
                    <a:gd name="T4" fmla="*/ 147 w 297"/>
                    <a:gd name="T5" fmla="*/ 0 h 169"/>
                    <a:gd name="T6" fmla="*/ 297 w 297"/>
                    <a:gd name="T7" fmla="*/ 83 h 169"/>
                    <a:gd name="T8" fmla="*/ 147 w 297"/>
                    <a:gd name="T9" fmla="*/ 169 h 1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7" h="169">
                      <a:moveTo>
                        <a:pt x="147" y="169"/>
                      </a:moveTo>
                      <a:lnTo>
                        <a:pt x="0" y="83"/>
                      </a:lnTo>
                      <a:lnTo>
                        <a:pt x="147" y="0"/>
                      </a:lnTo>
                      <a:lnTo>
                        <a:pt x="297" y="83"/>
                      </a:lnTo>
                      <a:lnTo>
                        <a:pt x="147" y="169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75" name="Freeform: Shape 274" descr="3e810026-98ba-468d-b03d-338a459dcc92"/>
                <p:cNvSpPr/>
                <p:nvPr/>
              </p:nvSpPr>
              <p:spPr bwMode="auto">
                <a:xfrm>
                  <a:off x="3889" y="1612"/>
                  <a:ext cx="147" cy="245"/>
                </a:xfrm>
                <a:custGeom>
                  <a:avLst/>
                  <a:gdLst>
                    <a:gd name="T0" fmla="*/ 147 w 147"/>
                    <a:gd name="T1" fmla="*/ 245 h 245"/>
                    <a:gd name="T2" fmla="*/ 0 w 147"/>
                    <a:gd name="T3" fmla="*/ 160 h 245"/>
                    <a:gd name="T4" fmla="*/ 0 w 147"/>
                    <a:gd name="T5" fmla="*/ 0 h 245"/>
                    <a:gd name="T6" fmla="*/ 147 w 147"/>
                    <a:gd name="T7" fmla="*/ 86 h 245"/>
                    <a:gd name="T8" fmla="*/ 147 w 147"/>
                    <a:gd name="T9" fmla="*/ 245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245"/>
                      </a:moveTo>
                      <a:lnTo>
                        <a:pt x="0" y="160"/>
                      </a:lnTo>
                      <a:lnTo>
                        <a:pt x="0" y="0"/>
                      </a:lnTo>
                      <a:lnTo>
                        <a:pt x="147" y="86"/>
                      </a:lnTo>
                      <a:lnTo>
                        <a:pt x="147" y="245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76" name="Freeform: Shape 275" descr="e8f44a11-0b0c-4ebf-818c-9aa07edcdb25"/>
                <p:cNvSpPr/>
                <p:nvPr/>
              </p:nvSpPr>
              <p:spPr bwMode="auto">
                <a:xfrm>
                  <a:off x="4036" y="1612"/>
                  <a:ext cx="150" cy="245"/>
                </a:xfrm>
                <a:custGeom>
                  <a:avLst/>
                  <a:gdLst>
                    <a:gd name="T0" fmla="*/ 150 w 150"/>
                    <a:gd name="T1" fmla="*/ 160 h 245"/>
                    <a:gd name="T2" fmla="*/ 0 w 150"/>
                    <a:gd name="T3" fmla="*/ 245 h 245"/>
                    <a:gd name="T4" fmla="*/ 0 w 150"/>
                    <a:gd name="T5" fmla="*/ 86 h 245"/>
                    <a:gd name="T6" fmla="*/ 150 w 150"/>
                    <a:gd name="T7" fmla="*/ 0 h 245"/>
                    <a:gd name="T8" fmla="*/ 150 w 150"/>
                    <a:gd name="T9" fmla="*/ 160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50" h="245">
                      <a:moveTo>
                        <a:pt x="150" y="160"/>
                      </a:moveTo>
                      <a:lnTo>
                        <a:pt x="0" y="245"/>
                      </a:lnTo>
                      <a:lnTo>
                        <a:pt x="0" y="86"/>
                      </a:lnTo>
                      <a:lnTo>
                        <a:pt x="150" y="0"/>
                      </a:lnTo>
                      <a:lnTo>
                        <a:pt x="150" y="160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77" name="Freeform: Shape 276" descr="a7a257e0-7fb8-4552-af1c-03e2711a88f1"/>
                <p:cNvSpPr/>
                <p:nvPr/>
              </p:nvSpPr>
              <p:spPr bwMode="auto">
                <a:xfrm>
                  <a:off x="4055" y="1624"/>
                  <a:ext cx="295" cy="171"/>
                </a:xfrm>
                <a:custGeom>
                  <a:avLst/>
                  <a:gdLst>
                    <a:gd name="T0" fmla="*/ 148 w 295"/>
                    <a:gd name="T1" fmla="*/ 171 h 171"/>
                    <a:gd name="T2" fmla="*/ 0 w 295"/>
                    <a:gd name="T3" fmla="*/ 86 h 171"/>
                    <a:gd name="T4" fmla="*/ 148 w 295"/>
                    <a:gd name="T5" fmla="*/ 0 h 171"/>
                    <a:gd name="T6" fmla="*/ 295 w 295"/>
                    <a:gd name="T7" fmla="*/ 86 h 171"/>
                    <a:gd name="T8" fmla="*/ 148 w 295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71">
                      <a:moveTo>
                        <a:pt x="148" y="171"/>
                      </a:moveTo>
                      <a:lnTo>
                        <a:pt x="0" y="86"/>
                      </a:lnTo>
                      <a:lnTo>
                        <a:pt x="148" y="0"/>
                      </a:lnTo>
                      <a:lnTo>
                        <a:pt x="295" y="86"/>
                      </a:lnTo>
                      <a:lnTo>
                        <a:pt x="148" y="17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78" name="Freeform: Shape 277" descr="2d19878d-8a1f-4f20-b890-5d63c916ea94"/>
                <p:cNvSpPr/>
                <p:nvPr/>
              </p:nvSpPr>
              <p:spPr bwMode="auto">
                <a:xfrm>
                  <a:off x="4055" y="1710"/>
                  <a:ext cx="148" cy="242"/>
                </a:xfrm>
                <a:custGeom>
                  <a:avLst/>
                  <a:gdLst>
                    <a:gd name="T0" fmla="*/ 148 w 148"/>
                    <a:gd name="T1" fmla="*/ 242 h 242"/>
                    <a:gd name="T2" fmla="*/ 0 w 148"/>
                    <a:gd name="T3" fmla="*/ 159 h 242"/>
                    <a:gd name="T4" fmla="*/ 0 w 148"/>
                    <a:gd name="T5" fmla="*/ 0 h 242"/>
                    <a:gd name="T6" fmla="*/ 148 w 148"/>
                    <a:gd name="T7" fmla="*/ 85 h 242"/>
                    <a:gd name="T8" fmla="*/ 148 w 148"/>
                    <a:gd name="T9" fmla="*/ 242 h 2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1">
                      <a:moveTo>
                        <a:pt x="148" y="242"/>
                      </a:moveTo>
                      <a:lnTo>
                        <a:pt x="0" y="159"/>
                      </a:lnTo>
                      <a:lnTo>
                        <a:pt x="0" y="0"/>
                      </a:lnTo>
                      <a:lnTo>
                        <a:pt x="148" y="85"/>
                      </a:lnTo>
                      <a:lnTo>
                        <a:pt x="148" y="242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79" name="Freeform: Shape 278" descr="1c6f1207-b885-466a-b96d-a07b911af508"/>
                <p:cNvSpPr/>
                <p:nvPr/>
              </p:nvSpPr>
              <p:spPr bwMode="auto">
                <a:xfrm>
                  <a:off x="4203" y="1710"/>
                  <a:ext cx="147" cy="242"/>
                </a:xfrm>
                <a:custGeom>
                  <a:avLst/>
                  <a:gdLst>
                    <a:gd name="T0" fmla="*/ 147 w 147"/>
                    <a:gd name="T1" fmla="*/ 159 h 242"/>
                    <a:gd name="T2" fmla="*/ 0 w 147"/>
                    <a:gd name="T3" fmla="*/ 242 h 242"/>
                    <a:gd name="T4" fmla="*/ 0 w 147"/>
                    <a:gd name="T5" fmla="*/ 85 h 242"/>
                    <a:gd name="T6" fmla="*/ 147 w 147"/>
                    <a:gd name="T7" fmla="*/ 0 h 242"/>
                    <a:gd name="T8" fmla="*/ 147 w 147"/>
                    <a:gd name="T9" fmla="*/ 159 h 2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1">
                      <a:moveTo>
                        <a:pt x="147" y="159"/>
                      </a:moveTo>
                      <a:lnTo>
                        <a:pt x="0" y="242"/>
                      </a:lnTo>
                      <a:lnTo>
                        <a:pt x="0" y="85"/>
                      </a:lnTo>
                      <a:lnTo>
                        <a:pt x="147" y="0"/>
                      </a:lnTo>
                      <a:lnTo>
                        <a:pt x="147" y="159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80" name="Freeform: Shape 279" descr="03da9c9e-82aa-465e-9421-1439c10a45c5"/>
                <p:cNvSpPr/>
                <p:nvPr/>
              </p:nvSpPr>
              <p:spPr bwMode="auto">
                <a:xfrm>
                  <a:off x="4222" y="1460"/>
                  <a:ext cx="294" cy="171"/>
                </a:xfrm>
                <a:custGeom>
                  <a:avLst/>
                  <a:gdLst>
                    <a:gd name="T0" fmla="*/ 147 w 294"/>
                    <a:gd name="T1" fmla="*/ 171 h 171"/>
                    <a:gd name="T2" fmla="*/ 0 w 294"/>
                    <a:gd name="T3" fmla="*/ 86 h 171"/>
                    <a:gd name="T4" fmla="*/ 147 w 294"/>
                    <a:gd name="T5" fmla="*/ 0 h 171"/>
                    <a:gd name="T6" fmla="*/ 294 w 294"/>
                    <a:gd name="T7" fmla="*/ 86 h 171"/>
                    <a:gd name="T8" fmla="*/ 147 w 294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4" h="171">
                      <a:moveTo>
                        <a:pt x="147" y="171"/>
                      </a:moveTo>
                      <a:lnTo>
                        <a:pt x="0" y="86"/>
                      </a:lnTo>
                      <a:lnTo>
                        <a:pt x="147" y="0"/>
                      </a:lnTo>
                      <a:lnTo>
                        <a:pt x="294" y="86"/>
                      </a:lnTo>
                      <a:lnTo>
                        <a:pt x="147" y="171"/>
                      </a:lnTo>
                      <a:close/>
                    </a:path>
                  </a:pathLst>
                </a:custGeom>
                <a:solidFill>
                  <a:srgbClr val="2D83EE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81" name="Freeform: Shape 280" descr="4cb3f9b7-008e-4486-b4da-7551449c5198"/>
                <p:cNvSpPr/>
                <p:nvPr/>
              </p:nvSpPr>
              <p:spPr bwMode="auto">
                <a:xfrm>
                  <a:off x="4222" y="1546"/>
                  <a:ext cx="147" cy="242"/>
                </a:xfrm>
                <a:custGeom>
                  <a:avLst/>
                  <a:gdLst>
                    <a:gd name="T0" fmla="*/ 147 w 147"/>
                    <a:gd name="T1" fmla="*/ 242 h 242"/>
                    <a:gd name="T2" fmla="*/ 0 w 147"/>
                    <a:gd name="T3" fmla="*/ 159 h 242"/>
                    <a:gd name="T4" fmla="*/ 0 w 147"/>
                    <a:gd name="T5" fmla="*/ 0 h 242"/>
                    <a:gd name="T6" fmla="*/ 147 w 147"/>
                    <a:gd name="T7" fmla="*/ 85 h 242"/>
                    <a:gd name="T8" fmla="*/ 147 w 147"/>
                    <a:gd name="T9" fmla="*/ 242 h 2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1">
                      <a:moveTo>
                        <a:pt x="147" y="242"/>
                      </a:moveTo>
                      <a:lnTo>
                        <a:pt x="0" y="159"/>
                      </a:lnTo>
                      <a:lnTo>
                        <a:pt x="0" y="0"/>
                      </a:lnTo>
                      <a:lnTo>
                        <a:pt x="147" y="85"/>
                      </a:lnTo>
                      <a:lnTo>
                        <a:pt x="147" y="242"/>
                      </a:lnTo>
                      <a:close/>
                    </a:path>
                  </a:pathLst>
                </a:custGeom>
                <a:solidFill>
                  <a:srgbClr val="0647A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82" name="Freeform: Shape 281" descr="9ccad591-de1d-4a34-93b4-0ce15f572684"/>
                <p:cNvSpPr/>
                <p:nvPr/>
              </p:nvSpPr>
              <p:spPr bwMode="auto">
                <a:xfrm>
                  <a:off x="4369" y="1546"/>
                  <a:ext cx="147" cy="242"/>
                </a:xfrm>
                <a:custGeom>
                  <a:avLst/>
                  <a:gdLst>
                    <a:gd name="T0" fmla="*/ 147 w 147"/>
                    <a:gd name="T1" fmla="*/ 159 h 242"/>
                    <a:gd name="T2" fmla="*/ 0 w 147"/>
                    <a:gd name="T3" fmla="*/ 242 h 242"/>
                    <a:gd name="T4" fmla="*/ 0 w 147"/>
                    <a:gd name="T5" fmla="*/ 85 h 242"/>
                    <a:gd name="T6" fmla="*/ 147 w 147"/>
                    <a:gd name="T7" fmla="*/ 0 h 242"/>
                    <a:gd name="T8" fmla="*/ 147 w 147"/>
                    <a:gd name="T9" fmla="*/ 159 h 2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1">
                      <a:moveTo>
                        <a:pt x="147" y="159"/>
                      </a:moveTo>
                      <a:lnTo>
                        <a:pt x="0" y="242"/>
                      </a:lnTo>
                      <a:lnTo>
                        <a:pt x="0" y="85"/>
                      </a:lnTo>
                      <a:lnTo>
                        <a:pt x="147" y="0"/>
                      </a:lnTo>
                      <a:lnTo>
                        <a:pt x="147" y="159"/>
                      </a:lnTo>
                      <a:close/>
                    </a:path>
                  </a:pathLst>
                </a:custGeom>
                <a:solidFill>
                  <a:srgbClr val="1C64D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83" name="Freeform: Shape 282" descr="2710ea17-ab97-46a0-bfe1-b1c7c7efa675"/>
                <p:cNvSpPr/>
                <p:nvPr/>
              </p:nvSpPr>
              <p:spPr bwMode="auto">
                <a:xfrm>
                  <a:off x="3163" y="1301"/>
                  <a:ext cx="295" cy="171"/>
                </a:xfrm>
                <a:custGeom>
                  <a:avLst/>
                  <a:gdLst>
                    <a:gd name="T0" fmla="*/ 148 w 295"/>
                    <a:gd name="T1" fmla="*/ 171 h 171"/>
                    <a:gd name="T2" fmla="*/ 0 w 295"/>
                    <a:gd name="T3" fmla="*/ 86 h 171"/>
                    <a:gd name="T4" fmla="*/ 148 w 295"/>
                    <a:gd name="T5" fmla="*/ 0 h 171"/>
                    <a:gd name="T6" fmla="*/ 295 w 295"/>
                    <a:gd name="T7" fmla="*/ 86 h 171"/>
                    <a:gd name="T8" fmla="*/ 148 w 295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71">
                      <a:moveTo>
                        <a:pt x="148" y="171"/>
                      </a:moveTo>
                      <a:lnTo>
                        <a:pt x="0" y="86"/>
                      </a:lnTo>
                      <a:lnTo>
                        <a:pt x="148" y="0"/>
                      </a:lnTo>
                      <a:lnTo>
                        <a:pt x="295" y="86"/>
                      </a:lnTo>
                      <a:lnTo>
                        <a:pt x="148" y="171"/>
                      </a:lnTo>
                      <a:close/>
                    </a:path>
                  </a:pathLst>
                </a:custGeom>
                <a:solidFill>
                  <a:srgbClr val="2D83EE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84" name="Freeform: Shape 283" descr="663b71bd-b11d-44a6-ae1e-61ad1c2cd3c1"/>
                <p:cNvSpPr/>
                <p:nvPr/>
              </p:nvSpPr>
              <p:spPr bwMode="auto">
                <a:xfrm>
                  <a:off x="3163" y="1387"/>
                  <a:ext cx="148" cy="244"/>
                </a:xfrm>
                <a:custGeom>
                  <a:avLst/>
                  <a:gdLst>
                    <a:gd name="T0" fmla="*/ 148 w 148"/>
                    <a:gd name="T1" fmla="*/ 244 h 244"/>
                    <a:gd name="T2" fmla="*/ 0 w 148"/>
                    <a:gd name="T3" fmla="*/ 159 h 244"/>
                    <a:gd name="T4" fmla="*/ 0 w 148"/>
                    <a:gd name="T5" fmla="*/ 0 h 244"/>
                    <a:gd name="T6" fmla="*/ 148 w 148"/>
                    <a:gd name="T7" fmla="*/ 85 h 244"/>
                    <a:gd name="T8" fmla="*/ 148 w 148"/>
                    <a:gd name="T9" fmla="*/ 244 h 2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4">
                      <a:moveTo>
                        <a:pt x="148" y="244"/>
                      </a:moveTo>
                      <a:lnTo>
                        <a:pt x="0" y="159"/>
                      </a:lnTo>
                      <a:lnTo>
                        <a:pt x="0" y="0"/>
                      </a:lnTo>
                      <a:lnTo>
                        <a:pt x="148" y="85"/>
                      </a:lnTo>
                      <a:lnTo>
                        <a:pt x="148" y="244"/>
                      </a:lnTo>
                      <a:close/>
                    </a:path>
                  </a:pathLst>
                </a:custGeom>
                <a:solidFill>
                  <a:srgbClr val="0647A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85" name="Freeform: Shape 284" descr="5cbe124e-3227-4c5b-9a7e-a8b68f516eb7"/>
                <p:cNvSpPr/>
                <p:nvPr/>
              </p:nvSpPr>
              <p:spPr bwMode="auto">
                <a:xfrm>
                  <a:off x="3311" y="1387"/>
                  <a:ext cx="147" cy="244"/>
                </a:xfrm>
                <a:custGeom>
                  <a:avLst/>
                  <a:gdLst>
                    <a:gd name="T0" fmla="*/ 147 w 147"/>
                    <a:gd name="T1" fmla="*/ 159 h 244"/>
                    <a:gd name="T2" fmla="*/ 0 w 147"/>
                    <a:gd name="T3" fmla="*/ 244 h 244"/>
                    <a:gd name="T4" fmla="*/ 0 w 147"/>
                    <a:gd name="T5" fmla="*/ 85 h 244"/>
                    <a:gd name="T6" fmla="*/ 147 w 147"/>
                    <a:gd name="T7" fmla="*/ 0 h 244"/>
                    <a:gd name="T8" fmla="*/ 147 w 147"/>
                    <a:gd name="T9" fmla="*/ 159 h 2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4">
                      <a:moveTo>
                        <a:pt x="147" y="159"/>
                      </a:moveTo>
                      <a:lnTo>
                        <a:pt x="0" y="244"/>
                      </a:lnTo>
                      <a:lnTo>
                        <a:pt x="0" y="85"/>
                      </a:lnTo>
                      <a:lnTo>
                        <a:pt x="147" y="0"/>
                      </a:lnTo>
                      <a:lnTo>
                        <a:pt x="147" y="159"/>
                      </a:lnTo>
                      <a:close/>
                    </a:path>
                  </a:pathLst>
                </a:custGeom>
                <a:solidFill>
                  <a:srgbClr val="1C64D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86" name="Freeform: Shape 285" descr="fb5524f8-71f3-4927-8fac-21af0a8317ed"/>
                <p:cNvSpPr/>
                <p:nvPr/>
              </p:nvSpPr>
              <p:spPr bwMode="auto">
                <a:xfrm>
                  <a:off x="3722" y="1624"/>
                  <a:ext cx="295" cy="171"/>
                </a:xfrm>
                <a:custGeom>
                  <a:avLst/>
                  <a:gdLst>
                    <a:gd name="T0" fmla="*/ 148 w 295"/>
                    <a:gd name="T1" fmla="*/ 171 h 171"/>
                    <a:gd name="T2" fmla="*/ 0 w 295"/>
                    <a:gd name="T3" fmla="*/ 86 h 171"/>
                    <a:gd name="T4" fmla="*/ 148 w 295"/>
                    <a:gd name="T5" fmla="*/ 0 h 171"/>
                    <a:gd name="T6" fmla="*/ 295 w 295"/>
                    <a:gd name="T7" fmla="*/ 86 h 171"/>
                    <a:gd name="T8" fmla="*/ 148 w 295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71">
                      <a:moveTo>
                        <a:pt x="148" y="171"/>
                      </a:moveTo>
                      <a:lnTo>
                        <a:pt x="0" y="86"/>
                      </a:lnTo>
                      <a:lnTo>
                        <a:pt x="148" y="0"/>
                      </a:lnTo>
                      <a:lnTo>
                        <a:pt x="295" y="86"/>
                      </a:lnTo>
                      <a:lnTo>
                        <a:pt x="148" y="17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87" name="Freeform: Shape 286" descr="65bd7794-7e03-4eee-8f47-010892e396e9"/>
                <p:cNvSpPr/>
                <p:nvPr/>
              </p:nvSpPr>
              <p:spPr bwMode="auto">
                <a:xfrm>
                  <a:off x="3722" y="1710"/>
                  <a:ext cx="148" cy="244"/>
                </a:xfrm>
                <a:custGeom>
                  <a:avLst/>
                  <a:gdLst>
                    <a:gd name="T0" fmla="*/ 148 w 148"/>
                    <a:gd name="T1" fmla="*/ 244 h 244"/>
                    <a:gd name="T2" fmla="*/ 0 w 148"/>
                    <a:gd name="T3" fmla="*/ 159 h 244"/>
                    <a:gd name="T4" fmla="*/ 0 w 148"/>
                    <a:gd name="T5" fmla="*/ 0 h 244"/>
                    <a:gd name="T6" fmla="*/ 148 w 148"/>
                    <a:gd name="T7" fmla="*/ 85 h 244"/>
                    <a:gd name="T8" fmla="*/ 148 w 148"/>
                    <a:gd name="T9" fmla="*/ 244 h 2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4">
                      <a:moveTo>
                        <a:pt x="148" y="244"/>
                      </a:moveTo>
                      <a:lnTo>
                        <a:pt x="0" y="159"/>
                      </a:lnTo>
                      <a:lnTo>
                        <a:pt x="0" y="0"/>
                      </a:lnTo>
                      <a:lnTo>
                        <a:pt x="148" y="85"/>
                      </a:lnTo>
                      <a:lnTo>
                        <a:pt x="148" y="244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88" name="Freeform: Shape 287" descr="1e469773-5fde-4049-8658-45545ddce09f"/>
                <p:cNvSpPr/>
                <p:nvPr/>
              </p:nvSpPr>
              <p:spPr bwMode="auto">
                <a:xfrm>
                  <a:off x="3870" y="1710"/>
                  <a:ext cx="147" cy="244"/>
                </a:xfrm>
                <a:custGeom>
                  <a:avLst/>
                  <a:gdLst>
                    <a:gd name="T0" fmla="*/ 147 w 147"/>
                    <a:gd name="T1" fmla="*/ 159 h 244"/>
                    <a:gd name="T2" fmla="*/ 0 w 147"/>
                    <a:gd name="T3" fmla="*/ 244 h 244"/>
                    <a:gd name="T4" fmla="*/ 0 w 147"/>
                    <a:gd name="T5" fmla="*/ 85 h 244"/>
                    <a:gd name="T6" fmla="*/ 147 w 147"/>
                    <a:gd name="T7" fmla="*/ 0 h 244"/>
                    <a:gd name="T8" fmla="*/ 147 w 147"/>
                    <a:gd name="T9" fmla="*/ 159 h 2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4">
                      <a:moveTo>
                        <a:pt x="147" y="159"/>
                      </a:moveTo>
                      <a:lnTo>
                        <a:pt x="0" y="244"/>
                      </a:lnTo>
                      <a:lnTo>
                        <a:pt x="0" y="85"/>
                      </a:lnTo>
                      <a:lnTo>
                        <a:pt x="147" y="0"/>
                      </a:lnTo>
                      <a:lnTo>
                        <a:pt x="147" y="159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89" name="Freeform: Shape 288" descr="877929c9-e8c5-4ac4-8b7b-c0c53e01d2b8"/>
                <p:cNvSpPr/>
                <p:nvPr/>
              </p:nvSpPr>
              <p:spPr bwMode="auto">
                <a:xfrm>
                  <a:off x="3889" y="1719"/>
                  <a:ext cx="295" cy="171"/>
                </a:xfrm>
                <a:custGeom>
                  <a:avLst/>
                  <a:gdLst>
                    <a:gd name="T0" fmla="*/ 147 w 295"/>
                    <a:gd name="T1" fmla="*/ 171 h 171"/>
                    <a:gd name="T2" fmla="*/ 0 w 295"/>
                    <a:gd name="T3" fmla="*/ 86 h 171"/>
                    <a:gd name="T4" fmla="*/ 147 w 295"/>
                    <a:gd name="T5" fmla="*/ 0 h 171"/>
                    <a:gd name="T6" fmla="*/ 295 w 295"/>
                    <a:gd name="T7" fmla="*/ 86 h 171"/>
                    <a:gd name="T8" fmla="*/ 147 w 295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71">
                      <a:moveTo>
                        <a:pt x="147" y="171"/>
                      </a:moveTo>
                      <a:lnTo>
                        <a:pt x="0" y="86"/>
                      </a:lnTo>
                      <a:lnTo>
                        <a:pt x="147" y="0"/>
                      </a:lnTo>
                      <a:lnTo>
                        <a:pt x="295" y="86"/>
                      </a:lnTo>
                      <a:lnTo>
                        <a:pt x="147" y="17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90" name="Freeform: Shape 289" descr="093f01ab-8a65-4cb8-bb8f-a968480246e3"/>
                <p:cNvSpPr/>
                <p:nvPr/>
              </p:nvSpPr>
              <p:spPr bwMode="auto">
                <a:xfrm>
                  <a:off x="3889" y="1805"/>
                  <a:ext cx="147" cy="245"/>
                </a:xfrm>
                <a:custGeom>
                  <a:avLst/>
                  <a:gdLst>
                    <a:gd name="T0" fmla="*/ 147 w 147"/>
                    <a:gd name="T1" fmla="*/ 245 h 245"/>
                    <a:gd name="T2" fmla="*/ 0 w 147"/>
                    <a:gd name="T3" fmla="*/ 159 h 245"/>
                    <a:gd name="T4" fmla="*/ 0 w 147"/>
                    <a:gd name="T5" fmla="*/ 0 h 245"/>
                    <a:gd name="T6" fmla="*/ 147 w 147"/>
                    <a:gd name="T7" fmla="*/ 85 h 245"/>
                    <a:gd name="T8" fmla="*/ 147 w 147"/>
                    <a:gd name="T9" fmla="*/ 245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245"/>
                      </a:moveTo>
                      <a:lnTo>
                        <a:pt x="0" y="159"/>
                      </a:lnTo>
                      <a:lnTo>
                        <a:pt x="0" y="0"/>
                      </a:lnTo>
                      <a:lnTo>
                        <a:pt x="147" y="85"/>
                      </a:lnTo>
                      <a:lnTo>
                        <a:pt x="147" y="245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91" name="Freeform: Shape 290" descr="25e414dc-7ac6-4e2d-b384-397f3fdd91b7"/>
                <p:cNvSpPr/>
                <p:nvPr/>
              </p:nvSpPr>
              <p:spPr bwMode="auto">
                <a:xfrm>
                  <a:off x="4036" y="1805"/>
                  <a:ext cx="148" cy="245"/>
                </a:xfrm>
                <a:custGeom>
                  <a:avLst/>
                  <a:gdLst>
                    <a:gd name="T0" fmla="*/ 148 w 148"/>
                    <a:gd name="T1" fmla="*/ 159 h 245"/>
                    <a:gd name="T2" fmla="*/ 0 w 148"/>
                    <a:gd name="T3" fmla="*/ 245 h 245"/>
                    <a:gd name="T4" fmla="*/ 0 w 148"/>
                    <a:gd name="T5" fmla="*/ 85 h 245"/>
                    <a:gd name="T6" fmla="*/ 148 w 148"/>
                    <a:gd name="T7" fmla="*/ 0 h 245"/>
                    <a:gd name="T8" fmla="*/ 148 w 148"/>
                    <a:gd name="T9" fmla="*/ 159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5">
                      <a:moveTo>
                        <a:pt x="148" y="159"/>
                      </a:moveTo>
                      <a:lnTo>
                        <a:pt x="0" y="245"/>
                      </a:lnTo>
                      <a:lnTo>
                        <a:pt x="0" y="85"/>
                      </a:lnTo>
                      <a:lnTo>
                        <a:pt x="148" y="0"/>
                      </a:lnTo>
                      <a:lnTo>
                        <a:pt x="148" y="159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92" name="Freeform: Shape 291" descr="ddd4f9e0-8e65-4fd6-8ca2-3f73a8496af4"/>
                <p:cNvSpPr/>
                <p:nvPr/>
              </p:nvSpPr>
              <p:spPr bwMode="auto">
                <a:xfrm>
                  <a:off x="4055" y="1817"/>
                  <a:ext cx="295" cy="168"/>
                </a:xfrm>
                <a:custGeom>
                  <a:avLst/>
                  <a:gdLst>
                    <a:gd name="T0" fmla="*/ 148 w 295"/>
                    <a:gd name="T1" fmla="*/ 168 h 168"/>
                    <a:gd name="T2" fmla="*/ 0 w 295"/>
                    <a:gd name="T3" fmla="*/ 85 h 168"/>
                    <a:gd name="T4" fmla="*/ 148 w 295"/>
                    <a:gd name="T5" fmla="*/ 0 h 168"/>
                    <a:gd name="T6" fmla="*/ 295 w 295"/>
                    <a:gd name="T7" fmla="*/ 85 h 168"/>
                    <a:gd name="T8" fmla="*/ 148 w 295"/>
                    <a:gd name="T9" fmla="*/ 168 h 1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68">
                      <a:moveTo>
                        <a:pt x="148" y="168"/>
                      </a:moveTo>
                      <a:lnTo>
                        <a:pt x="0" y="85"/>
                      </a:lnTo>
                      <a:lnTo>
                        <a:pt x="148" y="0"/>
                      </a:lnTo>
                      <a:lnTo>
                        <a:pt x="295" y="85"/>
                      </a:lnTo>
                      <a:lnTo>
                        <a:pt x="148" y="16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93" name="Freeform: Shape 292" descr="e7dae112-aec8-4446-9a9a-4c89f5442edf"/>
                <p:cNvSpPr/>
                <p:nvPr/>
              </p:nvSpPr>
              <p:spPr bwMode="auto">
                <a:xfrm>
                  <a:off x="4055" y="1902"/>
                  <a:ext cx="148" cy="243"/>
                </a:xfrm>
                <a:custGeom>
                  <a:avLst/>
                  <a:gdLst>
                    <a:gd name="T0" fmla="*/ 148 w 148"/>
                    <a:gd name="T1" fmla="*/ 243 h 243"/>
                    <a:gd name="T2" fmla="*/ 0 w 148"/>
                    <a:gd name="T3" fmla="*/ 157 h 243"/>
                    <a:gd name="T4" fmla="*/ 0 w 148"/>
                    <a:gd name="T5" fmla="*/ 0 h 243"/>
                    <a:gd name="T6" fmla="*/ 148 w 148"/>
                    <a:gd name="T7" fmla="*/ 83 h 243"/>
                    <a:gd name="T8" fmla="*/ 148 w 148"/>
                    <a:gd name="T9" fmla="*/ 243 h 2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3">
                      <a:moveTo>
                        <a:pt x="148" y="243"/>
                      </a:moveTo>
                      <a:lnTo>
                        <a:pt x="0" y="157"/>
                      </a:lnTo>
                      <a:lnTo>
                        <a:pt x="0" y="0"/>
                      </a:lnTo>
                      <a:lnTo>
                        <a:pt x="148" y="83"/>
                      </a:lnTo>
                      <a:lnTo>
                        <a:pt x="148" y="243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94" name="Freeform: Shape 293" descr="30fcf6e1-bd5e-443a-ad43-8b98fd01a682"/>
                <p:cNvSpPr/>
                <p:nvPr/>
              </p:nvSpPr>
              <p:spPr bwMode="auto">
                <a:xfrm>
                  <a:off x="4203" y="1902"/>
                  <a:ext cx="147" cy="243"/>
                </a:xfrm>
                <a:custGeom>
                  <a:avLst/>
                  <a:gdLst>
                    <a:gd name="T0" fmla="*/ 147 w 147"/>
                    <a:gd name="T1" fmla="*/ 157 h 243"/>
                    <a:gd name="T2" fmla="*/ 0 w 147"/>
                    <a:gd name="T3" fmla="*/ 243 h 243"/>
                    <a:gd name="T4" fmla="*/ 0 w 147"/>
                    <a:gd name="T5" fmla="*/ 83 h 243"/>
                    <a:gd name="T6" fmla="*/ 147 w 147"/>
                    <a:gd name="T7" fmla="*/ 0 h 243"/>
                    <a:gd name="T8" fmla="*/ 147 w 147"/>
                    <a:gd name="T9" fmla="*/ 157 h 2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3">
                      <a:moveTo>
                        <a:pt x="147" y="157"/>
                      </a:moveTo>
                      <a:lnTo>
                        <a:pt x="0" y="243"/>
                      </a:lnTo>
                      <a:lnTo>
                        <a:pt x="0" y="83"/>
                      </a:lnTo>
                      <a:lnTo>
                        <a:pt x="147" y="0"/>
                      </a:lnTo>
                      <a:lnTo>
                        <a:pt x="147" y="157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95" name="Freeform: Shape 294" descr="86e69a0c-546c-4136-9219-6d60e319bcf8"/>
                <p:cNvSpPr/>
                <p:nvPr/>
              </p:nvSpPr>
              <p:spPr bwMode="auto">
                <a:xfrm>
                  <a:off x="3228" y="1532"/>
                  <a:ext cx="295" cy="168"/>
                </a:xfrm>
                <a:custGeom>
                  <a:avLst/>
                  <a:gdLst>
                    <a:gd name="T0" fmla="*/ 147 w 295"/>
                    <a:gd name="T1" fmla="*/ 168 h 168"/>
                    <a:gd name="T2" fmla="*/ 0 w 295"/>
                    <a:gd name="T3" fmla="*/ 85 h 168"/>
                    <a:gd name="T4" fmla="*/ 147 w 295"/>
                    <a:gd name="T5" fmla="*/ 0 h 168"/>
                    <a:gd name="T6" fmla="*/ 295 w 295"/>
                    <a:gd name="T7" fmla="*/ 85 h 168"/>
                    <a:gd name="T8" fmla="*/ 147 w 295"/>
                    <a:gd name="T9" fmla="*/ 168 h 1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68">
                      <a:moveTo>
                        <a:pt x="147" y="168"/>
                      </a:moveTo>
                      <a:lnTo>
                        <a:pt x="0" y="85"/>
                      </a:lnTo>
                      <a:lnTo>
                        <a:pt x="147" y="0"/>
                      </a:lnTo>
                      <a:lnTo>
                        <a:pt x="295" y="85"/>
                      </a:lnTo>
                      <a:lnTo>
                        <a:pt x="147" y="168"/>
                      </a:lnTo>
                      <a:close/>
                    </a:path>
                  </a:pathLst>
                </a:custGeom>
                <a:solidFill>
                  <a:srgbClr val="2D83EE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96" name="Freeform: Shape 295" descr="f62c6efd-8fd5-4d3a-8329-7397f9a85362"/>
                <p:cNvSpPr/>
                <p:nvPr/>
              </p:nvSpPr>
              <p:spPr bwMode="auto">
                <a:xfrm>
                  <a:off x="3228" y="1617"/>
                  <a:ext cx="147" cy="242"/>
                </a:xfrm>
                <a:custGeom>
                  <a:avLst/>
                  <a:gdLst>
                    <a:gd name="T0" fmla="*/ 147 w 147"/>
                    <a:gd name="T1" fmla="*/ 242 h 242"/>
                    <a:gd name="T2" fmla="*/ 0 w 147"/>
                    <a:gd name="T3" fmla="*/ 157 h 242"/>
                    <a:gd name="T4" fmla="*/ 0 w 147"/>
                    <a:gd name="T5" fmla="*/ 0 h 242"/>
                    <a:gd name="T6" fmla="*/ 147 w 147"/>
                    <a:gd name="T7" fmla="*/ 83 h 242"/>
                    <a:gd name="T8" fmla="*/ 147 w 147"/>
                    <a:gd name="T9" fmla="*/ 242 h 2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1">
                      <a:moveTo>
                        <a:pt x="147" y="242"/>
                      </a:moveTo>
                      <a:lnTo>
                        <a:pt x="0" y="157"/>
                      </a:lnTo>
                      <a:lnTo>
                        <a:pt x="0" y="0"/>
                      </a:lnTo>
                      <a:lnTo>
                        <a:pt x="147" y="83"/>
                      </a:lnTo>
                      <a:lnTo>
                        <a:pt x="147" y="242"/>
                      </a:lnTo>
                      <a:close/>
                    </a:path>
                  </a:pathLst>
                </a:custGeom>
                <a:solidFill>
                  <a:srgbClr val="0647A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97" name="Freeform: Shape 296" descr="b98dd54d-be63-4d92-ad22-abe1355ff690"/>
                <p:cNvSpPr/>
                <p:nvPr/>
              </p:nvSpPr>
              <p:spPr bwMode="auto">
                <a:xfrm>
                  <a:off x="3375" y="1617"/>
                  <a:ext cx="148" cy="242"/>
                </a:xfrm>
                <a:custGeom>
                  <a:avLst/>
                  <a:gdLst>
                    <a:gd name="T0" fmla="*/ 148 w 148"/>
                    <a:gd name="T1" fmla="*/ 157 h 242"/>
                    <a:gd name="T2" fmla="*/ 0 w 148"/>
                    <a:gd name="T3" fmla="*/ 242 h 242"/>
                    <a:gd name="T4" fmla="*/ 0 w 148"/>
                    <a:gd name="T5" fmla="*/ 83 h 242"/>
                    <a:gd name="T6" fmla="*/ 148 w 148"/>
                    <a:gd name="T7" fmla="*/ 0 h 242"/>
                    <a:gd name="T8" fmla="*/ 148 w 148"/>
                    <a:gd name="T9" fmla="*/ 157 h 2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1">
                      <a:moveTo>
                        <a:pt x="148" y="157"/>
                      </a:moveTo>
                      <a:lnTo>
                        <a:pt x="0" y="242"/>
                      </a:lnTo>
                      <a:lnTo>
                        <a:pt x="0" y="83"/>
                      </a:lnTo>
                      <a:lnTo>
                        <a:pt x="148" y="0"/>
                      </a:lnTo>
                      <a:lnTo>
                        <a:pt x="148" y="157"/>
                      </a:lnTo>
                      <a:close/>
                    </a:path>
                  </a:pathLst>
                </a:custGeom>
                <a:solidFill>
                  <a:srgbClr val="1C64D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98" name="Freeform: Shape 297" descr="08ee65f7-c312-42f6-869f-a37675bace16"/>
                <p:cNvSpPr/>
                <p:nvPr/>
              </p:nvSpPr>
              <p:spPr bwMode="auto">
                <a:xfrm>
                  <a:off x="3556" y="1722"/>
                  <a:ext cx="295" cy="168"/>
                </a:xfrm>
                <a:custGeom>
                  <a:avLst/>
                  <a:gdLst>
                    <a:gd name="T0" fmla="*/ 147 w 295"/>
                    <a:gd name="T1" fmla="*/ 168 h 168"/>
                    <a:gd name="T2" fmla="*/ 0 w 295"/>
                    <a:gd name="T3" fmla="*/ 83 h 168"/>
                    <a:gd name="T4" fmla="*/ 147 w 295"/>
                    <a:gd name="T5" fmla="*/ 0 h 168"/>
                    <a:gd name="T6" fmla="*/ 295 w 295"/>
                    <a:gd name="T7" fmla="*/ 83 h 168"/>
                    <a:gd name="T8" fmla="*/ 147 w 295"/>
                    <a:gd name="T9" fmla="*/ 168 h 1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68">
                      <a:moveTo>
                        <a:pt x="147" y="168"/>
                      </a:moveTo>
                      <a:lnTo>
                        <a:pt x="0" y="83"/>
                      </a:lnTo>
                      <a:lnTo>
                        <a:pt x="147" y="0"/>
                      </a:lnTo>
                      <a:lnTo>
                        <a:pt x="295" y="83"/>
                      </a:lnTo>
                      <a:lnTo>
                        <a:pt x="147" y="16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99" name="Freeform: Shape 298" descr="865916f5-b6f2-43be-9dee-5ad55761ded4"/>
                <p:cNvSpPr/>
                <p:nvPr/>
              </p:nvSpPr>
              <p:spPr bwMode="auto">
                <a:xfrm>
                  <a:off x="3556" y="1805"/>
                  <a:ext cx="147" cy="245"/>
                </a:xfrm>
                <a:custGeom>
                  <a:avLst/>
                  <a:gdLst>
                    <a:gd name="T0" fmla="*/ 147 w 147"/>
                    <a:gd name="T1" fmla="*/ 245 h 245"/>
                    <a:gd name="T2" fmla="*/ 0 w 147"/>
                    <a:gd name="T3" fmla="*/ 159 h 245"/>
                    <a:gd name="T4" fmla="*/ 0 w 147"/>
                    <a:gd name="T5" fmla="*/ 0 h 245"/>
                    <a:gd name="T6" fmla="*/ 147 w 147"/>
                    <a:gd name="T7" fmla="*/ 85 h 245"/>
                    <a:gd name="T8" fmla="*/ 147 w 147"/>
                    <a:gd name="T9" fmla="*/ 245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245"/>
                      </a:moveTo>
                      <a:lnTo>
                        <a:pt x="0" y="159"/>
                      </a:lnTo>
                      <a:lnTo>
                        <a:pt x="0" y="0"/>
                      </a:lnTo>
                      <a:lnTo>
                        <a:pt x="147" y="85"/>
                      </a:lnTo>
                      <a:lnTo>
                        <a:pt x="147" y="245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00" name="Freeform: Shape 299" descr="8b78ff2d-90b2-42a6-b51b-2b3025db6297"/>
                <p:cNvSpPr/>
                <p:nvPr/>
              </p:nvSpPr>
              <p:spPr bwMode="auto">
                <a:xfrm>
                  <a:off x="3703" y="1805"/>
                  <a:ext cx="148" cy="245"/>
                </a:xfrm>
                <a:custGeom>
                  <a:avLst/>
                  <a:gdLst>
                    <a:gd name="T0" fmla="*/ 148 w 148"/>
                    <a:gd name="T1" fmla="*/ 159 h 245"/>
                    <a:gd name="T2" fmla="*/ 0 w 148"/>
                    <a:gd name="T3" fmla="*/ 245 h 245"/>
                    <a:gd name="T4" fmla="*/ 0 w 148"/>
                    <a:gd name="T5" fmla="*/ 85 h 245"/>
                    <a:gd name="T6" fmla="*/ 148 w 148"/>
                    <a:gd name="T7" fmla="*/ 0 h 245"/>
                    <a:gd name="T8" fmla="*/ 148 w 148"/>
                    <a:gd name="T9" fmla="*/ 159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5">
                      <a:moveTo>
                        <a:pt x="148" y="159"/>
                      </a:moveTo>
                      <a:lnTo>
                        <a:pt x="0" y="245"/>
                      </a:lnTo>
                      <a:lnTo>
                        <a:pt x="0" y="85"/>
                      </a:lnTo>
                      <a:lnTo>
                        <a:pt x="148" y="0"/>
                      </a:lnTo>
                      <a:lnTo>
                        <a:pt x="148" y="159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01" name="Freeform: Shape 300" descr="9a43b16f-824a-4461-a5e1-40c7eb9b3f5f"/>
                <p:cNvSpPr/>
                <p:nvPr/>
              </p:nvSpPr>
              <p:spPr bwMode="auto">
                <a:xfrm>
                  <a:off x="3722" y="1021"/>
                  <a:ext cx="295" cy="171"/>
                </a:xfrm>
                <a:custGeom>
                  <a:avLst/>
                  <a:gdLst>
                    <a:gd name="T0" fmla="*/ 148 w 295"/>
                    <a:gd name="T1" fmla="*/ 171 h 171"/>
                    <a:gd name="T2" fmla="*/ 0 w 295"/>
                    <a:gd name="T3" fmla="*/ 85 h 171"/>
                    <a:gd name="T4" fmla="*/ 148 w 295"/>
                    <a:gd name="T5" fmla="*/ 0 h 171"/>
                    <a:gd name="T6" fmla="*/ 295 w 295"/>
                    <a:gd name="T7" fmla="*/ 85 h 171"/>
                    <a:gd name="T8" fmla="*/ 148 w 295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71">
                      <a:moveTo>
                        <a:pt x="148" y="171"/>
                      </a:moveTo>
                      <a:lnTo>
                        <a:pt x="0" y="85"/>
                      </a:lnTo>
                      <a:lnTo>
                        <a:pt x="148" y="0"/>
                      </a:lnTo>
                      <a:lnTo>
                        <a:pt x="295" y="85"/>
                      </a:lnTo>
                      <a:lnTo>
                        <a:pt x="148" y="171"/>
                      </a:lnTo>
                      <a:close/>
                    </a:path>
                  </a:pathLst>
                </a:custGeom>
                <a:solidFill>
                  <a:srgbClr val="2D83EE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02" name="Freeform: Shape 301" descr="c8f0e8f3-c91d-4100-a6f0-bd3619ea9788"/>
                <p:cNvSpPr/>
                <p:nvPr/>
              </p:nvSpPr>
              <p:spPr bwMode="auto">
                <a:xfrm>
                  <a:off x="3722" y="1106"/>
                  <a:ext cx="148" cy="243"/>
                </a:xfrm>
                <a:custGeom>
                  <a:avLst/>
                  <a:gdLst>
                    <a:gd name="T0" fmla="*/ 148 w 148"/>
                    <a:gd name="T1" fmla="*/ 243 h 243"/>
                    <a:gd name="T2" fmla="*/ 0 w 148"/>
                    <a:gd name="T3" fmla="*/ 159 h 243"/>
                    <a:gd name="T4" fmla="*/ 0 w 148"/>
                    <a:gd name="T5" fmla="*/ 0 h 243"/>
                    <a:gd name="T6" fmla="*/ 148 w 148"/>
                    <a:gd name="T7" fmla="*/ 86 h 243"/>
                    <a:gd name="T8" fmla="*/ 148 w 148"/>
                    <a:gd name="T9" fmla="*/ 243 h 2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3">
                      <a:moveTo>
                        <a:pt x="148" y="243"/>
                      </a:moveTo>
                      <a:lnTo>
                        <a:pt x="0" y="159"/>
                      </a:lnTo>
                      <a:lnTo>
                        <a:pt x="0" y="0"/>
                      </a:lnTo>
                      <a:lnTo>
                        <a:pt x="148" y="86"/>
                      </a:lnTo>
                      <a:lnTo>
                        <a:pt x="148" y="243"/>
                      </a:lnTo>
                      <a:close/>
                    </a:path>
                  </a:pathLst>
                </a:custGeom>
                <a:solidFill>
                  <a:srgbClr val="0647A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03" name="Freeform: Shape 302" descr="ca3a90fb-1b10-4377-aef0-f22678483aa0"/>
                <p:cNvSpPr/>
                <p:nvPr/>
              </p:nvSpPr>
              <p:spPr bwMode="auto">
                <a:xfrm>
                  <a:off x="3870" y="1106"/>
                  <a:ext cx="147" cy="243"/>
                </a:xfrm>
                <a:custGeom>
                  <a:avLst/>
                  <a:gdLst>
                    <a:gd name="T0" fmla="*/ 147 w 147"/>
                    <a:gd name="T1" fmla="*/ 159 h 243"/>
                    <a:gd name="T2" fmla="*/ 0 w 147"/>
                    <a:gd name="T3" fmla="*/ 243 h 243"/>
                    <a:gd name="T4" fmla="*/ 0 w 147"/>
                    <a:gd name="T5" fmla="*/ 86 h 243"/>
                    <a:gd name="T6" fmla="*/ 147 w 147"/>
                    <a:gd name="T7" fmla="*/ 0 h 243"/>
                    <a:gd name="T8" fmla="*/ 147 w 147"/>
                    <a:gd name="T9" fmla="*/ 159 h 2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3">
                      <a:moveTo>
                        <a:pt x="147" y="159"/>
                      </a:moveTo>
                      <a:lnTo>
                        <a:pt x="0" y="243"/>
                      </a:lnTo>
                      <a:lnTo>
                        <a:pt x="0" y="86"/>
                      </a:lnTo>
                      <a:lnTo>
                        <a:pt x="147" y="0"/>
                      </a:lnTo>
                      <a:lnTo>
                        <a:pt x="147" y="159"/>
                      </a:lnTo>
                      <a:close/>
                    </a:path>
                  </a:pathLst>
                </a:custGeom>
                <a:solidFill>
                  <a:srgbClr val="1C64D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04" name="Freeform: Shape 303" descr="5b45533c-afb1-4a91-8396-a700116848f4"/>
                <p:cNvSpPr/>
                <p:nvPr/>
              </p:nvSpPr>
              <p:spPr bwMode="auto">
                <a:xfrm>
                  <a:off x="3889" y="1912"/>
                  <a:ext cx="295" cy="171"/>
                </a:xfrm>
                <a:custGeom>
                  <a:avLst/>
                  <a:gdLst>
                    <a:gd name="T0" fmla="*/ 147 w 295"/>
                    <a:gd name="T1" fmla="*/ 171 h 171"/>
                    <a:gd name="T2" fmla="*/ 0 w 295"/>
                    <a:gd name="T3" fmla="*/ 85 h 171"/>
                    <a:gd name="T4" fmla="*/ 147 w 295"/>
                    <a:gd name="T5" fmla="*/ 0 h 171"/>
                    <a:gd name="T6" fmla="*/ 295 w 295"/>
                    <a:gd name="T7" fmla="*/ 85 h 171"/>
                    <a:gd name="T8" fmla="*/ 147 w 295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71">
                      <a:moveTo>
                        <a:pt x="147" y="171"/>
                      </a:moveTo>
                      <a:lnTo>
                        <a:pt x="0" y="85"/>
                      </a:lnTo>
                      <a:lnTo>
                        <a:pt x="147" y="0"/>
                      </a:lnTo>
                      <a:lnTo>
                        <a:pt x="295" y="85"/>
                      </a:lnTo>
                      <a:lnTo>
                        <a:pt x="147" y="17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05" name="Freeform: Shape 304" descr="13c3630c-5841-4b84-ac8c-fa98c34ba1c8"/>
                <p:cNvSpPr/>
                <p:nvPr/>
              </p:nvSpPr>
              <p:spPr bwMode="auto">
                <a:xfrm>
                  <a:off x="3889" y="1997"/>
                  <a:ext cx="147" cy="245"/>
                </a:xfrm>
                <a:custGeom>
                  <a:avLst/>
                  <a:gdLst>
                    <a:gd name="T0" fmla="*/ 147 w 147"/>
                    <a:gd name="T1" fmla="*/ 245 h 245"/>
                    <a:gd name="T2" fmla="*/ 0 w 147"/>
                    <a:gd name="T3" fmla="*/ 159 h 245"/>
                    <a:gd name="T4" fmla="*/ 0 w 147"/>
                    <a:gd name="T5" fmla="*/ 0 h 245"/>
                    <a:gd name="T6" fmla="*/ 147 w 147"/>
                    <a:gd name="T7" fmla="*/ 86 h 245"/>
                    <a:gd name="T8" fmla="*/ 147 w 147"/>
                    <a:gd name="T9" fmla="*/ 245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245"/>
                      </a:moveTo>
                      <a:lnTo>
                        <a:pt x="0" y="159"/>
                      </a:lnTo>
                      <a:lnTo>
                        <a:pt x="0" y="0"/>
                      </a:lnTo>
                      <a:lnTo>
                        <a:pt x="147" y="86"/>
                      </a:lnTo>
                      <a:lnTo>
                        <a:pt x="147" y="245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06" name="Freeform: Shape 305" descr="6c2df6b7-8425-4570-82cf-ae44f737afbd"/>
                <p:cNvSpPr/>
                <p:nvPr/>
              </p:nvSpPr>
              <p:spPr bwMode="auto">
                <a:xfrm>
                  <a:off x="4036" y="1997"/>
                  <a:ext cx="148" cy="245"/>
                </a:xfrm>
                <a:custGeom>
                  <a:avLst/>
                  <a:gdLst>
                    <a:gd name="T0" fmla="*/ 148 w 148"/>
                    <a:gd name="T1" fmla="*/ 159 h 245"/>
                    <a:gd name="T2" fmla="*/ 0 w 148"/>
                    <a:gd name="T3" fmla="*/ 245 h 245"/>
                    <a:gd name="T4" fmla="*/ 0 w 148"/>
                    <a:gd name="T5" fmla="*/ 86 h 245"/>
                    <a:gd name="T6" fmla="*/ 148 w 148"/>
                    <a:gd name="T7" fmla="*/ 0 h 245"/>
                    <a:gd name="T8" fmla="*/ 148 w 148"/>
                    <a:gd name="T9" fmla="*/ 159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5">
                      <a:moveTo>
                        <a:pt x="148" y="159"/>
                      </a:moveTo>
                      <a:lnTo>
                        <a:pt x="0" y="245"/>
                      </a:lnTo>
                      <a:lnTo>
                        <a:pt x="0" y="86"/>
                      </a:lnTo>
                      <a:lnTo>
                        <a:pt x="148" y="0"/>
                      </a:lnTo>
                      <a:lnTo>
                        <a:pt x="148" y="159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07" name="Freeform: Shape 306" descr="1a4b2371-80c5-4652-9668-50e868d47d6f"/>
                <p:cNvSpPr/>
                <p:nvPr/>
              </p:nvSpPr>
              <p:spPr bwMode="auto">
                <a:xfrm>
                  <a:off x="3225" y="1722"/>
                  <a:ext cx="295" cy="168"/>
                </a:xfrm>
                <a:custGeom>
                  <a:avLst/>
                  <a:gdLst>
                    <a:gd name="T0" fmla="*/ 148 w 295"/>
                    <a:gd name="T1" fmla="*/ 168 h 168"/>
                    <a:gd name="T2" fmla="*/ 0 w 295"/>
                    <a:gd name="T3" fmla="*/ 83 h 168"/>
                    <a:gd name="T4" fmla="*/ 148 w 295"/>
                    <a:gd name="T5" fmla="*/ 0 h 168"/>
                    <a:gd name="T6" fmla="*/ 295 w 295"/>
                    <a:gd name="T7" fmla="*/ 83 h 168"/>
                    <a:gd name="T8" fmla="*/ 148 w 295"/>
                    <a:gd name="T9" fmla="*/ 168 h 1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68">
                      <a:moveTo>
                        <a:pt x="148" y="168"/>
                      </a:moveTo>
                      <a:lnTo>
                        <a:pt x="0" y="83"/>
                      </a:lnTo>
                      <a:lnTo>
                        <a:pt x="148" y="0"/>
                      </a:lnTo>
                      <a:lnTo>
                        <a:pt x="295" y="83"/>
                      </a:lnTo>
                      <a:lnTo>
                        <a:pt x="148" y="16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08" name="Freeform: Shape 307" descr="8590ecba-865c-4729-aa7a-8c75f5598499"/>
                <p:cNvSpPr/>
                <p:nvPr/>
              </p:nvSpPr>
              <p:spPr bwMode="auto">
                <a:xfrm>
                  <a:off x="3225" y="1805"/>
                  <a:ext cx="148" cy="245"/>
                </a:xfrm>
                <a:custGeom>
                  <a:avLst/>
                  <a:gdLst>
                    <a:gd name="T0" fmla="*/ 148 w 148"/>
                    <a:gd name="T1" fmla="*/ 245 h 245"/>
                    <a:gd name="T2" fmla="*/ 0 w 148"/>
                    <a:gd name="T3" fmla="*/ 159 h 245"/>
                    <a:gd name="T4" fmla="*/ 0 w 148"/>
                    <a:gd name="T5" fmla="*/ 0 h 245"/>
                    <a:gd name="T6" fmla="*/ 148 w 148"/>
                    <a:gd name="T7" fmla="*/ 85 h 245"/>
                    <a:gd name="T8" fmla="*/ 148 w 148"/>
                    <a:gd name="T9" fmla="*/ 245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5">
                      <a:moveTo>
                        <a:pt x="148" y="245"/>
                      </a:moveTo>
                      <a:lnTo>
                        <a:pt x="0" y="159"/>
                      </a:lnTo>
                      <a:lnTo>
                        <a:pt x="0" y="0"/>
                      </a:lnTo>
                      <a:lnTo>
                        <a:pt x="148" y="85"/>
                      </a:lnTo>
                      <a:lnTo>
                        <a:pt x="148" y="245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09" name="Freeform: Shape 308" descr="8a4d98ee-31bc-4ed7-81ca-c8391e74bc62"/>
                <p:cNvSpPr/>
                <p:nvPr/>
              </p:nvSpPr>
              <p:spPr bwMode="auto">
                <a:xfrm>
                  <a:off x="3373" y="1805"/>
                  <a:ext cx="147" cy="245"/>
                </a:xfrm>
                <a:custGeom>
                  <a:avLst/>
                  <a:gdLst>
                    <a:gd name="T0" fmla="*/ 147 w 147"/>
                    <a:gd name="T1" fmla="*/ 159 h 245"/>
                    <a:gd name="T2" fmla="*/ 0 w 147"/>
                    <a:gd name="T3" fmla="*/ 245 h 245"/>
                    <a:gd name="T4" fmla="*/ 0 w 147"/>
                    <a:gd name="T5" fmla="*/ 85 h 245"/>
                    <a:gd name="T6" fmla="*/ 147 w 147"/>
                    <a:gd name="T7" fmla="*/ 0 h 245"/>
                    <a:gd name="T8" fmla="*/ 147 w 147"/>
                    <a:gd name="T9" fmla="*/ 159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159"/>
                      </a:moveTo>
                      <a:lnTo>
                        <a:pt x="0" y="245"/>
                      </a:lnTo>
                      <a:lnTo>
                        <a:pt x="0" y="85"/>
                      </a:lnTo>
                      <a:lnTo>
                        <a:pt x="147" y="0"/>
                      </a:lnTo>
                      <a:lnTo>
                        <a:pt x="147" y="159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10" name="Freeform: Shape 309" descr="3fc923d2-86ef-46f6-a89c-0b3db9ee7a8e"/>
                <p:cNvSpPr/>
                <p:nvPr/>
              </p:nvSpPr>
              <p:spPr bwMode="auto">
                <a:xfrm>
                  <a:off x="3389" y="1817"/>
                  <a:ext cx="295" cy="171"/>
                </a:xfrm>
                <a:custGeom>
                  <a:avLst/>
                  <a:gdLst>
                    <a:gd name="T0" fmla="*/ 148 w 295"/>
                    <a:gd name="T1" fmla="*/ 171 h 171"/>
                    <a:gd name="T2" fmla="*/ 0 w 295"/>
                    <a:gd name="T3" fmla="*/ 85 h 171"/>
                    <a:gd name="T4" fmla="*/ 148 w 295"/>
                    <a:gd name="T5" fmla="*/ 0 h 171"/>
                    <a:gd name="T6" fmla="*/ 295 w 295"/>
                    <a:gd name="T7" fmla="*/ 85 h 171"/>
                    <a:gd name="T8" fmla="*/ 148 w 295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71">
                      <a:moveTo>
                        <a:pt x="148" y="171"/>
                      </a:moveTo>
                      <a:lnTo>
                        <a:pt x="0" y="85"/>
                      </a:lnTo>
                      <a:lnTo>
                        <a:pt x="148" y="0"/>
                      </a:lnTo>
                      <a:lnTo>
                        <a:pt x="295" y="85"/>
                      </a:lnTo>
                      <a:lnTo>
                        <a:pt x="148" y="17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16" name="Freeform: Shape 15" descr="97444b23-3945-460f-b1dc-495b67cdf519"/>
              <p:cNvSpPr/>
              <p:nvPr/>
            </p:nvSpPr>
            <p:spPr bwMode="auto">
              <a:xfrm>
                <a:off x="5380041" y="3019406"/>
                <a:ext cx="234950" cy="385760"/>
              </a:xfrm>
              <a:custGeom>
                <a:avLst/>
                <a:gdLst>
                  <a:gd name="T0" fmla="*/ 148 w 148"/>
                  <a:gd name="T1" fmla="*/ 243 h 243"/>
                  <a:gd name="T2" fmla="*/ 0 w 148"/>
                  <a:gd name="T3" fmla="*/ 159 h 243"/>
                  <a:gd name="T4" fmla="*/ 0 w 148"/>
                  <a:gd name="T5" fmla="*/ 0 h 243"/>
                  <a:gd name="T6" fmla="*/ 148 w 148"/>
                  <a:gd name="T7" fmla="*/ 86 h 243"/>
                  <a:gd name="T8" fmla="*/ 148 w 148"/>
                  <a:gd name="T9" fmla="*/ 243 h 2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8" h="243">
                    <a:moveTo>
                      <a:pt x="148" y="243"/>
                    </a:moveTo>
                    <a:lnTo>
                      <a:pt x="0" y="159"/>
                    </a:lnTo>
                    <a:lnTo>
                      <a:pt x="0" y="0"/>
                    </a:lnTo>
                    <a:lnTo>
                      <a:pt x="148" y="86"/>
                    </a:lnTo>
                    <a:lnTo>
                      <a:pt x="148" y="243"/>
                    </a:lnTo>
                    <a:close/>
                  </a:path>
                </a:pathLst>
              </a:custGeom>
              <a:solidFill>
                <a:srgbClr val="CCC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7" name="Freeform: Shape 16" descr="de620016-c6bb-4cb2-b558-a98e5f6d8607"/>
              <p:cNvSpPr/>
              <p:nvPr/>
            </p:nvSpPr>
            <p:spPr bwMode="auto">
              <a:xfrm>
                <a:off x="5614991" y="3019406"/>
                <a:ext cx="233363" cy="385760"/>
              </a:xfrm>
              <a:custGeom>
                <a:avLst/>
                <a:gdLst>
                  <a:gd name="T0" fmla="*/ 147 w 147"/>
                  <a:gd name="T1" fmla="*/ 159 h 243"/>
                  <a:gd name="T2" fmla="*/ 0 w 147"/>
                  <a:gd name="T3" fmla="*/ 243 h 243"/>
                  <a:gd name="T4" fmla="*/ 0 w 147"/>
                  <a:gd name="T5" fmla="*/ 86 h 243"/>
                  <a:gd name="T6" fmla="*/ 147 w 147"/>
                  <a:gd name="T7" fmla="*/ 0 h 243"/>
                  <a:gd name="T8" fmla="*/ 147 w 147"/>
                  <a:gd name="T9" fmla="*/ 159 h 2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7" h="243">
                    <a:moveTo>
                      <a:pt x="147" y="159"/>
                    </a:moveTo>
                    <a:lnTo>
                      <a:pt x="0" y="243"/>
                    </a:lnTo>
                    <a:lnTo>
                      <a:pt x="0" y="86"/>
                    </a:lnTo>
                    <a:lnTo>
                      <a:pt x="147" y="0"/>
                    </a:lnTo>
                    <a:lnTo>
                      <a:pt x="147" y="159"/>
                    </a:lnTo>
                    <a:close/>
                  </a:path>
                </a:pathLst>
              </a:custGeom>
              <a:solidFill>
                <a:srgbClr val="E9E4D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8" name="Freeform: Shape 17" descr="f61e2151-11fe-4b2c-8a34-337c656c6cc8"/>
              <p:cNvSpPr/>
              <p:nvPr/>
            </p:nvSpPr>
            <p:spPr bwMode="auto">
              <a:xfrm>
                <a:off x="5645154" y="3035280"/>
                <a:ext cx="468314" cy="271461"/>
              </a:xfrm>
              <a:custGeom>
                <a:avLst/>
                <a:gdLst>
                  <a:gd name="T0" fmla="*/ 147 w 295"/>
                  <a:gd name="T1" fmla="*/ 171 h 171"/>
                  <a:gd name="T2" fmla="*/ 0 w 295"/>
                  <a:gd name="T3" fmla="*/ 85 h 171"/>
                  <a:gd name="T4" fmla="*/ 147 w 295"/>
                  <a:gd name="T5" fmla="*/ 0 h 171"/>
                  <a:gd name="T6" fmla="*/ 295 w 295"/>
                  <a:gd name="T7" fmla="*/ 85 h 171"/>
                  <a:gd name="T8" fmla="*/ 147 w 295"/>
                  <a:gd name="T9" fmla="*/ 171 h 1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95" h="171">
                    <a:moveTo>
                      <a:pt x="147" y="171"/>
                    </a:moveTo>
                    <a:lnTo>
                      <a:pt x="0" y="85"/>
                    </a:lnTo>
                    <a:lnTo>
                      <a:pt x="147" y="0"/>
                    </a:lnTo>
                    <a:lnTo>
                      <a:pt x="295" y="85"/>
                    </a:lnTo>
                    <a:lnTo>
                      <a:pt x="147" y="17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9" name="Freeform: Shape 18" descr="e53da30d-d590-4f7d-9180-b29c7a69e949"/>
              <p:cNvSpPr/>
              <p:nvPr/>
            </p:nvSpPr>
            <p:spPr bwMode="auto">
              <a:xfrm>
                <a:off x="5645154" y="3170218"/>
                <a:ext cx="233363" cy="388935"/>
              </a:xfrm>
              <a:custGeom>
                <a:avLst/>
                <a:gdLst>
                  <a:gd name="T0" fmla="*/ 147 w 147"/>
                  <a:gd name="T1" fmla="*/ 245 h 245"/>
                  <a:gd name="T2" fmla="*/ 0 w 147"/>
                  <a:gd name="T3" fmla="*/ 159 h 245"/>
                  <a:gd name="T4" fmla="*/ 0 w 147"/>
                  <a:gd name="T5" fmla="*/ 0 h 245"/>
                  <a:gd name="T6" fmla="*/ 147 w 147"/>
                  <a:gd name="T7" fmla="*/ 86 h 245"/>
                  <a:gd name="T8" fmla="*/ 147 w 147"/>
                  <a:gd name="T9" fmla="*/ 245 h 2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7" h="245">
                    <a:moveTo>
                      <a:pt x="147" y="245"/>
                    </a:moveTo>
                    <a:lnTo>
                      <a:pt x="0" y="159"/>
                    </a:lnTo>
                    <a:lnTo>
                      <a:pt x="0" y="0"/>
                    </a:lnTo>
                    <a:lnTo>
                      <a:pt x="147" y="86"/>
                    </a:lnTo>
                    <a:lnTo>
                      <a:pt x="147" y="245"/>
                    </a:lnTo>
                    <a:close/>
                  </a:path>
                </a:pathLst>
              </a:custGeom>
              <a:solidFill>
                <a:srgbClr val="CCC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0" name="Freeform: Shape 19" descr="2c647c90-f2ff-4c25-9819-e53a3b8e7196"/>
              <p:cNvSpPr/>
              <p:nvPr/>
            </p:nvSpPr>
            <p:spPr bwMode="auto">
              <a:xfrm>
                <a:off x="5878516" y="3170218"/>
                <a:ext cx="234950" cy="388935"/>
              </a:xfrm>
              <a:custGeom>
                <a:avLst/>
                <a:gdLst>
                  <a:gd name="T0" fmla="*/ 148 w 148"/>
                  <a:gd name="T1" fmla="*/ 159 h 245"/>
                  <a:gd name="T2" fmla="*/ 0 w 148"/>
                  <a:gd name="T3" fmla="*/ 245 h 245"/>
                  <a:gd name="T4" fmla="*/ 0 w 148"/>
                  <a:gd name="T5" fmla="*/ 86 h 245"/>
                  <a:gd name="T6" fmla="*/ 148 w 148"/>
                  <a:gd name="T7" fmla="*/ 0 h 245"/>
                  <a:gd name="T8" fmla="*/ 148 w 148"/>
                  <a:gd name="T9" fmla="*/ 159 h 2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8" h="245">
                    <a:moveTo>
                      <a:pt x="148" y="159"/>
                    </a:moveTo>
                    <a:lnTo>
                      <a:pt x="0" y="245"/>
                    </a:lnTo>
                    <a:lnTo>
                      <a:pt x="0" y="86"/>
                    </a:lnTo>
                    <a:lnTo>
                      <a:pt x="148" y="0"/>
                    </a:lnTo>
                    <a:lnTo>
                      <a:pt x="148" y="159"/>
                    </a:lnTo>
                    <a:close/>
                  </a:path>
                </a:pathLst>
              </a:custGeom>
              <a:solidFill>
                <a:srgbClr val="E9E4D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1" name="Freeform: Shape 20" descr="9ce6e4ce-6c2b-4a00-9f19-7325210acb8a"/>
              <p:cNvSpPr/>
              <p:nvPr/>
            </p:nvSpPr>
            <p:spPr bwMode="auto">
              <a:xfrm>
                <a:off x="5908679" y="3189267"/>
                <a:ext cx="468314" cy="268286"/>
              </a:xfrm>
              <a:custGeom>
                <a:avLst/>
                <a:gdLst>
                  <a:gd name="T0" fmla="*/ 148 w 295"/>
                  <a:gd name="T1" fmla="*/ 169 h 169"/>
                  <a:gd name="T2" fmla="*/ 0 w 295"/>
                  <a:gd name="T3" fmla="*/ 83 h 169"/>
                  <a:gd name="T4" fmla="*/ 148 w 295"/>
                  <a:gd name="T5" fmla="*/ 0 h 169"/>
                  <a:gd name="T6" fmla="*/ 295 w 295"/>
                  <a:gd name="T7" fmla="*/ 83 h 169"/>
                  <a:gd name="T8" fmla="*/ 148 w 295"/>
                  <a:gd name="T9" fmla="*/ 169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95" h="169">
                    <a:moveTo>
                      <a:pt x="148" y="169"/>
                    </a:moveTo>
                    <a:lnTo>
                      <a:pt x="0" y="83"/>
                    </a:lnTo>
                    <a:lnTo>
                      <a:pt x="148" y="0"/>
                    </a:lnTo>
                    <a:lnTo>
                      <a:pt x="295" y="83"/>
                    </a:lnTo>
                    <a:lnTo>
                      <a:pt x="148" y="16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2" name="Freeform: Shape 21" descr="b1694c5f-3927-4776-ab1f-562329aa7c32"/>
              <p:cNvSpPr/>
              <p:nvPr/>
            </p:nvSpPr>
            <p:spPr bwMode="auto">
              <a:xfrm>
                <a:off x="5908679" y="3321029"/>
                <a:ext cx="234950" cy="388935"/>
              </a:xfrm>
              <a:custGeom>
                <a:avLst/>
                <a:gdLst>
                  <a:gd name="T0" fmla="*/ 148 w 148"/>
                  <a:gd name="T1" fmla="*/ 245 h 245"/>
                  <a:gd name="T2" fmla="*/ 0 w 148"/>
                  <a:gd name="T3" fmla="*/ 159 h 245"/>
                  <a:gd name="T4" fmla="*/ 0 w 148"/>
                  <a:gd name="T5" fmla="*/ 0 h 245"/>
                  <a:gd name="T6" fmla="*/ 148 w 148"/>
                  <a:gd name="T7" fmla="*/ 86 h 245"/>
                  <a:gd name="T8" fmla="*/ 148 w 148"/>
                  <a:gd name="T9" fmla="*/ 245 h 2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8" h="245">
                    <a:moveTo>
                      <a:pt x="148" y="245"/>
                    </a:moveTo>
                    <a:lnTo>
                      <a:pt x="0" y="159"/>
                    </a:lnTo>
                    <a:lnTo>
                      <a:pt x="0" y="0"/>
                    </a:lnTo>
                    <a:lnTo>
                      <a:pt x="148" y="86"/>
                    </a:lnTo>
                    <a:lnTo>
                      <a:pt x="148" y="245"/>
                    </a:lnTo>
                    <a:close/>
                  </a:path>
                </a:pathLst>
              </a:custGeom>
              <a:solidFill>
                <a:srgbClr val="CCC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3" name="Freeform: Shape 22" descr="7ca37c94-d220-4e9a-b2c1-d5737a2823c4"/>
              <p:cNvSpPr/>
              <p:nvPr/>
            </p:nvSpPr>
            <p:spPr bwMode="auto">
              <a:xfrm>
                <a:off x="6143629" y="3321029"/>
                <a:ext cx="233363" cy="388935"/>
              </a:xfrm>
              <a:custGeom>
                <a:avLst/>
                <a:gdLst>
                  <a:gd name="T0" fmla="*/ 147 w 147"/>
                  <a:gd name="T1" fmla="*/ 159 h 245"/>
                  <a:gd name="T2" fmla="*/ 0 w 147"/>
                  <a:gd name="T3" fmla="*/ 245 h 245"/>
                  <a:gd name="T4" fmla="*/ 0 w 147"/>
                  <a:gd name="T5" fmla="*/ 86 h 245"/>
                  <a:gd name="T6" fmla="*/ 147 w 147"/>
                  <a:gd name="T7" fmla="*/ 0 h 245"/>
                  <a:gd name="T8" fmla="*/ 147 w 147"/>
                  <a:gd name="T9" fmla="*/ 159 h 2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7" h="245">
                    <a:moveTo>
                      <a:pt x="147" y="159"/>
                    </a:moveTo>
                    <a:lnTo>
                      <a:pt x="0" y="245"/>
                    </a:lnTo>
                    <a:lnTo>
                      <a:pt x="0" y="86"/>
                    </a:lnTo>
                    <a:lnTo>
                      <a:pt x="147" y="0"/>
                    </a:lnTo>
                    <a:lnTo>
                      <a:pt x="147" y="159"/>
                    </a:lnTo>
                    <a:close/>
                  </a:path>
                </a:pathLst>
              </a:custGeom>
              <a:solidFill>
                <a:srgbClr val="E9E4D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4" name="Freeform: Shape 23" descr="06318339-ab68-4f23-a603-37d8a976854b"/>
              <p:cNvSpPr/>
              <p:nvPr/>
            </p:nvSpPr>
            <p:spPr bwMode="auto">
              <a:xfrm>
                <a:off x="4946654" y="2397109"/>
                <a:ext cx="49213" cy="26988"/>
              </a:xfrm>
              <a:custGeom>
                <a:avLst/>
                <a:gdLst>
                  <a:gd name="T0" fmla="*/ 1 w 13"/>
                  <a:gd name="T1" fmla="*/ 3 h 7"/>
                  <a:gd name="T2" fmla="*/ 0 w 13"/>
                  <a:gd name="T3" fmla="*/ 3 h 7"/>
                  <a:gd name="T4" fmla="*/ 0 w 13"/>
                  <a:gd name="T5" fmla="*/ 2 h 7"/>
                  <a:gd name="T6" fmla="*/ 1 w 13"/>
                  <a:gd name="T7" fmla="*/ 0 h 7"/>
                  <a:gd name="T8" fmla="*/ 1 w 13"/>
                  <a:gd name="T9" fmla="*/ 0 h 7"/>
                  <a:gd name="T10" fmla="*/ 2 w 13"/>
                  <a:gd name="T11" fmla="*/ 0 h 7"/>
                  <a:gd name="T12" fmla="*/ 2 w 13"/>
                  <a:gd name="T13" fmla="*/ 0 h 7"/>
                  <a:gd name="T14" fmla="*/ 13 w 13"/>
                  <a:gd name="T15" fmla="*/ 6 h 7"/>
                  <a:gd name="T16" fmla="*/ 13 w 13"/>
                  <a:gd name="T17" fmla="*/ 6 h 7"/>
                  <a:gd name="T18" fmla="*/ 12 w 13"/>
                  <a:gd name="T19" fmla="*/ 7 h 7"/>
                  <a:gd name="T20" fmla="*/ 12 w 13"/>
                  <a:gd name="T21" fmla="*/ 7 h 7"/>
                  <a:gd name="T22" fmla="*/ 2 w 13"/>
                  <a:gd name="T23" fmla="*/ 1 h 7"/>
                  <a:gd name="T24" fmla="*/ 1 w 13"/>
                  <a:gd name="T25" fmla="*/ 3 h 7"/>
                  <a:gd name="T26" fmla="*/ 1 w 13"/>
                  <a:gd name="T27" fmla="*/ 3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" h="7">
                    <a:moveTo>
                      <a:pt x="1" y="3"/>
                    </a:move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13" y="6"/>
                      <a:pt x="13" y="6"/>
                      <a:pt x="13" y="6"/>
                    </a:cubicBezTo>
                    <a:cubicBezTo>
                      <a:pt x="13" y="6"/>
                      <a:pt x="13" y="6"/>
                      <a:pt x="13" y="6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5" name="Freeform: Shape 24" descr="cca1e9f4-bc9c-41f8-b0e1-40b5d397480d"/>
              <p:cNvSpPr/>
              <p:nvPr/>
            </p:nvSpPr>
            <p:spPr bwMode="auto">
              <a:xfrm>
                <a:off x="5289554" y="1801801"/>
                <a:ext cx="57150" cy="33338"/>
              </a:xfrm>
              <a:custGeom>
                <a:avLst/>
                <a:gdLst>
                  <a:gd name="T0" fmla="*/ 14 w 15"/>
                  <a:gd name="T1" fmla="*/ 7 h 9"/>
                  <a:gd name="T2" fmla="*/ 12 w 15"/>
                  <a:gd name="T3" fmla="*/ 8 h 9"/>
                  <a:gd name="T4" fmla="*/ 10 w 15"/>
                  <a:gd name="T5" fmla="*/ 9 h 9"/>
                  <a:gd name="T6" fmla="*/ 7 w 15"/>
                  <a:gd name="T7" fmla="*/ 8 h 9"/>
                  <a:gd name="T8" fmla="*/ 1 w 15"/>
                  <a:gd name="T9" fmla="*/ 5 h 9"/>
                  <a:gd name="T10" fmla="*/ 0 w 15"/>
                  <a:gd name="T11" fmla="*/ 3 h 9"/>
                  <a:gd name="T12" fmla="*/ 1 w 15"/>
                  <a:gd name="T13" fmla="*/ 2 h 9"/>
                  <a:gd name="T14" fmla="*/ 3 w 15"/>
                  <a:gd name="T15" fmla="*/ 1 h 9"/>
                  <a:gd name="T16" fmla="*/ 5 w 15"/>
                  <a:gd name="T17" fmla="*/ 0 h 9"/>
                  <a:gd name="T18" fmla="*/ 8 w 15"/>
                  <a:gd name="T19" fmla="*/ 1 h 9"/>
                  <a:gd name="T20" fmla="*/ 14 w 15"/>
                  <a:gd name="T21" fmla="*/ 4 h 9"/>
                  <a:gd name="T22" fmla="*/ 15 w 15"/>
                  <a:gd name="T23" fmla="*/ 6 h 9"/>
                  <a:gd name="T24" fmla="*/ 14 w 15"/>
                  <a:gd name="T25" fmla="*/ 7 h 9"/>
                  <a:gd name="T26" fmla="*/ 11 w 15"/>
                  <a:gd name="T27" fmla="*/ 7 h 9"/>
                  <a:gd name="T28" fmla="*/ 13 w 15"/>
                  <a:gd name="T29" fmla="*/ 7 h 9"/>
                  <a:gd name="T30" fmla="*/ 13 w 15"/>
                  <a:gd name="T31" fmla="*/ 5 h 9"/>
                  <a:gd name="T32" fmla="*/ 7 w 15"/>
                  <a:gd name="T33" fmla="*/ 1 h 9"/>
                  <a:gd name="T34" fmla="*/ 4 w 15"/>
                  <a:gd name="T35" fmla="*/ 1 h 9"/>
                  <a:gd name="T36" fmla="*/ 2 w 15"/>
                  <a:gd name="T37" fmla="*/ 2 h 9"/>
                  <a:gd name="T38" fmla="*/ 2 w 15"/>
                  <a:gd name="T39" fmla="*/ 4 h 9"/>
                  <a:gd name="T40" fmla="*/ 8 w 15"/>
                  <a:gd name="T41" fmla="*/ 7 h 9"/>
                  <a:gd name="T42" fmla="*/ 11 w 15"/>
                  <a:gd name="T43" fmla="*/ 7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5" h="9">
                    <a:moveTo>
                      <a:pt x="14" y="7"/>
                    </a:moveTo>
                    <a:cubicBezTo>
                      <a:pt x="12" y="8"/>
                      <a:pt x="12" y="8"/>
                      <a:pt x="12" y="8"/>
                    </a:cubicBezTo>
                    <a:cubicBezTo>
                      <a:pt x="11" y="9"/>
                      <a:pt x="11" y="9"/>
                      <a:pt x="10" y="9"/>
                    </a:cubicBezTo>
                    <a:cubicBezTo>
                      <a:pt x="9" y="9"/>
                      <a:pt x="8" y="9"/>
                      <a:pt x="7" y="8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0" y="4"/>
                      <a:pt x="0" y="4"/>
                      <a:pt x="0" y="3"/>
                    </a:cubicBezTo>
                    <a:cubicBezTo>
                      <a:pt x="0" y="3"/>
                      <a:pt x="0" y="2"/>
                      <a:pt x="1" y="2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0"/>
                      <a:pt x="4" y="0"/>
                      <a:pt x="5" y="0"/>
                    </a:cubicBezTo>
                    <a:cubicBezTo>
                      <a:pt x="6" y="0"/>
                      <a:pt x="7" y="0"/>
                      <a:pt x="8" y="1"/>
                    </a:cubicBezTo>
                    <a:cubicBezTo>
                      <a:pt x="14" y="4"/>
                      <a:pt x="14" y="4"/>
                      <a:pt x="14" y="4"/>
                    </a:cubicBezTo>
                    <a:cubicBezTo>
                      <a:pt x="15" y="5"/>
                      <a:pt x="15" y="5"/>
                      <a:pt x="15" y="6"/>
                    </a:cubicBezTo>
                    <a:cubicBezTo>
                      <a:pt x="15" y="6"/>
                      <a:pt x="15" y="7"/>
                      <a:pt x="14" y="7"/>
                    </a:cubicBezTo>
                    <a:close/>
                    <a:moveTo>
                      <a:pt x="11" y="7"/>
                    </a:moveTo>
                    <a:cubicBezTo>
                      <a:pt x="13" y="7"/>
                      <a:pt x="13" y="7"/>
                      <a:pt x="13" y="7"/>
                    </a:cubicBezTo>
                    <a:cubicBezTo>
                      <a:pt x="14" y="6"/>
                      <a:pt x="14" y="5"/>
                      <a:pt x="13" y="5"/>
                    </a:cubicBezTo>
                    <a:cubicBezTo>
                      <a:pt x="7" y="1"/>
                      <a:pt x="7" y="1"/>
                      <a:pt x="7" y="1"/>
                    </a:cubicBezTo>
                    <a:cubicBezTo>
                      <a:pt x="6" y="1"/>
                      <a:pt x="5" y="1"/>
                      <a:pt x="4" y="1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1" y="3"/>
                      <a:pt x="1" y="3"/>
                      <a:pt x="2" y="4"/>
                    </a:cubicBezTo>
                    <a:cubicBezTo>
                      <a:pt x="8" y="7"/>
                      <a:pt x="8" y="7"/>
                      <a:pt x="8" y="7"/>
                    </a:cubicBezTo>
                    <a:cubicBezTo>
                      <a:pt x="9" y="8"/>
                      <a:pt x="10" y="8"/>
                      <a:pt x="11" y="7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6" name="Freeform: Shape 25" descr="36723826-8f68-4de6-a0e2-146f37b8a35e"/>
              <p:cNvSpPr/>
              <p:nvPr/>
            </p:nvSpPr>
            <p:spPr bwMode="auto">
              <a:xfrm>
                <a:off x="5946779" y="1960549"/>
                <a:ext cx="49213" cy="25400"/>
              </a:xfrm>
              <a:custGeom>
                <a:avLst/>
                <a:gdLst>
                  <a:gd name="T0" fmla="*/ 1 w 13"/>
                  <a:gd name="T1" fmla="*/ 3 h 7"/>
                  <a:gd name="T2" fmla="*/ 0 w 13"/>
                  <a:gd name="T3" fmla="*/ 3 h 7"/>
                  <a:gd name="T4" fmla="*/ 0 w 13"/>
                  <a:gd name="T5" fmla="*/ 2 h 7"/>
                  <a:gd name="T6" fmla="*/ 1 w 13"/>
                  <a:gd name="T7" fmla="*/ 1 h 7"/>
                  <a:gd name="T8" fmla="*/ 1 w 13"/>
                  <a:gd name="T9" fmla="*/ 0 h 7"/>
                  <a:gd name="T10" fmla="*/ 2 w 13"/>
                  <a:gd name="T11" fmla="*/ 0 h 7"/>
                  <a:gd name="T12" fmla="*/ 2 w 13"/>
                  <a:gd name="T13" fmla="*/ 0 h 7"/>
                  <a:gd name="T14" fmla="*/ 13 w 13"/>
                  <a:gd name="T15" fmla="*/ 6 h 7"/>
                  <a:gd name="T16" fmla="*/ 13 w 13"/>
                  <a:gd name="T17" fmla="*/ 6 h 7"/>
                  <a:gd name="T18" fmla="*/ 12 w 13"/>
                  <a:gd name="T19" fmla="*/ 7 h 7"/>
                  <a:gd name="T20" fmla="*/ 12 w 13"/>
                  <a:gd name="T21" fmla="*/ 7 h 7"/>
                  <a:gd name="T22" fmla="*/ 2 w 13"/>
                  <a:gd name="T23" fmla="*/ 1 h 7"/>
                  <a:gd name="T24" fmla="*/ 1 w 13"/>
                  <a:gd name="T25" fmla="*/ 3 h 7"/>
                  <a:gd name="T26" fmla="*/ 1 w 13"/>
                  <a:gd name="T27" fmla="*/ 3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" h="7">
                    <a:moveTo>
                      <a:pt x="1" y="3"/>
                    </a:move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2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13" y="6"/>
                      <a:pt x="13" y="6"/>
                      <a:pt x="13" y="6"/>
                    </a:cubicBezTo>
                    <a:cubicBezTo>
                      <a:pt x="13" y="6"/>
                      <a:pt x="13" y="6"/>
                      <a:pt x="13" y="6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7" name="Freeform: Shape 26" descr="5e232adf-1906-48dc-aa68-c8ee5cedba01"/>
              <p:cNvSpPr/>
              <p:nvPr/>
            </p:nvSpPr>
            <p:spPr bwMode="auto">
              <a:xfrm>
                <a:off x="5184779" y="1650989"/>
                <a:ext cx="52388" cy="30163"/>
              </a:xfrm>
              <a:custGeom>
                <a:avLst/>
                <a:gdLst>
                  <a:gd name="T0" fmla="*/ 1 w 14"/>
                  <a:gd name="T1" fmla="*/ 4 h 8"/>
                  <a:gd name="T2" fmla="*/ 0 w 14"/>
                  <a:gd name="T3" fmla="*/ 3 h 8"/>
                  <a:gd name="T4" fmla="*/ 0 w 14"/>
                  <a:gd name="T5" fmla="*/ 3 h 8"/>
                  <a:gd name="T6" fmla="*/ 1 w 14"/>
                  <a:gd name="T7" fmla="*/ 1 h 8"/>
                  <a:gd name="T8" fmla="*/ 1 w 14"/>
                  <a:gd name="T9" fmla="*/ 1 h 8"/>
                  <a:gd name="T10" fmla="*/ 2 w 14"/>
                  <a:gd name="T11" fmla="*/ 0 h 8"/>
                  <a:gd name="T12" fmla="*/ 3 w 14"/>
                  <a:gd name="T13" fmla="*/ 0 h 8"/>
                  <a:gd name="T14" fmla="*/ 13 w 14"/>
                  <a:gd name="T15" fmla="*/ 7 h 8"/>
                  <a:gd name="T16" fmla="*/ 13 w 14"/>
                  <a:gd name="T17" fmla="*/ 7 h 8"/>
                  <a:gd name="T18" fmla="*/ 13 w 14"/>
                  <a:gd name="T19" fmla="*/ 7 h 8"/>
                  <a:gd name="T20" fmla="*/ 12 w 14"/>
                  <a:gd name="T21" fmla="*/ 7 h 8"/>
                  <a:gd name="T22" fmla="*/ 2 w 14"/>
                  <a:gd name="T23" fmla="*/ 2 h 8"/>
                  <a:gd name="T24" fmla="*/ 1 w 14"/>
                  <a:gd name="T25" fmla="*/ 4 h 8"/>
                  <a:gd name="T26" fmla="*/ 1 w 14"/>
                  <a:gd name="T27" fmla="*/ 4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4" h="8">
                    <a:moveTo>
                      <a:pt x="1" y="4"/>
                    </a:move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3" y="0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4" y="7"/>
                      <a:pt x="14" y="7"/>
                      <a:pt x="13" y="7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2" y="8"/>
                      <a:pt x="12" y="8"/>
                      <a:pt x="12" y="7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1" y="4"/>
                      <a:pt x="1" y="4"/>
                      <a:pt x="1" y="4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8" name="Freeform: Shape 27" descr="670dbb77-13a6-48d0-86b6-c4a88110a4f2"/>
              <p:cNvSpPr/>
              <p:nvPr/>
            </p:nvSpPr>
            <p:spPr bwMode="auto">
              <a:xfrm>
                <a:off x="7339016" y="2193911"/>
                <a:ext cx="49213" cy="25400"/>
              </a:xfrm>
              <a:custGeom>
                <a:avLst/>
                <a:gdLst>
                  <a:gd name="T0" fmla="*/ 1 w 13"/>
                  <a:gd name="T1" fmla="*/ 3 h 7"/>
                  <a:gd name="T2" fmla="*/ 0 w 13"/>
                  <a:gd name="T3" fmla="*/ 3 h 7"/>
                  <a:gd name="T4" fmla="*/ 0 w 13"/>
                  <a:gd name="T5" fmla="*/ 3 h 7"/>
                  <a:gd name="T6" fmla="*/ 0 w 13"/>
                  <a:gd name="T7" fmla="*/ 1 h 7"/>
                  <a:gd name="T8" fmla="*/ 1 w 13"/>
                  <a:gd name="T9" fmla="*/ 0 h 7"/>
                  <a:gd name="T10" fmla="*/ 2 w 13"/>
                  <a:gd name="T11" fmla="*/ 0 h 7"/>
                  <a:gd name="T12" fmla="*/ 2 w 13"/>
                  <a:gd name="T13" fmla="*/ 0 h 7"/>
                  <a:gd name="T14" fmla="*/ 13 w 13"/>
                  <a:gd name="T15" fmla="*/ 6 h 7"/>
                  <a:gd name="T16" fmla="*/ 13 w 13"/>
                  <a:gd name="T17" fmla="*/ 6 h 7"/>
                  <a:gd name="T18" fmla="*/ 12 w 13"/>
                  <a:gd name="T19" fmla="*/ 7 h 7"/>
                  <a:gd name="T20" fmla="*/ 12 w 13"/>
                  <a:gd name="T21" fmla="*/ 7 h 7"/>
                  <a:gd name="T22" fmla="*/ 2 w 13"/>
                  <a:gd name="T23" fmla="*/ 1 h 7"/>
                  <a:gd name="T24" fmla="*/ 1 w 13"/>
                  <a:gd name="T25" fmla="*/ 3 h 7"/>
                  <a:gd name="T26" fmla="*/ 1 w 13"/>
                  <a:gd name="T27" fmla="*/ 3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" h="7">
                    <a:moveTo>
                      <a:pt x="1" y="3"/>
                    </a:move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13" y="6"/>
                      <a:pt x="13" y="6"/>
                      <a:pt x="13" y="6"/>
                    </a:cubicBezTo>
                    <a:cubicBezTo>
                      <a:pt x="13" y="6"/>
                      <a:pt x="13" y="6"/>
                      <a:pt x="13" y="6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9" name="Freeform: Shape 28" descr="a47479ee-174a-4a68-b83f-e3998453ab2c"/>
              <p:cNvSpPr/>
              <p:nvPr/>
            </p:nvSpPr>
            <p:spPr bwMode="auto">
              <a:xfrm>
                <a:off x="4656140" y="2246298"/>
                <a:ext cx="49213" cy="26988"/>
              </a:xfrm>
              <a:custGeom>
                <a:avLst/>
                <a:gdLst>
                  <a:gd name="T0" fmla="*/ 1 w 13"/>
                  <a:gd name="T1" fmla="*/ 4 h 7"/>
                  <a:gd name="T2" fmla="*/ 0 w 13"/>
                  <a:gd name="T3" fmla="*/ 3 h 7"/>
                  <a:gd name="T4" fmla="*/ 0 w 13"/>
                  <a:gd name="T5" fmla="*/ 3 h 7"/>
                  <a:gd name="T6" fmla="*/ 1 w 13"/>
                  <a:gd name="T7" fmla="*/ 1 h 7"/>
                  <a:gd name="T8" fmla="*/ 1 w 13"/>
                  <a:gd name="T9" fmla="*/ 1 h 7"/>
                  <a:gd name="T10" fmla="*/ 2 w 13"/>
                  <a:gd name="T11" fmla="*/ 0 h 7"/>
                  <a:gd name="T12" fmla="*/ 2 w 13"/>
                  <a:gd name="T13" fmla="*/ 0 h 7"/>
                  <a:gd name="T14" fmla="*/ 13 w 13"/>
                  <a:gd name="T15" fmla="*/ 7 h 7"/>
                  <a:gd name="T16" fmla="*/ 13 w 13"/>
                  <a:gd name="T17" fmla="*/ 7 h 7"/>
                  <a:gd name="T18" fmla="*/ 12 w 13"/>
                  <a:gd name="T19" fmla="*/ 7 h 7"/>
                  <a:gd name="T20" fmla="*/ 12 w 13"/>
                  <a:gd name="T21" fmla="*/ 7 h 7"/>
                  <a:gd name="T22" fmla="*/ 2 w 13"/>
                  <a:gd name="T23" fmla="*/ 2 h 7"/>
                  <a:gd name="T24" fmla="*/ 1 w 13"/>
                  <a:gd name="T25" fmla="*/ 4 h 7"/>
                  <a:gd name="T26" fmla="*/ 1 w 13"/>
                  <a:gd name="T27" fmla="*/ 4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" h="7">
                    <a:moveTo>
                      <a:pt x="1" y="4"/>
                    </a:move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1" y="4"/>
                      <a:pt x="1" y="4"/>
                      <a:pt x="1" y="4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0" name="Freeform: Shape 29" descr="8f4f5dec-5239-46db-940f-6a41efded0cb"/>
              <p:cNvSpPr/>
              <p:nvPr/>
            </p:nvSpPr>
            <p:spPr bwMode="auto">
              <a:xfrm>
                <a:off x="5289554" y="1887525"/>
                <a:ext cx="57150" cy="34925"/>
              </a:xfrm>
              <a:custGeom>
                <a:avLst/>
                <a:gdLst>
                  <a:gd name="T0" fmla="*/ 14 w 15"/>
                  <a:gd name="T1" fmla="*/ 8 h 9"/>
                  <a:gd name="T2" fmla="*/ 12 w 15"/>
                  <a:gd name="T3" fmla="*/ 9 h 9"/>
                  <a:gd name="T4" fmla="*/ 10 w 15"/>
                  <a:gd name="T5" fmla="*/ 9 h 9"/>
                  <a:gd name="T6" fmla="*/ 7 w 15"/>
                  <a:gd name="T7" fmla="*/ 9 h 9"/>
                  <a:gd name="T8" fmla="*/ 1 w 15"/>
                  <a:gd name="T9" fmla="*/ 5 h 9"/>
                  <a:gd name="T10" fmla="*/ 0 w 15"/>
                  <a:gd name="T11" fmla="*/ 4 h 9"/>
                  <a:gd name="T12" fmla="*/ 1 w 15"/>
                  <a:gd name="T13" fmla="*/ 2 h 9"/>
                  <a:gd name="T14" fmla="*/ 3 w 15"/>
                  <a:gd name="T15" fmla="*/ 1 h 9"/>
                  <a:gd name="T16" fmla="*/ 5 w 15"/>
                  <a:gd name="T17" fmla="*/ 0 h 9"/>
                  <a:gd name="T18" fmla="*/ 8 w 15"/>
                  <a:gd name="T19" fmla="*/ 1 h 9"/>
                  <a:gd name="T20" fmla="*/ 14 w 15"/>
                  <a:gd name="T21" fmla="*/ 5 h 9"/>
                  <a:gd name="T22" fmla="*/ 15 w 15"/>
                  <a:gd name="T23" fmla="*/ 6 h 9"/>
                  <a:gd name="T24" fmla="*/ 14 w 15"/>
                  <a:gd name="T25" fmla="*/ 8 h 9"/>
                  <a:gd name="T26" fmla="*/ 11 w 15"/>
                  <a:gd name="T27" fmla="*/ 8 h 9"/>
                  <a:gd name="T28" fmla="*/ 13 w 15"/>
                  <a:gd name="T29" fmla="*/ 7 h 9"/>
                  <a:gd name="T30" fmla="*/ 13 w 15"/>
                  <a:gd name="T31" fmla="*/ 5 h 9"/>
                  <a:gd name="T32" fmla="*/ 7 w 15"/>
                  <a:gd name="T33" fmla="*/ 2 h 9"/>
                  <a:gd name="T34" fmla="*/ 4 w 15"/>
                  <a:gd name="T35" fmla="*/ 2 h 9"/>
                  <a:gd name="T36" fmla="*/ 2 w 15"/>
                  <a:gd name="T37" fmla="*/ 3 h 9"/>
                  <a:gd name="T38" fmla="*/ 2 w 15"/>
                  <a:gd name="T39" fmla="*/ 4 h 9"/>
                  <a:gd name="T40" fmla="*/ 8 w 15"/>
                  <a:gd name="T41" fmla="*/ 8 h 9"/>
                  <a:gd name="T42" fmla="*/ 11 w 15"/>
                  <a:gd name="T43" fmla="*/ 8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5" h="9">
                    <a:moveTo>
                      <a:pt x="14" y="8"/>
                    </a:moveTo>
                    <a:cubicBezTo>
                      <a:pt x="12" y="9"/>
                      <a:pt x="12" y="9"/>
                      <a:pt x="12" y="9"/>
                    </a:cubicBezTo>
                    <a:cubicBezTo>
                      <a:pt x="11" y="9"/>
                      <a:pt x="11" y="9"/>
                      <a:pt x="10" y="9"/>
                    </a:cubicBezTo>
                    <a:cubicBezTo>
                      <a:pt x="9" y="9"/>
                      <a:pt x="8" y="9"/>
                      <a:pt x="7" y="9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0" y="5"/>
                      <a:pt x="0" y="4"/>
                      <a:pt x="0" y="4"/>
                    </a:cubicBezTo>
                    <a:cubicBezTo>
                      <a:pt x="0" y="3"/>
                      <a:pt x="0" y="3"/>
                      <a:pt x="1" y="2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1"/>
                      <a:pt x="4" y="0"/>
                      <a:pt x="5" y="0"/>
                    </a:cubicBezTo>
                    <a:cubicBezTo>
                      <a:pt x="6" y="0"/>
                      <a:pt x="7" y="1"/>
                      <a:pt x="8" y="1"/>
                    </a:cubicBezTo>
                    <a:cubicBezTo>
                      <a:pt x="14" y="5"/>
                      <a:pt x="14" y="5"/>
                      <a:pt x="14" y="5"/>
                    </a:cubicBezTo>
                    <a:cubicBezTo>
                      <a:pt x="15" y="5"/>
                      <a:pt x="15" y="6"/>
                      <a:pt x="15" y="6"/>
                    </a:cubicBezTo>
                    <a:cubicBezTo>
                      <a:pt x="15" y="7"/>
                      <a:pt x="15" y="7"/>
                      <a:pt x="14" y="8"/>
                    </a:cubicBezTo>
                    <a:close/>
                    <a:moveTo>
                      <a:pt x="11" y="8"/>
                    </a:moveTo>
                    <a:cubicBezTo>
                      <a:pt x="13" y="7"/>
                      <a:pt x="13" y="7"/>
                      <a:pt x="13" y="7"/>
                    </a:cubicBezTo>
                    <a:cubicBezTo>
                      <a:pt x="14" y="7"/>
                      <a:pt x="14" y="6"/>
                      <a:pt x="13" y="5"/>
                    </a:cubicBezTo>
                    <a:cubicBezTo>
                      <a:pt x="7" y="2"/>
                      <a:pt x="7" y="2"/>
                      <a:pt x="7" y="2"/>
                    </a:cubicBezTo>
                    <a:cubicBezTo>
                      <a:pt x="6" y="1"/>
                      <a:pt x="5" y="1"/>
                      <a:pt x="4" y="2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1" y="4"/>
                      <a:pt x="2" y="4"/>
                    </a:cubicBezTo>
                    <a:cubicBezTo>
                      <a:pt x="8" y="8"/>
                      <a:pt x="8" y="8"/>
                      <a:pt x="8" y="8"/>
                    </a:cubicBezTo>
                    <a:cubicBezTo>
                      <a:pt x="9" y="9"/>
                      <a:pt x="10" y="9"/>
                      <a:pt x="11" y="8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1" name="Freeform: Shape 30" descr="6efda33d-c51c-40a2-bed8-7df64058bff9"/>
              <p:cNvSpPr/>
              <p:nvPr/>
            </p:nvSpPr>
            <p:spPr bwMode="auto">
              <a:xfrm>
                <a:off x="5056190" y="2098661"/>
                <a:ext cx="49213" cy="30163"/>
              </a:xfrm>
              <a:custGeom>
                <a:avLst/>
                <a:gdLst>
                  <a:gd name="T0" fmla="*/ 1 w 13"/>
                  <a:gd name="T1" fmla="*/ 4 h 8"/>
                  <a:gd name="T2" fmla="*/ 0 w 13"/>
                  <a:gd name="T3" fmla="*/ 3 h 8"/>
                  <a:gd name="T4" fmla="*/ 0 w 13"/>
                  <a:gd name="T5" fmla="*/ 3 h 8"/>
                  <a:gd name="T6" fmla="*/ 0 w 13"/>
                  <a:gd name="T7" fmla="*/ 1 h 8"/>
                  <a:gd name="T8" fmla="*/ 1 w 13"/>
                  <a:gd name="T9" fmla="*/ 1 h 8"/>
                  <a:gd name="T10" fmla="*/ 2 w 13"/>
                  <a:gd name="T11" fmla="*/ 0 h 8"/>
                  <a:gd name="T12" fmla="*/ 2 w 13"/>
                  <a:gd name="T13" fmla="*/ 0 h 8"/>
                  <a:gd name="T14" fmla="*/ 13 w 13"/>
                  <a:gd name="T15" fmla="*/ 7 h 8"/>
                  <a:gd name="T16" fmla="*/ 13 w 13"/>
                  <a:gd name="T17" fmla="*/ 7 h 8"/>
                  <a:gd name="T18" fmla="*/ 12 w 13"/>
                  <a:gd name="T19" fmla="*/ 7 h 8"/>
                  <a:gd name="T20" fmla="*/ 12 w 13"/>
                  <a:gd name="T21" fmla="*/ 7 h 8"/>
                  <a:gd name="T22" fmla="*/ 2 w 13"/>
                  <a:gd name="T23" fmla="*/ 2 h 8"/>
                  <a:gd name="T24" fmla="*/ 1 w 13"/>
                  <a:gd name="T25" fmla="*/ 4 h 8"/>
                  <a:gd name="T26" fmla="*/ 1 w 13"/>
                  <a:gd name="T27" fmla="*/ 4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" h="8">
                    <a:moveTo>
                      <a:pt x="1" y="4"/>
                    </a:move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2" y="8"/>
                      <a:pt x="12" y="8"/>
                      <a:pt x="12" y="7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1" y="4"/>
                      <a:pt x="1" y="4"/>
                      <a:pt x="1" y="4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2" name="Freeform: Shape 31" descr="674530d9-c62f-44cc-a7e2-b30abf66e404"/>
              <p:cNvSpPr/>
              <p:nvPr/>
            </p:nvSpPr>
            <p:spPr bwMode="auto">
              <a:xfrm>
                <a:off x="5335591" y="2178035"/>
                <a:ext cx="49213" cy="26988"/>
              </a:xfrm>
              <a:custGeom>
                <a:avLst/>
                <a:gdLst>
                  <a:gd name="T0" fmla="*/ 1 w 13"/>
                  <a:gd name="T1" fmla="*/ 4 h 7"/>
                  <a:gd name="T2" fmla="*/ 0 w 13"/>
                  <a:gd name="T3" fmla="*/ 3 h 7"/>
                  <a:gd name="T4" fmla="*/ 0 w 13"/>
                  <a:gd name="T5" fmla="*/ 3 h 7"/>
                  <a:gd name="T6" fmla="*/ 1 w 13"/>
                  <a:gd name="T7" fmla="*/ 1 h 7"/>
                  <a:gd name="T8" fmla="*/ 1 w 13"/>
                  <a:gd name="T9" fmla="*/ 1 h 7"/>
                  <a:gd name="T10" fmla="*/ 2 w 13"/>
                  <a:gd name="T11" fmla="*/ 0 h 7"/>
                  <a:gd name="T12" fmla="*/ 2 w 13"/>
                  <a:gd name="T13" fmla="*/ 0 h 7"/>
                  <a:gd name="T14" fmla="*/ 13 w 13"/>
                  <a:gd name="T15" fmla="*/ 7 h 7"/>
                  <a:gd name="T16" fmla="*/ 13 w 13"/>
                  <a:gd name="T17" fmla="*/ 7 h 7"/>
                  <a:gd name="T18" fmla="*/ 12 w 13"/>
                  <a:gd name="T19" fmla="*/ 7 h 7"/>
                  <a:gd name="T20" fmla="*/ 12 w 13"/>
                  <a:gd name="T21" fmla="*/ 7 h 7"/>
                  <a:gd name="T22" fmla="*/ 2 w 13"/>
                  <a:gd name="T23" fmla="*/ 2 h 7"/>
                  <a:gd name="T24" fmla="*/ 1 w 13"/>
                  <a:gd name="T25" fmla="*/ 4 h 7"/>
                  <a:gd name="T26" fmla="*/ 1 w 13"/>
                  <a:gd name="T27" fmla="*/ 4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" h="7">
                    <a:moveTo>
                      <a:pt x="1" y="4"/>
                    </a:move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1" y="4"/>
                      <a:pt x="1" y="4"/>
                      <a:pt x="1" y="4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3" name="Freeform: Shape 32" descr="18c64766-95a4-4872-a5df-0987be35743f"/>
              <p:cNvSpPr/>
              <p:nvPr/>
            </p:nvSpPr>
            <p:spPr bwMode="auto">
              <a:xfrm>
                <a:off x="6848479" y="2262173"/>
                <a:ext cx="53975" cy="25400"/>
              </a:xfrm>
              <a:custGeom>
                <a:avLst/>
                <a:gdLst>
                  <a:gd name="T0" fmla="*/ 1 w 14"/>
                  <a:gd name="T1" fmla="*/ 3 h 7"/>
                  <a:gd name="T2" fmla="*/ 0 w 14"/>
                  <a:gd name="T3" fmla="*/ 3 h 7"/>
                  <a:gd name="T4" fmla="*/ 0 w 14"/>
                  <a:gd name="T5" fmla="*/ 2 h 7"/>
                  <a:gd name="T6" fmla="*/ 1 w 14"/>
                  <a:gd name="T7" fmla="*/ 1 h 7"/>
                  <a:gd name="T8" fmla="*/ 1 w 14"/>
                  <a:gd name="T9" fmla="*/ 0 h 7"/>
                  <a:gd name="T10" fmla="*/ 2 w 14"/>
                  <a:gd name="T11" fmla="*/ 0 h 7"/>
                  <a:gd name="T12" fmla="*/ 3 w 14"/>
                  <a:gd name="T13" fmla="*/ 0 h 7"/>
                  <a:gd name="T14" fmla="*/ 14 w 14"/>
                  <a:gd name="T15" fmla="*/ 6 h 7"/>
                  <a:gd name="T16" fmla="*/ 14 w 14"/>
                  <a:gd name="T17" fmla="*/ 6 h 7"/>
                  <a:gd name="T18" fmla="*/ 13 w 14"/>
                  <a:gd name="T19" fmla="*/ 7 h 7"/>
                  <a:gd name="T20" fmla="*/ 12 w 14"/>
                  <a:gd name="T21" fmla="*/ 7 h 7"/>
                  <a:gd name="T22" fmla="*/ 2 w 14"/>
                  <a:gd name="T23" fmla="*/ 1 h 7"/>
                  <a:gd name="T24" fmla="*/ 2 w 14"/>
                  <a:gd name="T25" fmla="*/ 3 h 7"/>
                  <a:gd name="T26" fmla="*/ 1 w 14"/>
                  <a:gd name="T27" fmla="*/ 3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4" h="7">
                    <a:moveTo>
                      <a:pt x="1" y="3"/>
                    </a:move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2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3" y="0"/>
                    </a:cubicBezTo>
                    <a:cubicBezTo>
                      <a:pt x="14" y="6"/>
                      <a:pt x="14" y="6"/>
                      <a:pt x="14" y="6"/>
                    </a:cubicBezTo>
                    <a:cubicBezTo>
                      <a:pt x="14" y="6"/>
                      <a:pt x="14" y="6"/>
                      <a:pt x="14" y="6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3" y="7"/>
                      <a:pt x="12" y="7"/>
                      <a:pt x="12" y="7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4" name="Freeform: Shape 33" descr="4018a448-4526-47ad-ae6a-aa422168260c"/>
              <p:cNvSpPr/>
              <p:nvPr/>
            </p:nvSpPr>
            <p:spPr bwMode="auto">
              <a:xfrm>
                <a:off x="6848479" y="2016112"/>
                <a:ext cx="53975" cy="26988"/>
              </a:xfrm>
              <a:custGeom>
                <a:avLst/>
                <a:gdLst>
                  <a:gd name="T0" fmla="*/ 1 w 14"/>
                  <a:gd name="T1" fmla="*/ 3 h 7"/>
                  <a:gd name="T2" fmla="*/ 0 w 14"/>
                  <a:gd name="T3" fmla="*/ 3 h 7"/>
                  <a:gd name="T4" fmla="*/ 0 w 14"/>
                  <a:gd name="T5" fmla="*/ 3 h 7"/>
                  <a:gd name="T6" fmla="*/ 1 w 14"/>
                  <a:gd name="T7" fmla="*/ 1 h 7"/>
                  <a:gd name="T8" fmla="*/ 1 w 14"/>
                  <a:gd name="T9" fmla="*/ 0 h 7"/>
                  <a:gd name="T10" fmla="*/ 2 w 14"/>
                  <a:gd name="T11" fmla="*/ 0 h 7"/>
                  <a:gd name="T12" fmla="*/ 3 w 14"/>
                  <a:gd name="T13" fmla="*/ 0 h 7"/>
                  <a:gd name="T14" fmla="*/ 14 w 14"/>
                  <a:gd name="T15" fmla="*/ 6 h 7"/>
                  <a:gd name="T16" fmla="*/ 14 w 14"/>
                  <a:gd name="T17" fmla="*/ 6 h 7"/>
                  <a:gd name="T18" fmla="*/ 13 w 14"/>
                  <a:gd name="T19" fmla="*/ 7 h 7"/>
                  <a:gd name="T20" fmla="*/ 12 w 14"/>
                  <a:gd name="T21" fmla="*/ 7 h 7"/>
                  <a:gd name="T22" fmla="*/ 2 w 14"/>
                  <a:gd name="T23" fmla="*/ 1 h 7"/>
                  <a:gd name="T24" fmla="*/ 2 w 14"/>
                  <a:gd name="T25" fmla="*/ 3 h 7"/>
                  <a:gd name="T26" fmla="*/ 1 w 14"/>
                  <a:gd name="T27" fmla="*/ 3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4" h="7">
                    <a:moveTo>
                      <a:pt x="1" y="3"/>
                    </a:move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3" y="0"/>
                    </a:cubicBezTo>
                    <a:cubicBezTo>
                      <a:pt x="14" y="6"/>
                      <a:pt x="14" y="6"/>
                      <a:pt x="14" y="6"/>
                    </a:cubicBezTo>
                    <a:cubicBezTo>
                      <a:pt x="14" y="6"/>
                      <a:pt x="14" y="6"/>
                      <a:pt x="14" y="6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3" y="7"/>
                      <a:pt x="12" y="7"/>
                      <a:pt x="12" y="7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5" name="Freeform: Shape 34" descr="480d852d-2b71-4e74-8374-864bc75af430"/>
              <p:cNvSpPr/>
              <p:nvPr/>
            </p:nvSpPr>
            <p:spPr bwMode="auto">
              <a:xfrm>
                <a:off x="5513391" y="2341548"/>
                <a:ext cx="60325" cy="33338"/>
              </a:xfrm>
              <a:custGeom>
                <a:avLst/>
                <a:gdLst>
                  <a:gd name="T0" fmla="*/ 15 w 16"/>
                  <a:gd name="T1" fmla="*/ 7 h 9"/>
                  <a:gd name="T2" fmla="*/ 13 w 16"/>
                  <a:gd name="T3" fmla="*/ 8 h 9"/>
                  <a:gd name="T4" fmla="*/ 10 w 16"/>
                  <a:gd name="T5" fmla="*/ 9 h 9"/>
                  <a:gd name="T6" fmla="*/ 8 w 16"/>
                  <a:gd name="T7" fmla="*/ 8 h 9"/>
                  <a:gd name="T8" fmla="*/ 1 w 16"/>
                  <a:gd name="T9" fmla="*/ 5 h 9"/>
                  <a:gd name="T10" fmla="*/ 0 w 16"/>
                  <a:gd name="T11" fmla="*/ 3 h 9"/>
                  <a:gd name="T12" fmla="*/ 1 w 16"/>
                  <a:gd name="T13" fmla="*/ 2 h 9"/>
                  <a:gd name="T14" fmla="*/ 3 w 16"/>
                  <a:gd name="T15" fmla="*/ 1 h 9"/>
                  <a:gd name="T16" fmla="*/ 6 w 16"/>
                  <a:gd name="T17" fmla="*/ 0 h 9"/>
                  <a:gd name="T18" fmla="*/ 8 w 16"/>
                  <a:gd name="T19" fmla="*/ 1 h 9"/>
                  <a:gd name="T20" fmla="*/ 15 w 16"/>
                  <a:gd name="T21" fmla="*/ 4 h 9"/>
                  <a:gd name="T22" fmla="*/ 16 w 16"/>
                  <a:gd name="T23" fmla="*/ 6 h 9"/>
                  <a:gd name="T24" fmla="*/ 15 w 16"/>
                  <a:gd name="T25" fmla="*/ 7 h 9"/>
                  <a:gd name="T26" fmla="*/ 12 w 16"/>
                  <a:gd name="T27" fmla="*/ 8 h 9"/>
                  <a:gd name="T28" fmla="*/ 13 w 16"/>
                  <a:gd name="T29" fmla="*/ 7 h 9"/>
                  <a:gd name="T30" fmla="*/ 13 w 16"/>
                  <a:gd name="T31" fmla="*/ 5 h 9"/>
                  <a:gd name="T32" fmla="*/ 7 w 16"/>
                  <a:gd name="T33" fmla="*/ 2 h 9"/>
                  <a:gd name="T34" fmla="*/ 4 w 16"/>
                  <a:gd name="T35" fmla="*/ 2 h 9"/>
                  <a:gd name="T36" fmla="*/ 3 w 16"/>
                  <a:gd name="T37" fmla="*/ 2 h 9"/>
                  <a:gd name="T38" fmla="*/ 3 w 16"/>
                  <a:gd name="T39" fmla="*/ 4 h 9"/>
                  <a:gd name="T40" fmla="*/ 9 w 16"/>
                  <a:gd name="T41" fmla="*/ 8 h 9"/>
                  <a:gd name="T42" fmla="*/ 12 w 16"/>
                  <a:gd name="T43" fmla="*/ 8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6" h="9">
                    <a:moveTo>
                      <a:pt x="15" y="7"/>
                    </a:moveTo>
                    <a:cubicBezTo>
                      <a:pt x="13" y="8"/>
                      <a:pt x="13" y="8"/>
                      <a:pt x="13" y="8"/>
                    </a:cubicBezTo>
                    <a:cubicBezTo>
                      <a:pt x="12" y="9"/>
                      <a:pt x="11" y="9"/>
                      <a:pt x="10" y="9"/>
                    </a:cubicBezTo>
                    <a:cubicBezTo>
                      <a:pt x="9" y="9"/>
                      <a:pt x="8" y="9"/>
                      <a:pt x="8" y="8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1" y="4"/>
                      <a:pt x="0" y="4"/>
                      <a:pt x="0" y="3"/>
                    </a:cubicBezTo>
                    <a:cubicBezTo>
                      <a:pt x="0" y="3"/>
                      <a:pt x="1" y="2"/>
                      <a:pt x="1" y="2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4" y="0"/>
                      <a:pt x="5" y="0"/>
                      <a:pt x="6" y="0"/>
                    </a:cubicBezTo>
                    <a:cubicBezTo>
                      <a:pt x="7" y="0"/>
                      <a:pt x="8" y="0"/>
                      <a:pt x="8" y="1"/>
                    </a:cubicBezTo>
                    <a:cubicBezTo>
                      <a:pt x="15" y="4"/>
                      <a:pt x="15" y="4"/>
                      <a:pt x="15" y="4"/>
                    </a:cubicBezTo>
                    <a:cubicBezTo>
                      <a:pt x="15" y="5"/>
                      <a:pt x="16" y="5"/>
                      <a:pt x="16" y="6"/>
                    </a:cubicBezTo>
                    <a:cubicBezTo>
                      <a:pt x="16" y="7"/>
                      <a:pt x="15" y="7"/>
                      <a:pt x="15" y="7"/>
                    </a:cubicBezTo>
                    <a:close/>
                    <a:moveTo>
                      <a:pt x="12" y="8"/>
                    </a:moveTo>
                    <a:cubicBezTo>
                      <a:pt x="13" y="7"/>
                      <a:pt x="13" y="7"/>
                      <a:pt x="13" y="7"/>
                    </a:cubicBezTo>
                    <a:cubicBezTo>
                      <a:pt x="14" y="6"/>
                      <a:pt x="14" y="6"/>
                      <a:pt x="13" y="5"/>
                    </a:cubicBezTo>
                    <a:cubicBezTo>
                      <a:pt x="7" y="2"/>
                      <a:pt x="7" y="2"/>
                      <a:pt x="7" y="2"/>
                    </a:cubicBezTo>
                    <a:cubicBezTo>
                      <a:pt x="6" y="1"/>
                      <a:pt x="5" y="1"/>
                      <a:pt x="4" y="2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2" y="3"/>
                      <a:pt x="2" y="4"/>
                      <a:pt x="3" y="4"/>
                    </a:cubicBezTo>
                    <a:cubicBezTo>
                      <a:pt x="9" y="8"/>
                      <a:pt x="9" y="8"/>
                      <a:pt x="9" y="8"/>
                    </a:cubicBezTo>
                    <a:cubicBezTo>
                      <a:pt x="10" y="8"/>
                      <a:pt x="11" y="8"/>
                      <a:pt x="12" y="8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6" name="Freeform: Shape 35" descr="857f62f6-a1a1-40d1-ba44-809d4bfa71cd"/>
              <p:cNvSpPr/>
              <p:nvPr/>
            </p:nvSpPr>
            <p:spPr bwMode="auto">
              <a:xfrm>
                <a:off x="5905504" y="1646227"/>
                <a:ext cx="60325" cy="34925"/>
              </a:xfrm>
              <a:custGeom>
                <a:avLst/>
                <a:gdLst>
                  <a:gd name="T0" fmla="*/ 15 w 16"/>
                  <a:gd name="T1" fmla="*/ 8 h 9"/>
                  <a:gd name="T2" fmla="*/ 13 w 16"/>
                  <a:gd name="T3" fmla="*/ 9 h 9"/>
                  <a:gd name="T4" fmla="*/ 10 w 16"/>
                  <a:gd name="T5" fmla="*/ 9 h 9"/>
                  <a:gd name="T6" fmla="*/ 8 w 16"/>
                  <a:gd name="T7" fmla="*/ 9 h 9"/>
                  <a:gd name="T8" fmla="*/ 2 w 16"/>
                  <a:gd name="T9" fmla="*/ 5 h 9"/>
                  <a:gd name="T10" fmla="*/ 0 w 16"/>
                  <a:gd name="T11" fmla="*/ 4 h 9"/>
                  <a:gd name="T12" fmla="*/ 2 w 16"/>
                  <a:gd name="T13" fmla="*/ 2 h 9"/>
                  <a:gd name="T14" fmla="*/ 3 w 16"/>
                  <a:gd name="T15" fmla="*/ 1 h 9"/>
                  <a:gd name="T16" fmla="*/ 6 w 16"/>
                  <a:gd name="T17" fmla="*/ 0 h 9"/>
                  <a:gd name="T18" fmla="*/ 9 w 16"/>
                  <a:gd name="T19" fmla="*/ 1 h 9"/>
                  <a:gd name="T20" fmla="*/ 15 w 16"/>
                  <a:gd name="T21" fmla="*/ 5 h 9"/>
                  <a:gd name="T22" fmla="*/ 16 w 16"/>
                  <a:gd name="T23" fmla="*/ 6 h 9"/>
                  <a:gd name="T24" fmla="*/ 15 w 16"/>
                  <a:gd name="T25" fmla="*/ 8 h 9"/>
                  <a:gd name="T26" fmla="*/ 12 w 16"/>
                  <a:gd name="T27" fmla="*/ 8 h 9"/>
                  <a:gd name="T28" fmla="*/ 14 w 16"/>
                  <a:gd name="T29" fmla="*/ 7 h 9"/>
                  <a:gd name="T30" fmla="*/ 13 w 16"/>
                  <a:gd name="T31" fmla="*/ 5 h 9"/>
                  <a:gd name="T32" fmla="*/ 7 w 16"/>
                  <a:gd name="T33" fmla="*/ 2 h 9"/>
                  <a:gd name="T34" fmla="*/ 4 w 16"/>
                  <a:gd name="T35" fmla="*/ 2 h 9"/>
                  <a:gd name="T36" fmla="*/ 3 w 16"/>
                  <a:gd name="T37" fmla="*/ 3 h 9"/>
                  <a:gd name="T38" fmla="*/ 3 w 16"/>
                  <a:gd name="T39" fmla="*/ 4 h 9"/>
                  <a:gd name="T40" fmla="*/ 9 w 16"/>
                  <a:gd name="T41" fmla="*/ 8 h 9"/>
                  <a:gd name="T42" fmla="*/ 12 w 16"/>
                  <a:gd name="T43" fmla="*/ 8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6" h="9">
                    <a:moveTo>
                      <a:pt x="15" y="8"/>
                    </a:moveTo>
                    <a:cubicBezTo>
                      <a:pt x="13" y="9"/>
                      <a:pt x="13" y="9"/>
                      <a:pt x="13" y="9"/>
                    </a:cubicBezTo>
                    <a:cubicBezTo>
                      <a:pt x="12" y="9"/>
                      <a:pt x="11" y="9"/>
                      <a:pt x="10" y="9"/>
                    </a:cubicBezTo>
                    <a:cubicBezTo>
                      <a:pt x="10" y="9"/>
                      <a:pt x="9" y="9"/>
                      <a:pt x="8" y="9"/>
                    </a:cubicBezTo>
                    <a:cubicBezTo>
                      <a:pt x="2" y="5"/>
                      <a:pt x="2" y="5"/>
                      <a:pt x="2" y="5"/>
                    </a:cubicBezTo>
                    <a:cubicBezTo>
                      <a:pt x="1" y="5"/>
                      <a:pt x="0" y="4"/>
                      <a:pt x="0" y="4"/>
                    </a:cubicBezTo>
                    <a:cubicBezTo>
                      <a:pt x="0" y="3"/>
                      <a:pt x="1" y="3"/>
                      <a:pt x="2" y="2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4" y="1"/>
                      <a:pt x="5" y="0"/>
                      <a:pt x="6" y="0"/>
                    </a:cubicBezTo>
                    <a:cubicBezTo>
                      <a:pt x="7" y="0"/>
                      <a:pt x="8" y="1"/>
                      <a:pt x="9" y="1"/>
                    </a:cubicBezTo>
                    <a:cubicBezTo>
                      <a:pt x="15" y="5"/>
                      <a:pt x="15" y="5"/>
                      <a:pt x="15" y="5"/>
                    </a:cubicBezTo>
                    <a:cubicBezTo>
                      <a:pt x="16" y="5"/>
                      <a:pt x="16" y="6"/>
                      <a:pt x="16" y="6"/>
                    </a:cubicBezTo>
                    <a:cubicBezTo>
                      <a:pt x="16" y="7"/>
                      <a:pt x="16" y="7"/>
                      <a:pt x="15" y="8"/>
                    </a:cubicBezTo>
                    <a:close/>
                    <a:moveTo>
                      <a:pt x="12" y="8"/>
                    </a:moveTo>
                    <a:cubicBezTo>
                      <a:pt x="14" y="7"/>
                      <a:pt x="14" y="7"/>
                      <a:pt x="14" y="7"/>
                    </a:cubicBezTo>
                    <a:cubicBezTo>
                      <a:pt x="15" y="7"/>
                      <a:pt x="14" y="6"/>
                      <a:pt x="13" y="5"/>
                    </a:cubicBezTo>
                    <a:cubicBezTo>
                      <a:pt x="7" y="2"/>
                      <a:pt x="7" y="2"/>
                      <a:pt x="7" y="2"/>
                    </a:cubicBezTo>
                    <a:cubicBezTo>
                      <a:pt x="6" y="1"/>
                      <a:pt x="5" y="1"/>
                      <a:pt x="4" y="2"/>
                    </a:cubicBezTo>
                    <a:cubicBezTo>
                      <a:pt x="3" y="3"/>
                      <a:pt x="3" y="3"/>
                      <a:pt x="3" y="3"/>
                    </a:cubicBezTo>
                    <a:cubicBezTo>
                      <a:pt x="2" y="3"/>
                      <a:pt x="2" y="4"/>
                      <a:pt x="3" y="4"/>
                    </a:cubicBezTo>
                    <a:cubicBezTo>
                      <a:pt x="9" y="8"/>
                      <a:pt x="9" y="8"/>
                      <a:pt x="9" y="8"/>
                    </a:cubicBezTo>
                    <a:cubicBezTo>
                      <a:pt x="10" y="9"/>
                      <a:pt x="11" y="9"/>
                      <a:pt x="12" y="8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7" name="Freeform: Shape 36" descr="2d086bf2-0919-4441-be12-cf0fe54c2540"/>
              <p:cNvSpPr/>
              <p:nvPr/>
            </p:nvSpPr>
            <p:spPr bwMode="auto">
              <a:xfrm>
                <a:off x="4943478" y="2309798"/>
                <a:ext cx="55563" cy="34925"/>
              </a:xfrm>
              <a:custGeom>
                <a:avLst/>
                <a:gdLst>
                  <a:gd name="T0" fmla="*/ 14 w 15"/>
                  <a:gd name="T1" fmla="*/ 7 h 9"/>
                  <a:gd name="T2" fmla="*/ 12 w 15"/>
                  <a:gd name="T3" fmla="*/ 8 h 9"/>
                  <a:gd name="T4" fmla="*/ 10 w 15"/>
                  <a:gd name="T5" fmla="*/ 9 h 9"/>
                  <a:gd name="T6" fmla="*/ 7 w 15"/>
                  <a:gd name="T7" fmla="*/ 8 h 9"/>
                  <a:gd name="T8" fmla="*/ 1 w 15"/>
                  <a:gd name="T9" fmla="*/ 4 h 9"/>
                  <a:gd name="T10" fmla="*/ 0 w 15"/>
                  <a:gd name="T11" fmla="*/ 3 h 9"/>
                  <a:gd name="T12" fmla="*/ 1 w 15"/>
                  <a:gd name="T13" fmla="*/ 1 h 9"/>
                  <a:gd name="T14" fmla="*/ 3 w 15"/>
                  <a:gd name="T15" fmla="*/ 0 h 9"/>
                  <a:gd name="T16" fmla="*/ 5 w 15"/>
                  <a:gd name="T17" fmla="*/ 0 h 9"/>
                  <a:gd name="T18" fmla="*/ 8 w 15"/>
                  <a:gd name="T19" fmla="*/ 0 h 9"/>
                  <a:gd name="T20" fmla="*/ 14 w 15"/>
                  <a:gd name="T21" fmla="*/ 4 h 9"/>
                  <a:gd name="T22" fmla="*/ 15 w 15"/>
                  <a:gd name="T23" fmla="*/ 5 h 9"/>
                  <a:gd name="T24" fmla="*/ 14 w 15"/>
                  <a:gd name="T25" fmla="*/ 7 h 9"/>
                  <a:gd name="T26" fmla="*/ 11 w 15"/>
                  <a:gd name="T27" fmla="*/ 7 h 9"/>
                  <a:gd name="T28" fmla="*/ 13 w 15"/>
                  <a:gd name="T29" fmla="*/ 6 h 9"/>
                  <a:gd name="T30" fmla="*/ 13 w 15"/>
                  <a:gd name="T31" fmla="*/ 5 h 9"/>
                  <a:gd name="T32" fmla="*/ 7 w 15"/>
                  <a:gd name="T33" fmla="*/ 1 h 9"/>
                  <a:gd name="T34" fmla="*/ 4 w 15"/>
                  <a:gd name="T35" fmla="*/ 1 h 9"/>
                  <a:gd name="T36" fmla="*/ 2 w 15"/>
                  <a:gd name="T37" fmla="*/ 2 h 9"/>
                  <a:gd name="T38" fmla="*/ 2 w 15"/>
                  <a:gd name="T39" fmla="*/ 4 h 9"/>
                  <a:gd name="T40" fmla="*/ 8 w 15"/>
                  <a:gd name="T41" fmla="*/ 7 h 9"/>
                  <a:gd name="T42" fmla="*/ 11 w 15"/>
                  <a:gd name="T43" fmla="*/ 7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5" h="9">
                    <a:moveTo>
                      <a:pt x="14" y="7"/>
                    </a:moveTo>
                    <a:cubicBezTo>
                      <a:pt x="12" y="8"/>
                      <a:pt x="12" y="8"/>
                      <a:pt x="12" y="8"/>
                    </a:cubicBezTo>
                    <a:cubicBezTo>
                      <a:pt x="11" y="8"/>
                      <a:pt x="11" y="9"/>
                      <a:pt x="10" y="9"/>
                    </a:cubicBezTo>
                    <a:cubicBezTo>
                      <a:pt x="9" y="9"/>
                      <a:pt x="8" y="8"/>
                      <a:pt x="7" y="8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0" y="4"/>
                      <a:pt x="0" y="3"/>
                      <a:pt x="0" y="3"/>
                    </a:cubicBezTo>
                    <a:cubicBezTo>
                      <a:pt x="0" y="2"/>
                      <a:pt x="0" y="2"/>
                      <a:pt x="1" y="1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4" y="0"/>
                      <a:pt x="5" y="0"/>
                    </a:cubicBezTo>
                    <a:cubicBezTo>
                      <a:pt x="6" y="0"/>
                      <a:pt x="7" y="0"/>
                      <a:pt x="8" y="0"/>
                    </a:cubicBezTo>
                    <a:cubicBezTo>
                      <a:pt x="14" y="4"/>
                      <a:pt x="14" y="4"/>
                      <a:pt x="14" y="4"/>
                    </a:cubicBezTo>
                    <a:cubicBezTo>
                      <a:pt x="15" y="4"/>
                      <a:pt x="15" y="5"/>
                      <a:pt x="15" y="5"/>
                    </a:cubicBezTo>
                    <a:cubicBezTo>
                      <a:pt x="15" y="6"/>
                      <a:pt x="15" y="7"/>
                      <a:pt x="14" y="7"/>
                    </a:cubicBezTo>
                    <a:close/>
                    <a:moveTo>
                      <a:pt x="11" y="7"/>
                    </a:moveTo>
                    <a:cubicBezTo>
                      <a:pt x="13" y="6"/>
                      <a:pt x="13" y="6"/>
                      <a:pt x="13" y="6"/>
                    </a:cubicBezTo>
                    <a:cubicBezTo>
                      <a:pt x="14" y="6"/>
                      <a:pt x="14" y="5"/>
                      <a:pt x="13" y="5"/>
                    </a:cubicBezTo>
                    <a:cubicBezTo>
                      <a:pt x="7" y="1"/>
                      <a:pt x="7" y="1"/>
                      <a:pt x="7" y="1"/>
                    </a:cubicBezTo>
                    <a:cubicBezTo>
                      <a:pt x="6" y="1"/>
                      <a:pt x="5" y="1"/>
                      <a:pt x="4" y="1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1" y="3"/>
                      <a:pt x="1" y="3"/>
                      <a:pt x="2" y="4"/>
                    </a:cubicBezTo>
                    <a:cubicBezTo>
                      <a:pt x="8" y="7"/>
                      <a:pt x="8" y="7"/>
                      <a:pt x="8" y="7"/>
                    </a:cubicBezTo>
                    <a:cubicBezTo>
                      <a:pt x="9" y="8"/>
                      <a:pt x="10" y="8"/>
                      <a:pt x="11" y="7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8" name="Freeform: Shape 37" descr="7f83861a-87f8-4925-b1b9-33de192f4850"/>
              <p:cNvSpPr/>
              <p:nvPr/>
            </p:nvSpPr>
            <p:spPr bwMode="auto">
              <a:xfrm>
                <a:off x="6958016" y="2155811"/>
                <a:ext cx="60325" cy="33338"/>
              </a:xfrm>
              <a:custGeom>
                <a:avLst/>
                <a:gdLst>
                  <a:gd name="T0" fmla="*/ 15 w 16"/>
                  <a:gd name="T1" fmla="*/ 7 h 9"/>
                  <a:gd name="T2" fmla="*/ 13 w 16"/>
                  <a:gd name="T3" fmla="*/ 8 h 9"/>
                  <a:gd name="T4" fmla="*/ 10 w 16"/>
                  <a:gd name="T5" fmla="*/ 9 h 9"/>
                  <a:gd name="T6" fmla="*/ 8 w 16"/>
                  <a:gd name="T7" fmla="*/ 8 h 9"/>
                  <a:gd name="T8" fmla="*/ 1 w 16"/>
                  <a:gd name="T9" fmla="*/ 5 h 9"/>
                  <a:gd name="T10" fmla="*/ 0 w 16"/>
                  <a:gd name="T11" fmla="*/ 3 h 9"/>
                  <a:gd name="T12" fmla="*/ 1 w 16"/>
                  <a:gd name="T13" fmla="*/ 1 h 9"/>
                  <a:gd name="T14" fmla="*/ 3 w 16"/>
                  <a:gd name="T15" fmla="*/ 0 h 9"/>
                  <a:gd name="T16" fmla="*/ 6 w 16"/>
                  <a:gd name="T17" fmla="*/ 0 h 9"/>
                  <a:gd name="T18" fmla="*/ 8 w 16"/>
                  <a:gd name="T19" fmla="*/ 0 h 9"/>
                  <a:gd name="T20" fmla="*/ 15 w 16"/>
                  <a:gd name="T21" fmla="*/ 4 h 9"/>
                  <a:gd name="T22" fmla="*/ 16 w 16"/>
                  <a:gd name="T23" fmla="*/ 6 h 9"/>
                  <a:gd name="T24" fmla="*/ 15 w 16"/>
                  <a:gd name="T25" fmla="*/ 7 h 9"/>
                  <a:gd name="T26" fmla="*/ 12 w 16"/>
                  <a:gd name="T27" fmla="*/ 7 h 9"/>
                  <a:gd name="T28" fmla="*/ 13 w 16"/>
                  <a:gd name="T29" fmla="*/ 6 h 9"/>
                  <a:gd name="T30" fmla="*/ 13 w 16"/>
                  <a:gd name="T31" fmla="*/ 5 h 9"/>
                  <a:gd name="T32" fmla="*/ 7 w 16"/>
                  <a:gd name="T33" fmla="*/ 1 h 9"/>
                  <a:gd name="T34" fmla="*/ 4 w 16"/>
                  <a:gd name="T35" fmla="*/ 1 h 9"/>
                  <a:gd name="T36" fmla="*/ 3 w 16"/>
                  <a:gd name="T37" fmla="*/ 2 h 9"/>
                  <a:gd name="T38" fmla="*/ 3 w 16"/>
                  <a:gd name="T39" fmla="*/ 4 h 9"/>
                  <a:gd name="T40" fmla="*/ 9 w 16"/>
                  <a:gd name="T41" fmla="*/ 7 h 9"/>
                  <a:gd name="T42" fmla="*/ 12 w 16"/>
                  <a:gd name="T43" fmla="*/ 7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6" h="9">
                    <a:moveTo>
                      <a:pt x="15" y="7"/>
                    </a:moveTo>
                    <a:cubicBezTo>
                      <a:pt x="13" y="8"/>
                      <a:pt x="13" y="8"/>
                      <a:pt x="13" y="8"/>
                    </a:cubicBezTo>
                    <a:cubicBezTo>
                      <a:pt x="12" y="9"/>
                      <a:pt x="11" y="9"/>
                      <a:pt x="10" y="9"/>
                    </a:cubicBezTo>
                    <a:cubicBezTo>
                      <a:pt x="9" y="9"/>
                      <a:pt x="8" y="9"/>
                      <a:pt x="8" y="8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1" y="4"/>
                      <a:pt x="0" y="4"/>
                      <a:pt x="0" y="3"/>
                    </a:cubicBezTo>
                    <a:cubicBezTo>
                      <a:pt x="0" y="2"/>
                      <a:pt x="1" y="2"/>
                      <a:pt x="1" y="1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4" y="0"/>
                      <a:pt x="5" y="0"/>
                      <a:pt x="6" y="0"/>
                    </a:cubicBezTo>
                    <a:cubicBezTo>
                      <a:pt x="7" y="0"/>
                      <a:pt x="8" y="0"/>
                      <a:pt x="8" y="0"/>
                    </a:cubicBezTo>
                    <a:cubicBezTo>
                      <a:pt x="15" y="4"/>
                      <a:pt x="15" y="4"/>
                      <a:pt x="15" y="4"/>
                    </a:cubicBezTo>
                    <a:cubicBezTo>
                      <a:pt x="15" y="5"/>
                      <a:pt x="16" y="5"/>
                      <a:pt x="16" y="6"/>
                    </a:cubicBezTo>
                    <a:cubicBezTo>
                      <a:pt x="16" y="6"/>
                      <a:pt x="15" y="7"/>
                      <a:pt x="15" y="7"/>
                    </a:cubicBezTo>
                    <a:close/>
                    <a:moveTo>
                      <a:pt x="12" y="7"/>
                    </a:moveTo>
                    <a:cubicBezTo>
                      <a:pt x="13" y="6"/>
                      <a:pt x="13" y="6"/>
                      <a:pt x="13" y="6"/>
                    </a:cubicBezTo>
                    <a:cubicBezTo>
                      <a:pt x="14" y="6"/>
                      <a:pt x="14" y="5"/>
                      <a:pt x="13" y="5"/>
                    </a:cubicBezTo>
                    <a:cubicBezTo>
                      <a:pt x="7" y="1"/>
                      <a:pt x="7" y="1"/>
                      <a:pt x="7" y="1"/>
                    </a:cubicBezTo>
                    <a:cubicBezTo>
                      <a:pt x="6" y="1"/>
                      <a:pt x="5" y="1"/>
                      <a:pt x="4" y="1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2" y="3"/>
                      <a:pt x="2" y="3"/>
                      <a:pt x="3" y="4"/>
                    </a:cubicBezTo>
                    <a:cubicBezTo>
                      <a:pt x="9" y="7"/>
                      <a:pt x="9" y="7"/>
                      <a:pt x="9" y="7"/>
                    </a:cubicBezTo>
                    <a:cubicBezTo>
                      <a:pt x="10" y="8"/>
                      <a:pt x="11" y="8"/>
                      <a:pt x="12" y="7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9" name="Freeform: Shape 38" descr="45fbf7ec-bd7b-4012-a3d4-cbe3a64d166f"/>
              <p:cNvSpPr/>
              <p:nvPr/>
            </p:nvSpPr>
            <p:spPr bwMode="auto">
              <a:xfrm>
                <a:off x="5184779" y="2660633"/>
                <a:ext cx="52388" cy="26988"/>
              </a:xfrm>
              <a:custGeom>
                <a:avLst/>
                <a:gdLst>
                  <a:gd name="T0" fmla="*/ 1 w 14"/>
                  <a:gd name="T1" fmla="*/ 4 h 7"/>
                  <a:gd name="T2" fmla="*/ 0 w 14"/>
                  <a:gd name="T3" fmla="*/ 3 h 7"/>
                  <a:gd name="T4" fmla="*/ 0 w 14"/>
                  <a:gd name="T5" fmla="*/ 3 h 7"/>
                  <a:gd name="T6" fmla="*/ 1 w 14"/>
                  <a:gd name="T7" fmla="*/ 1 h 7"/>
                  <a:gd name="T8" fmla="*/ 1 w 14"/>
                  <a:gd name="T9" fmla="*/ 1 h 7"/>
                  <a:gd name="T10" fmla="*/ 2 w 14"/>
                  <a:gd name="T11" fmla="*/ 0 h 7"/>
                  <a:gd name="T12" fmla="*/ 3 w 14"/>
                  <a:gd name="T13" fmla="*/ 0 h 7"/>
                  <a:gd name="T14" fmla="*/ 13 w 14"/>
                  <a:gd name="T15" fmla="*/ 6 h 7"/>
                  <a:gd name="T16" fmla="*/ 13 w 14"/>
                  <a:gd name="T17" fmla="*/ 7 h 7"/>
                  <a:gd name="T18" fmla="*/ 13 w 14"/>
                  <a:gd name="T19" fmla="*/ 7 h 7"/>
                  <a:gd name="T20" fmla="*/ 12 w 14"/>
                  <a:gd name="T21" fmla="*/ 7 h 7"/>
                  <a:gd name="T22" fmla="*/ 2 w 14"/>
                  <a:gd name="T23" fmla="*/ 2 h 7"/>
                  <a:gd name="T24" fmla="*/ 1 w 14"/>
                  <a:gd name="T25" fmla="*/ 3 h 7"/>
                  <a:gd name="T26" fmla="*/ 1 w 14"/>
                  <a:gd name="T27" fmla="*/ 4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4" h="7">
                    <a:moveTo>
                      <a:pt x="1" y="4"/>
                    </a:move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3" y="0"/>
                    </a:cubicBezTo>
                    <a:cubicBezTo>
                      <a:pt x="13" y="6"/>
                      <a:pt x="13" y="6"/>
                      <a:pt x="13" y="6"/>
                    </a:cubicBezTo>
                    <a:cubicBezTo>
                      <a:pt x="14" y="7"/>
                      <a:pt x="14" y="7"/>
                      <a:pt x="13" y="7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1" y="4"/>
                      <a:pt x="1" y="4"/>
                      <a:pt x="1" y="4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0" name="Freeform: Shape 39" descr="cc58278c-3060-4fbe-b5e1-7aa36163baf1"/>
              <p:cNvSpPr/>
              <p:nvPr/>
            </p:nvSpPr>
            <p:spPr bwMode="auto">
              <a:xfrm>
                <a:off x="5448304" y="2136761"/>
                <a:ext cx="60325" cy="34925"/>
              </a:xfrm>
              <a:custGeom>
                <a:avLst/>
                <a:gdLst>
                  <a:gd name="T0" fmla="*/ 15 w 16"/>
                  <a:gd name="T1" fmla="*/ 7 h 9"/>
                  <a:gd name="T2" fmla="*/ 13 w 16"/>
                  <a:gd name="T3" fmla="*/ 8 h 9"/>
                  <a:gd name="T4" fmla="*/ 10 w 16"/>
                  <a:gd name="T5" fmla="*/ 9 h 9"/>
                  <a:gd name="T6" fmla="*/ 8 w 16"/>
                  <a:gd name="T7" fmla="*/ 8 h 9"/>
                  <a:gd name="T8" fmla="*/ 2 w 16"/>
                  <a:gd name="T9" fmla="*/ 5 h 9"/>
                  <a:gd name="T10" fmla="*/ 0 w 16"/>
                  <a:gd name="T11" fmla="*/ 3 h 9"/>
                  <a:gd name="T12" fmla="*/ 2 w 16"/>
                  <a:gd name="T13" fmla="*/ 2 h 9"/>
                  <a:gd name="T14" fmla="*/ 3 w 16"/>
                  <a:gd name="T15" fmla="*/ 1 h 9"/>
                  <a:gd name="T16" fmla="*/ 6 w 16"/>
                  <a:gd name="T17" fmla="*/ 0 h 9"/>
                  <a:gd name="T18" fmla="*/ 9 w 16"/>
                  <a:gd name="T19" fmla="*/ 1 h 9"/>
                  <a:gd name="T20" fmla="*/ 15 w 16"/>
                  <a:gd name="T21" fmla="*/ 4 h 9"/>
                  <a:gd name="T22" fmla="*/ 16 w 16"/>
                  <a:gd name="T23" fmla="*/ 6 h 9"/>
                  <a:gd name="T24" fmla="*/ 15 w 16"/>
                  <a:gd name="T25" fmla="*/ 7 h 9"/>
                  <a:gd name="T26" fmla="*/ 12 w 16"/>
                  <a:gd name="T27" fmla="*/ 7 h 9"/>
                  <a:gd name="T28" fmla="*/ 14 w 16"/>
                  <a:gd name="T29" fmla="*/ 7 h 9"/>
                  <a:gd name="T30" fmla="*/ 13 w 16"/>
                  <a:gd name="T31" fmla="*/ 5 h 9"/>
                  <a:gd name="T32" fmla="*/ 7 w 16"/>
                  <a:gd name="T33" fmla="*/ 1 h 9"/>
                  <a:gd name="T34" fmla="*/ 4 w 16"/>
                  <a:gd name="T35" fmla="*/ 1 h 9"/>
                  <a:gd name="T36" fmla="*/ 3 w 16"/>
                  <a:gd name="T37" fmla="*/ 2 h 9"/>
                  <a:gd name="T38" fmla="*/ 3 w 16"/>
                  <a:gd name="T39" fmla="*/ 4 h 9"/>
                  <a:gd name="T40" fmla="*/ 9 w 16"/>
                  <a:gd name="T41" fmla="*/ 7 h 9"/>
                  <a:gd name="T42" fmla="*/ 12 w 16"/>
                  <a:gd name="T43" fmla="*/ 7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6" h="9">
                    <a:moveTo>
                      <a:pt x="15" y="7"/>
                    </a:moveTo>
                    <a:cubicBezTo>
                      <a:pt x="13" y="8"/>
                      <a:pt x="13" y="8"/>
                      <a:pt x="13" y="8"/>
                    </a:cubicBezTo>
                    <a:cubicBezTo>
                      <a:pt x="12" y="9"/>
                      <a:pt x="11" y="9"/>
                      <a:pt x="10" y="9"/>
                    </a:cubicBezTo>
                    <a:cubicBezTo>
                      <a:pt x="10" y="9"/>
                      <a:pt x="9" y="9"/>
                      <a:pt x="8" y="8"/>
                    </a:cubicBezTo>
                    <a:cubicBezTo>
                      <a:pt x="2" y="5"/>
                      <a:pt x="2" y="5"/>
                      <a:pt x="2" y="5"/>
                    </a:cubicBezTo>
                    <a:cubicBezTo>
                      <a:pt x="1" y="4"/>
                      <a:pt x="0" y="4"/>
                      <a:pt x="0" y="3"/>
                    </a:cubicBezTo>
                    <a:cubicBezTo>
                      <a:pt x="0" y="3"/>
                      <a:pt x="1" y="2"/>
                      <a:pt x="2" y="2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4" y="0"/>
                      <a:pt x="5" y="0"/>
                      <a:pt x="6" y="0"/>
                    </a:cubicBezTo>
                    <a:cubicBezTo>
                      <a:pt x="7" y="0"/>
                      <a:pt x="8" y="0"/>
                      <a:pt x="9" y="1"/>
                    </a:cubicBezTo>
                    <a:cubicBezTo>
                      <a:pt x="15" y="4"/>
                      <a:pt x="15" y="4"/>
                      <a:pt x="15" y="4"/>
                    </a:cubicBezTo>
                    <a:cubicBezTo>
                      <a:pt x="16" y="5"/>
                      <a:pt x="16" y="5"/>
                      <a:pt x="16" y="6"/>
                    </a:cubicBezTo>
                    <a:cubicBezTo>
                      <a:pt x="16" y="6"/>
                      <a:pt x="16" y="7"/>
                      <a:pt x="15" y="7"/>
                    </a:cubicBezTo>
                    <a:close/>
                    <a:moveTo>
                      <a:pt x="12" y="7"/>
                    </a:moveTo>
                    <a:cubicBezTo>
                      <a:pt x="14" y="7"/>
                      <a:pt x="14" y="7"/>
                      <a:pt x="14" y="7"/>
                    </a:cubicBezTo>
                    <a:cubicBezTo>
                      <a:pt x="15" y="6"/>
                      <a:pt x="15" y="5"/>
                      <a:pt x="13" y="5"/>
                    </a:cubicBezTo>
                    <a:cubicBezTo>
                      <a:pt x="7" y="1"/>
                      <a:pt x="7" y="1"/>
                      <a:pt x="7" y="1"/>
                    </a:cubicBezTo>
                    <a:cubicBezTo>
                      <a:pt x="6" y="1"/>
                      <a:pt x="5" y="1"/>
                      <a:pt x="4" y="1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2" y="3"/>
                      <a:pt x="2" y="3"/>
                      <a:pt x="3" y="4"/>
                    </a:cubicBezTo>
                    <a:cubicBezTo>
                      <a:pt x="9" y="7"/>
                      <a:pt x="9" y="7"/>
                      <a:pt x="9" y="7"/>
                    </a:cubicBezTo>
                    <a:cubicBezTo>
                      <a:pt x="10" y="8"/>
                      <a:pt x="11" y="8"/>
                      <a:pt x="12" y="7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1" name="Freeform: Shape 40" descr="99820f23-8a6d-485e-99ec-a41150fc8eeb"/>
              <p:cNvSpPr/>
              <p:nvPr/>
            </p:nvSpPr>
            <p:spPr bwMode="auto">
              <a:xfrm>
                <a:off x="5497516" y="2114536"/>
                <a:ext cx="49213" cy="26988"/>
              </a:xfrm>
              <a:custGeom>
                <a:avLst/>
                <a:gdLst>
                  <a:gd name="T0" fmla="*/ 1 w 13"/>
                  <a:gd name="T1" fmla="*/ 3 h 7"/>
                  <a:gd name="T2" fmla="*/ 0 w 13"/>
                  <a:gd name="T3" fmla="*/ 3 h 7"/>
                  <a:gd name="T4" fmla="*/ 0 w 13"/>
                  <a:gd name="T5" fmla="*/ 3 h 7"/>
                  <a:gd name="T6" fmla="*/ 1 w 13"/>
                  <a:gd name="T7" fmla="*/ 1 h 7"/>
                  <a:gd name="T8" fmla="*/ 1 w 13"/>
                  <a:gd name="T9" fmla="*/ 0 h 7"/>
                  <a:gd name="T10" fmla="*/ 2 w 13"/>
                  <a:gd name="T11" fmla="*/ 0 h 7"/>
                  <a:gd name="T12" fmla="*/ 2 w 13"/>
                  <a:gd name="T13" fmla="*/ 0 h 7"/>
                  <a:gd name="T14" fmla="*/ 13 w 13"/>
                  <a:gd name="T15" fmla="*/ 6 h 7"/>
                  <a:gd name="T16" fmla="*/ 13 w 13"/>
                  <a:gd name="T17" fmla="*/ 7 h 7"/>
                  <a:gd name="T18" fmla="*/ 12 w 13"/>
                  <a:gd name="T19" fmla="*/ 7 h 7"/>
                  <a:gd name="T20" fmla="*/ 12 w 13"/>
                  <a:gd name="T21" fmla="*/ 7 h 7"/>
                  <a:gd name="T22" fmla="*/ 2 w 13"/>
                  <a:gd name="T23" fmla="*/ 1 h 7"/>
                  <a:gd name="T24" fmla="*/ 1 w 13"/>
                  <a:gd name="T25" fmla="*/ 3 h 7"/>
                  <a:gd name="T26" fmla="*/ 1 w 13"/>
                  <a:gd name="T27" fmla="*/ 3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" h="7">
                    <a:moveTo>
                      <a:pt x="1" y="3"/>
                    </a:move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1"/>
                      <a:pt x="1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13" y="6"/>
                      <a:pt x="13" y="6"/>
                      <a:pt x="13" y="6"/>
                    </a:cubicBezTo>
                    <a:cubicBezTo>
                      <a:pt x="13" y="6"/>
                      <a:pt x="13" y="7"/>
                      <a:pt x="13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1" y="4"/>
                      <a:pt x="1" y="4"/>
                      <a:pt x="1" y="3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2" name="Freeform: Shape 41" descr="443b4c53-539f-4c05-b2c7-129fc2a37179"/>
              <p:cNvSpPr/>
              <p:nvPr/>
            </p:nvSpPr>
            <p:spPr bwMode="auto">
              <a:xfrm>
                <a:off x="6173791" y="1465253"/>
                <a:ext cx="52388" cy="30163"/>
              </a:xfrm>
              <a:custGeom>
                <a:avLst/>
                <a:gdLst>
                  <a:gd name="T0" fmla="*/ 1 w 14"/>
                  <a:gd name="T1" fmla="*/ 4 h 8"/>
                  <a:gd name="T2" fmla="*/ 1 w 14"/>
                  <a:gd name="T3" fmla="*/ 4 h 8"/>
                  <a:gd name="T4" fmla="*/ 0 w 14"/>
                  <a:gd name="T5" fmla="*/ 3 h 8"/>
                  <a:gd name="T6" fmla="*/ 1 w 14"/>
                  <a:gd name="T7" fmla="*/ 1 h 8"/>
                  <a:gd name="T8" fmla="*/ 2 w 14"/>
                  <a:gd name="T9" fmla="*/ 1 h 8"/>
                  <a:gd name="T10" fmla="*/ 2 w 14"/>
                  <a:gd name="T11" fmla="*/ 1 h 8"/>
                  <a:gd name="T12" fmla="*/ 3 w 14"/>
                  <a:gd name="T13" fmla="*/ 1 h 8"/>
                  <a:gd name="T14" fmla="*/ 14 w 14"/>
                  <a:gd name="T15" fmla="*/ 7 h 8"/>
                  <a:gd name="T16" fmla="*/ 14 w 14"/>
                  <a:gd name="T17" fmla="*/ 7 h 8"/>
                  <a:gd name="T18" fmla="*/ 13 w 14"/>
                  <a:gd name="T19" fmla="*/ 8 h 8"/>
                  <a:gd name="T20" fmla="*/ 12 w 14"/>
                  <a:gd name="T21" fmla="*/ 8 h 8"/>
                  <a:gd name="T22" fmla="*/ 3 w 14"/>
                  <a:gd name="T23" fmla="*/ 2 h 8"/>
                  <a:gd name="T24" fmla="*/ 2 w 14"/>
                  <a:gd name="T25" fmla="*/ 4 h 8"/>
                  <a:gd name="T26" fmla="*/ 1 w 14"/>
                  <a:gd name="T27" fmla="*/ 4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4" h="8">
                    <a:moveTo>
                      <a:pt x="1" y="4"/>
                    </a:moveTo>
                    <a:cubicBezTo>
                      <a:pt x="1" y="4"/>
                      <a:pt x="1" y="4"/>
                      <a:pt x="1" y="4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1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0"/>
                      <a:pt x="3" y="0"/>
                      <a:pt x="3" y="1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3" y="8"/>
                      <a:pt x="13" y="8"/>
                      <a:pt x="12" y="8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2" y="4"/>
                      <a:pt x="2" y="4"/>
                      <a:pt x="2" y="4"/>
                    </a:cubicBezTo>
                    <a:cubicBezTo>
                      <a:pt x="2" y="4"/>
                      <a:pt x="1" y="4"/>
                      <a:pt x="1" y="4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3" name="Freeform: Shape 42" descr="f5acc66e-9316-4750-8d10-6a887b0e1a2b"/>
              <p:cNvSpPr/>
              <p:nvPr/>
            </p:nvSpPr>
            <p:spPr bwMode="auto">
              <a:xfrm>
                <a:off x="5919791" y="1895463"/>
                <a:ext cx="49213" cy="26988"/>
              </a:xfrm>
              <a:custGeom>
                <a:avLst/>
                <a:gdLst>
                  <a:gd name="T0" fmla="*/ 1 w 13"/>
                  <a:gd name="T1" fmla="*/ 4 h 7"/>
                  <a:gd name="T2" fmla="*/ 0 w 13"/>
                  <a:gd name="T3" fmla="*/ 3 h 7"/>
                  <a:gd name="T4" fmla="*/ 0 w 13"/>
                  <a:gd name="T5" fmla="*/ 3 h 7"/>
                  <a:gd name="T6" fmla="*/ 1 w 13"/>
                  <a:gd name="T7" fmla="*/ 1 h 7"/>
                  <a:gd name="T8" fmla="*/ 1 w 13"/>
                  <a:gd name="T9" fmla="*/ 1 h 7"/>
                  <a:gd name="T10" fmla="*/ 2 w 13"/>
                  <a:gd name="T11" fmla="*/ 0 h 7"/>
                  <a:gd name="T12" fmla="*/ 2 w 13"/>
                  <a:gd name="T13" fmla="*/ 0 h 7"/>
                  <a:gd name="T14" fmla="*/ 13 w 13"/>
                  <a:gd name="T15" fmla="*/ 7 h 7"/>
                  <a:gd name="T16" fmla="*/ 13 w 13"/>
                  <a:gd name="T17" fmla="*/ 7 h 7"/>
                  <a:gd name="T18" fmla="*/ 12 w 13"/>
                  <a:gd name="T19" fmla="*/ 7 h 7"/>
                  <a:gd name="T20" fmla="*/ 12 w 13"/>
                  <a:gd name="T21" fmla="*/ 7 h 7"/>
                  <a:gd name="T22" fmla="*/ 2 w 13"/>
                  <a:gd name="T23" fmla="*/ 2 h 7"/>
                  <a:gd name="T24" fmla="*/ 1 w 13"/>
                  <a:gd name="T25" fmla="*/ 4 h 7"/>
                  <a:gd name="T26" fmla="*/ 1 w 13"/>
                  <a:gd name="T27" fmla="*/ 4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" h="7">
                    <a:moveTo>
                      <a:pt x="1" y="4"/>
                    </a:move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1" y="4"/>
                      <a:pt x="1" y="4"/>
                      <a:pt x="1" y="4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4" name="Freeform: Shape 43" descr="f3fbfde9-1d93-4b3d-b078-d29e76ff0fc0"/>
              <p:cNvSpPr/>
              <p:nvPr/>
            </p:nvSpPr>
            <p:spPr bwMode="auto">
              <a:xfrm>
                <a:off x="5826129" y="1774813"/>
                <a:ext cx="49213" cy="26988"/>
              </a:xfrm>
              <a:custGeom>
                <a:avLst/>
                <a:gdLst>
                  <a:gd name="T0" fmla="*/ 1 w 13"/>
                  <a:gd name="T1" fmla="*/ 3 h 7"/>
                  <a:gd name="T2" fmla="*/ 0 w 13"/>
                  <a:gd name="T3" fmla="*/ 3 h 7"/>
                  <a:gd name="T4" fmla="*/ 0 w 13"/>
                  <a:gd name="T5" fmla="*/ 2 h 7"/>
                  <a:gd name="T6" fmla="*/ 1 w 13"/>
                  <a:gd name="T7" fmla="*/ 1 h 7"/>
                  <a:gd name="T8" fmla="*/ 1 w 13"/>
                  <a:gd name="T9" fmla="*/ 0 h 7"/>
                  <a:gd name="T10" fmla="*/ 2 w 13"/>
                  <a:gd name="T11" fmla="*/ 0 h 7"/>
                  <a:gd name="T12" fmla="*/ 2 w 13"/>
                  <a:gd name="T13" fmla="*/ 0 h 7"/>
                  <a:gd name="T14" fmla="*/ 13 w 13"/>
                  <a:gd name="T15" fmla="*/ 6 h 7"/>
                  <a:gd name="T16" fmla="*/ 13 w 13"/>
                  <a:gd name="T17" fmla="*/ 6 h 7"/>
                  <a:gd name="T18" fmla="*/ 12 w 13"/>
                  <a:gd name="T19" fmla="*/ 7 h 7"/>
                  <a:gd name="T20" fmla="*/ 12 w 13"/>
                  <a:gd name="T21" fmla="*/ 7 h 7"/>
                  <a:gd name="T22" fmla="*/ 2 w 13"/>
                  <a:gd name="T23" fmla="*/ 1 h 7"/>
                  <a:gd name="T24" fmla="*/ 1 w 13"/>
                  <a:gd name="T25" fmla="*/ 3 h 7"/>
                  <a:gd name="T26" fmla="*/ 1 w 13"/>
                  <a:gd name="T27" fmla="*/ 3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" h="7">
                    <a:moveTo>
                      <a:pt x="1" y="3"/>
                    </a:move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2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13" y="6"/>
                      <a:pt x="13" y="6"/>
                      <a:pt x="13" y="6"/>
                    </a:cubicBezTo>
                    <a:cubicBezTo>
                      <a:pt x="13" y="6"/>
                      <a:pt x="13" y="6"/>
                      <a:pt x="13" y="6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5" name="Freeform: Shape 44" descr="57f83f46-761e-4742-87e9-d8b14670ced3"/>
              <p:cNvSpPr/>
              <p:nvPr/>
            </p:nvSpPr>
            <p:spPr bwMode="auto">
              <a:xfrm>
                <a:off x="6396041" y="1911337"/>
                <a:ext cx="52388" cy="25400"/>
              </a:xfrm>
              <a:custGeom>
                <a:avLst/>
                <a:gdLst>
                  <a:gd name="T0" fmla="*/ 1 w 14"/>
                  <a:gd name="T1" fmla="*/ 3 h 7"/>
                  <a:gd name="T2" fmla="*/ 1 w 14"/>
                  <a:gd name="T3" fmla="*/ 3 h 7"/>
                  <a:gd name="T4" fmla="*/ 0 w 14"/>
                  <a:gd name="T5" fmla="*/ 3 h 7"/>
                  <a:gd name="T6" fmla="*/ 1 w 14"/>
                  <a:gd name="T7" fmla="*/ 1 h 7"/>
                  <a:gd name="T8" fmla="*/ 2 w 14"/>
                  <a:gd name="T9" fmla="*/ 0 h 7"/>
                  <a:gd name="T10" fmla="*/ 2 w 14"/>
                  <a:gd name="T11" fmla="*/ 0 h 7"/>
                  <a:gd name="T12" fmla="*/ 3 w 14"/>
                  <a:gd name="T13" fmla="*/ 0 h 7"/>
                  <a:gd name="T14" fmla="*/ 14 w 14"/>
                  <a:gd name="T15" fmla="*/ 6 h 7"/>
                  <a:gd name="T16" fmla="*/ 14 w 14"/>
                  <a:gd name="T17" fmla="*/ 6 h 7"/>
                  <a:gd name="T18" fmla="*/ 13 w 14"/>
                  <a:gd name="T19" fmla="*/ 7 h 7"/>
                  <a:gd name="T20" fmla="*/ 12 w 14"/>
                  <a:gd name="T21" fmla="*/ 7 h 7"/>
                  <a:gd name="T22" fmla="*/ 3 w 14"/>
                  <a:gd name="T23" fmla="*/ 1 h 7"/>
                  <a:gd name="T24" fmla="*/ 2 w 14"/>
                  <a:gd name="T25" fmla="*/ 3 h 7"/>
                  <a:gd name="T26" fmla="*/ 1 w 14"/>
                  <a:gd name="T27" fmla="*/ 3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4" h="7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3" y="0"/>
                      <a:pt x="3" y="0"/>
                    </a:cubicBezTo>
                    <a:cubicBezTo>
                      <a:pt x="14" y="6"/>
                      <a:pt x="14" y="6"/>
                      <a:pt x="14" y="6"/>
                    </a:cubicBezTo>
                    <a:cubicBezTo>
                      <a:pt x="14" y="6"/>
                      <a:pt x="14" y="6"/>
                      <a:pt x="14" y="6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3" y="7"/>
                      <a:pt x="13" y="7"/>
                      <a:pt x="12" y="7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6" name="Freeform: Shape 45" descr="e588122a-cd08-41bf-9ea4-9ed1bfcc9e13"/>
              <p:cNvSpPr/>
              <p:nvPr/>
            </p:nvSpPr>
            <p:spPr bwMode="auto">
              <a:xfrm>
                <a:off x="5210179" y="2709845"/>
                <a:ext cx="49213" cy="30163"/>
              </a:xfrm>
              <a:custGeom>
                <a:avLst/>
                <a:gdLst>
                  <a:gd name="T0" fmla="*/ 1 w 13"/>
                  <a:gd name="T1" fmla="*/ 4 h 8"/>
                  <a:gd name="T2" fmla="*/ 0 w 13"/>
                  <a:gd name="T3" fmla="*/ 4 h 8"/>
                  <a:gd name="T4" fmla="*/ 0 w 13"/>
                  <a:gd name="T5" fmla="*/ 3 h 8"/>
                  <a:gd name="T6" fmla="*/ 1 w 13"/>
                  <a:gd name="T7" fmla="*/ 1 h 8"/>
                  <a:gd name="T8" fmla="*/ 1 w 13"/>
                  <a:gd name="T9" fmla="*/ 1 h 8"/>
                  <a:gd name="T10" fmla="*/ 2 w 13"/>
                  <a:gd name="T11" fmla="*/ 1 h 8"/>
                  <a:gd name="T12" fmla="*/ 2 w 13"/>
                  <a:gd name="T13" fmla="*/ 1 h 8"/>
                  <a:gd name="T14" fmla="*/ 13 w 13"/>
                  <a:gd name="T15" fmla="*/ 7 h 8"/>
                  <a:gd name="T16" fmla="*/ 13 w 13"/>
                  <a:gd name="T17" fmla="*/ 7 h 8"/>
                  <a:gd name="T18" fmla="*/ 12 w 13"/>
                  <a:gd name="T19" fmla="*/ 8 h 8"/>
                  <a:gd name="T20" fmla="*/ 12 w 13"/>
                  <a:gd name="T21" fmla="*/ 8 h 8"/>
                  <a:gd name="T22" fmla="*/ 2 w 13"/>
                  <a:gd name="T23" fmla="*/ 2 h 8"/>
                  <a:gd name="T24" fmla="*/ 1 w 13"/>
                  <a:gd name="T25" fmla="*/ 4 h 8"/>
                  <a:gd name="T26" fmla="*/ 1 w 13"/>
                  <a:gd name="T27" fmla="*/ 4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" h="8">
                    <a:moveTo>
                      <a:pt x="1" y="4"/>
                    </a:moveTo>
                    <a:cubicBezTo>
                      <a:pt x="0" y="4"/>
                      <a:pt x="0" y="4"/>
                      <a:pt x="0" y="4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0"/>
                      <a:pt x="2" y="0"/>
                      <a:pt x="2" y="1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2" y="8"/>
                      <a:pt x="12" y="8"/>
                      <a:pt x="12" y="8"/>
                    </a:cubicBezTo>
                    <a:cubicBezTo>
                      <a:pt x="12" y="8"/>
                      <a:pt x="12" y="8"/>
                      <a:pt x="12" y="8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1" y="4"/>
                      <a:pt x="1" y="4"/>
                      <a:pt x="1" y="4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7" name="Freeform: Shape 46" descr="56235abf-d3e1-4702-b433-20c4a77843a8"/>
              <p:cNvSpPr/>
              <p:nvPr/>
            </p:nvSpPr>
            <p:spPr bwMode="auto">
              <a:xfrm>
                <a:off x="5618165" y="2690796"/>
                <a:ext cx="57150" cy="34925"/>
              </a:xfrm>
              <a:custGeom>
                <a:avLst/>
                <a:gdLst>
                  <a:gd name="T0" fmla="*/ 14 w 15"/>
                  <a:gd name="T1" fmla="*/ 8 h 9"/>
                  <a:gd name="T2" fmla="*/ 12 w 15"/>
                  <a:gd name="T3" fmla="*/ 9 h 9"/>
                  <a:gd name="T4" fmla="*/ 10 w 15"/>
                  <a:gd name="T5" fmla="*/ 9 h 9"/>
                  <a:gd name="T6" fmla="*/ 7 w 15"/>
                  <a:gd name="T7" fmla="*/ 9 h 9"/>
                  <a:gd name="T8" fmla="*/ 1 w 15"/>
                  <a:gd name="T9" fmla="*/ 5 h 9"/>
                  <a:gd name="T10" fmla="*/ 0 w 15"/>
                  <a:gd name="T11" fmla="*/ 4 h 9"/>
                  <a:gd name="T12" fmla="*/ 1 w 15"/>
                  <a:gd name="T13" fmla="*/ 2 h 9"/>
                  <a:gd name="T14" fmla="*/ 3 w 15"/>
                  <a:gd name="T15" fmla="*/ 1 h 9"/>
                  <a:gd name="T16" fmla="*/ 5 w 15"/>
                  <a:gd name="T17" fmla="*/ 0 h 9"/>
                  <a:gd name="T18" fmla="*/ 8 w 15"/>
                  <a:gd name="T19" fmla="*/ 1 h 9"/>
                  <a:gd name="T20" fmla="*/ 14 w 15"/>
                  <a:gd name="T21" fmla="*/ 5 h 9"/>
                  <a:gd name="T22" fmla="*/ 15 w 15"/>
                  <a:gd name="T23" fmla="*/ 6 h 9"/>
                  <a:gd name="T24" fmla="*/ 14 w 15"/>
                  <a:gd name="T25" fmla="*/ 8 h 9"/>
                  <a:gd name="T26" fmla="*/ 11 w 15"/>
                  <a:gd name="T27" fmla="*/ 8 h 9"/>
                  <a:gd name="T28" fmla="*/ 13 w 15"/>
                  <a:gd name="T29" fmla="*/ 7 h 9"/>
                  <a:gd name="T30" fmla="*/ 13 w 15"/>
                  <a:gd name="T31" fmla="*/ 5 h 9"/>
                  <a:gd name="T32" fmla="*/ 7 w 15"/>
                  <a:gd name="T33" fmla="*/ 2 h 9"/>
                  <a:gd name="T34" fmla="*/ 4 w 15"/>
                  <a:gd name="T35" fmla="*/ 2 h 9"/>
                  <a:gd name="T36" fmla="*/ 2 w 15"/>
                  <a:gd name="T37" fmla="*/ 3 h 9"/>
                  <a:gd name="T38" fmla="*/ 2 w 15"/>
                  <a:gd name="T39" fmla="*/ 4 h 9"/>
                  <a:gd name="T40" fmla="*/ 8 w 15"/>
                  <a:gd name="T41" fmla="*/ 8 h 9"/>
                  <a:gd name="T42" fmla="*/ 11 w 15"/>
                  <a:gd name="T43" fmla="*/ 8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5" h="9">
                    <a:moveTo>
                      <a:pt x="14" y="8"/>
                    </a:moveTo>
                    <a:cubicBezTo>
                      <a:pt x="12" y="9"/>
                      <a:pt x="12" y="9"/>
                      <a:pt x="12" y="9"/>
                    </a:cubicBezTo>
                    <a:cubicBezTo>
                      <a:pt x="12" y="9"/>
                      <a:pt x="11" y="9"/>
                      <a:pt x="10" y="9"/>
                    </a:cubicBezTo>
                    <a:cubicBezTo>
                      <a:pt x="9" y="9"/>
                      <a:pt x="8" y="9"/>
                      <a:pt x="7" y="9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0" y="5"/>
                      <a:pt x="0" y="4"/>
                      <a:pt x="0" y="4"/>
                    </a:cubicBezTo>
                    <a:cubicBezTo>
                      <a:pt x="0" y="3"/>
                      <a:pt x="0" y="3"/>
                      <a:pt x="1" y="2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4" y="1"/>
                      <a:pt x="4" y="0"/>
                      <a:pt x="5" y="0"/>
                    </a:cubicBezTo>
                    <a:cubicBezTo>
                      <a:pt x="6" y="0"/>
                      <a:pt x="7" y="1"/>
                      <a:pt x="8" y="1"/>
                    </a:cubicBezTo>
                    <a:cubicBezTo>
                      <a:pt x="14" y="5"/>
                      <a:pt x="14" y="5"/>
                      <a:pt x="14" y="5"/>
                    </a:cubicBezTo>
                    <a:cubicBezTo>
                      <a:pt x="15" y="5"/>
                      <a:pt x="15" y="6"/>
                      <a:pt x="15" y="6"/>
                    </a:cubicBezTo>
                    <a:cubicBezTo>
                      <a:pt x="15" y="7"/>
                      <a:pt x="15" y="7"/>
                      <a:pt x="14" y="8"/>
                    </a:cubicBezTo>
                    <a:close/>
                    <a:moveTo>
                      <a:pt x="11" y="8"/>
                    </a:moveTo>
                    <a:cubicBezTo>
                      <a:pt x="13" y="7"/>
                      <a:pt x="13" y="7"/>
                      <a:pt x="13" y="7"/>
                    </a:cubicBezTo>
                    <a:cubicBezTo>
                      <a:pt x="14" y="7"/>
                      <a:pt x="14" y="6"/>
                      <a:pt x="13" y="5"/>
                    </a:cubicBezTo>
                    <a:cubicBezTo>
                      <a:pt x="7" y="2"/>
                      <a:pt x="7" y="2"/>
                      <a:pt x="7" y="2"/>
                    </a:cubicBezTo>
                    <a:cubicBezTo>
                      <a:pt x="6" y="1"/>
                      <a:pt x="5" y="1"/>
                      <a:pt x="4" y="2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1" y="4"/>
                      <a:pt x="2" y="4"/>
                    </a:cubicBezTo>
                    <a:cubicBezTo>
                      <a:pt x="8" y="8"/>
                      <a:pt x="8" y="8"/>
                      <a:pt x="8" y="8"/>
                    </a:cubicBezTo>
                    <a:cubicBezTo>
                      <a:pt x="9" y="8"/>
                      <a:pt x="10" y="8"/>
                      <a:pt x="11" y="8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8" name="Freeform: Shape 47" descr="ea2219d6-9ba7-4c6a-b69a-7f4db1cc94ef"/>
              <p:cNvSpPr/>
              <p:nvPr/>
            </p:nvSpPr>
            <p:spPr bwMode="auto">
              <a:xfrm>
                <a:off x="6234116" y="1635114"/>
                <a:ext cx="52388" cy="26988"/>
              </a:xfrm>
              <a:custGeom>
                <a:avLst/>
                <a:gdLst>
                  <a:gd name="T0" fmla="*/ 1 w 14"/>
                  <a:gd name="T1" fmla="*/ 3 h 7"/>
                  <a:gd name="T2" fmla="*/ 1 w 14"/>
                  <a:gd name="T3" fmla="*/ 3 h 7"/>
                  <a:gd name="T4" fmla="*/ 0 w 14"/>
                  <a:gd name="T5" fmla="*/ 3 h 7"/>
                  <a:gd name="T6" fmla="*/ 1 w 14"/>
                  <a:gd name="T7" fmla="*/ 1 h 7"/>
                  <a:gd name="T8" fmla="*/ 1 w 14"/>
                  <a:gd name="T9" fmla="*/ 0 h 7"/>
                  <a:gd name="T10" fmla="*/ 2 w 14"/>
                  <a:gd name="T11" fmla="*/ 0 h 7"/>
                  <a:gd name="T12" fmla="*/ 3 w 14"/>
                  <a:gd name="T13" fmla="*/ 0 h 7"/>
                  <a:gd name="T14" fmla="*/ 14 w 14"/>
                  <a:gd name="T15" fmla="*/ 6 h 7"/>
                  <a:gd name="T16" fmla="*/ 14 w 14"/>
                  <a:gd name="T17" fmla="*/ 6 h 7"/>
                  <a:gd name="T18" fmla="*/ 13 w 14"/>
                  <a:gd name="T19" fmla="*/ 7 h 7"/>
                  <a:gd name="T20" fmla="*/ 12 w 14"/>
                  <a:gd name="T21" fmla="*/ 7 h 7"/>
                  <a:gd name="T22" fmla="*/ 3 w 14"/>
                  <a:gd name="T23" fmla="*/ 1 h 7"/>
                  <a:gd name="T24" fmla="*/ 2 w 14"/>
                  <a:gd name="T25" fmla="*/ 3 h 7"/>
                  <a:gd name="T26" fmla="*/ 1 w 14"/>
                  <a:gd name="T27" fmla="*/ 3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4" h="7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3" y="0"/>
                      <a:pt x="3" y="0"/>
                    </a:cubicBezTo>
                    <a:cubicBezTo>
                      <a:pt x="14" y="6"/>
                      <a:pt x="14" y="6"/>
                      <a:pt x="14" y="6"/>
                    </a:cubicBezTo>
                    <a:cubicBezTo>
                      <a:pt x="14" y="6"/>
                      <a:pt x="14" y="6"/>
                      <a:pt x="14" y="6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3" y="7"/>
                      <a:pt x="13" y="7"/>
                      <a:pt x="12" y="7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9" name="Freeform: Shape 48" descr="08a25ec2-3a0a-4901-975f-e0b83b5ed1ce"/>
              <p:cNvSpPr/>
              <p:nvPr/>
            </p:nvSpPr>
            <p:spPr bwMode="auto">
              <a:xfrm>
                <a:off x="6958016" y="2600308"/>
                <a:ext cx="60325" cy="34925"/>
              </a:xfrm>
              <a:custGeom>
                <a:avLst/>
                <a:gdLst>
                  <a:gd name="T0" fmla="*/ 15 w 16"/>
                  <a:gd name="T1" fmla="*/ 8 h 9"/>
                  <a:gd name="T2" fmla="*/ 13 w 16"/>
                  <a:gd name="T3" fmla="*/ 9 h 9"/>
                  <a:gd name="T4" fmla="*/ 10 w 16"/>
                  <a:gd name="T5" fmla="*/ 9 h 9"/>
                  <a:gd name="T6" fmla="*/ 8 w 16"/>
                  <a:gd name="T7" fmla="*/ 9 h 9"/>
                  <a:gd name="T8" fmla="*/ 1 w 16"/>
                  <a:gd name="T9" fmla="*/ 5 h 9"/>
                  <a:gd name="T10" fmla="*/ 0 w 16"/>
                  <a:gd name="T11" fmla="*/ 4 h 9"/>
                  <a:gd name="T12" fmla="*/ 1 w 16"/>
                  <a:gd name="T13" fmla="*/ 2 h 9"/>
                  <a:gd name="T14" fmla="*/ 3 w 16"/>
                  <a:gd name="T15" fmla="*/ 1 h 9"/>
                  <a:gd name="T16" fmla="*/ 6 w 16"/>
                  <a:gd name="T17" fmla="*/ 0 h 9"/>
                  <a:gd name="T18" fmla="*/ 8 w 16"/>
                  <a:gd name="T19" fmla="*/ 1 h 9"/>
                  <a:gd name="T20" fmla="*/ 15 w 16"/>
                  <a:gd name="T21" fmla="*/ 5 h 9"/>
                  <a:gd name="T22" fmla="*/ 16 w 16"/>
                  <a:gd name="T23" fmla="*/ 6 h 9"/>
                  <a:gd name="T24" fmla="*/ 15 w 16"/>
                  <a:gd name="T25" fmla="*/ 8 h 9"/>
                  <a:gd name="T26" fmla="*/ 12 w 16"/>
                  <a:gd name="T27" fmla="*/ 8 h 9"/>
                  <a:gd name="T28" fmla="*/ 13 w 16"/>
                  <a:gd name="T29" fmla="*/ 7 h 9"/>
                  <a:gd name="T30" fmla="*/ 13 w 16"/>
                  <a:gd name="T31" fmla="*/ 5 h 9"/>
                  <a:gd name="T32" fmla="*/ 7 w 16"/>
                  <a:gd name="T33" fmla="*/ 2 h 9"/>
                  <a:gd name="T34" fmla="*/ 4 w 16"/>
                  <a:gd name="T35" fmla="*/ 2 h 9"/>
                  <a:gd name="T36" fmla="*/ 3 w 16"/>
                  <a:gd name="T37" fmla="*/ 3 h 9"/>
                  <a:gd name="T38" fmla="*/ 3 w 16"/>
                  <a:gd name="T39" fmla="*/ 4 h 9"/>
                  <a:gd name="T40" fmla="*/ 9 w 16"/>
                  <a:gd name="T41" fmla="*/ 8 h 9"/>
                  <a:gd name="T42" fmla="*/ 12 w 16"/>
                  <a:gd name="T43" fmla="*/ 8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6" h="9">
                    <a:moveTo>
                      <a:pt x="15" y="8"/>
                    </a:moveTo>
                    <a:cubicBezTo>
                      <a:pt x="13" y="9"/>
                      <a:pt x="13" y="9"/>
                      <a:pt x="13" y="9"/>
                    </a:cubicBezTo>
                    <a:cubicBezTo>
                      <a:pt x="12" y="9"/>
                      <a:pt x="11" y="9"/>
                      <a:pt x="10" y="9"/>
                    </a:cubicBezTo>
                    <a:cubicBezTo>
                      <a:pt x="9" y="9"/>
                      <a:pt x="8" y="9"/>
                      <a:pt x="8" y="9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1" y="5"/>
                      <a:pt x="0" y="4"/>
                      <a:pt x="0" y="4"/>
                    </a:cubicBezTo>
                    <a:cubicBezTo>
                      <a:pt x="0" y="3"/>
                      <a:pt x="1" y="2"/>
                      <a:pt x="1" y="2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4" y="1"/>
                      <a:pt x="5" y="0"/>
                      <a:pt x="6" y="0"/>
                    </a:cubicBezTo>
                    <a:cubicBezTo>
                      <a:pt x="7" y="0"/>
                      <a:pt x="8" y="1"/>
                      <a:pt x="8" y="1"/>
                    </a:cubicBezTo>
                    <a:cubicBezTo>
                      <a:pt x="15" y="5"/>
                      <a:pt x="15" y="5"/>
                      <a:pt x="15" y="5"/>
                    </a:cubicBezTo>
                    <a:cubicBezTo>
                      <a:pt x="15" y="5"/>
                      <a:pt x="16" y="6"/>
                      <a:pt x="16" y="6"/>
                    </a:cubicBezTo>
                    <a:cubicBezTo>
                      <a:pt x="16" y="7"/>
                      <a:pt x="15" y="7"/>
                      <a:pt x="15" y="8"/>
                    </a:cubicBezTo>
                    <a:close/>
                    <a:moveTo>
                      <a:pt x="12" y="8"/>
                    </a:moveTo>
                    <a:cubicBezTo>
                      <a:pt x="13" y="7"/>
                      <a:pt x="13" y="7"/>
                      <a:pt x="13" y="7"/>
                    </a:cubicBezTo>
                    <a:cubicBezTo>
                      <a:pt x="14" y="6"/>
                      <a:pt x="14" y="6"/>
                      <a:pt x="13" y="5"/>
                    </a:cubicBezTo>
                    <a:cubicBezTo>
                      <a:pt x="7" y="2"/>
                      <a:pt x="7" y="2"/>
                      <a:pt x="7" y="2"/>
                    </a:cubicBezTo>
                    <a:cubicBezTo>
                      <a:pt x="6" y="1"/>
                      <a:pt x="5" y="1"/>
                      <a:pt x="4" y="2"/>
                    </a:cubicBezTo>
                    <a:cubicBezTo>
                      <a:pt x="3" y="3"/>
                      <a:pt x="3" y="3"/>
                      <a:pt x="3" y="3"/>
                    </a:cubicBezTo>
                    <a:cubicBezTo>
                      <a:pt x="2" y="3"/>
                      <a:pt x="2" y="4"/>
                      <a:pt x="3" y="4"/>
                    </a:cubicBezTo>
                    <a:cubicBezTo>
                      <a:pt x="9" y="8"/>
                      <a:pt x="9" y="8"/>
                      <a:pt x="9" y="8"/>
                    </a:cubicBezTo>
                    <a:cubicBezTo>
                      <a:pt x="10" y="8"/>
                      <a:pt x="11" y="8"/>
                      <a:pt x="12" y="8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0" name="Freeform: Shape 49" descr="a31a03d7-c54b-481a-a661-5b5235538c8b"/>
              <p:cNvSpPr/>
              <p:nvPr/>
            </p:nvSpPr>
            <p:spPr bwMode="auto">
              <a:xfrm>
                <a:off x="6573841" y="2454258"/>
                <a:ext cx="49213" cy="25400"/>
              </a:xfrm>
              <a:custGeom>
                <a:avLst/>
                <a:gdLst>
                  <a:gd name="T0" fmla="*/ 1 w 13"/>
                  <a:gd name="T1" fmla="*/ 4 h 7"/>
                  <a:gd name="T2" fmla="*/ 0 w 13"/>
                  <a:gd name="T3" fmla="*/ 3 h 7"/>
                  <a:gd name="T4" fmla="*/ 0 w 13"/>
                  <a:gd name="T5" fmla="*/ 3 h 7"/>
                  <a:gd name="T6" fmla="*/ 1 w 13"/>
                  <a:gd name="T7" fmla="*/ 1 h 7"/>
                  <a:gd name="T8" fmla="*/ 1 w 13"/>
                  <a:gd name="T9" fmla="*/ 1 h 7"/>
                  <a:gd name="T10" fmla="*/ 2 w 13"/>
                  <a:gd name="T11" fmla="*/ 0 h 7"/>
                  <a:gd name="T12" fmla="*/ 2 w 13"/>
                  <a:gd name="T13" fmla="*/ 0 h 7"/>
                  <a:gd name="T14" fmla="*/ 13 w 13"/>
                  <a:gd name="T15" fmla="*/ 7 h 7"/>
                  <a:gd name="T16" fmla="*/ 13 w 13"/>
                  <a:gd name="T17" fmla="*/ 7 h 7"/>
                  <a:gd name="T18" fmla="*/ 12 w 13"/>
                  <a:gd name="T19" fmla="*/ 7 h 7"/>
                  <a:gd name="T20" fmla="*/ 12 w 13"/>
                  <a:gd name="T21" fmla="*/ 7 h 7"/>
                  <a:gd name="T22" fmla="*/ 2 w 13"/>
                  <a:gd name="T23" fmla="*/ 2 h 7"/>
                  <a:gd name="T24" fmla="*/ 1 w 13"/>
                  <a:gd name="T25" fmla="*/ 4 h 7"/>
                  <a:gd name="T26" fmla="*/ 1 w 13"/>
                  <a:gd name="T27" fmla="*/ 4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" h="7">
                    <a:moveTo>
                      <a:pt x="1" y="4"/>
                    </a:move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1" y="4"/>
                      <a:pt x="1" y="4"/>
                      <a:pt x="1" y="4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1" name="Freeform: Shape 50" descr="373bcb0b-8838-4c05-bf26-296e9201e218"/>
              <p:cNvSpPr/>
              <p:nvPr/>
            </p:nvSpPr>
            <p:spPr bwMode="auto">
              <a:xfrm>
                <a:off x="6327779" y="2081199"/>
                <a:ext cx="60325" cy="33338"/>
              </a:xfrm>
              <a:custGeom>
                <a:avLst/>
                <a:gdLst>
                  <a:gd name="T0" fmla="*/ 14 w 16"/>
                  <a:gd name="T1" fmla="*/ 7 h 9"/>
                  <a:gd name="T2" fmla="*/ 13 w 16"/>
                  <a:gd name="T3" fmla="*/ 8 h 9"/>
                  <a:gd name="T4" fmla="*/ 10 w 16"/>
                  <a:gd name="T5" fmla="*/ 9 h 9"/>
                  <a:gd name="T6" fmla="*/ 7 w 16"/>
                  <a:gd name="T7" fmla="*/ 8 h 9"/>
                  <a:gd name="T8" fmla="*/ 1 w 16"/>
                  <a:gd name="T9" fmla="*/ 5 h 9"/>
                  <a:gd name="T10" fmla="*/ 0 w 16"/>
                  <a:gd name="T11" fmla="*/ 3 h 9"/>
                  <a:gd name="T12" fmla="*/ 1 w 16"/>
                  <a:gd name="T13" fmla="*/ 2 h 9"/>
                  <a:gd name="T14" fmla="*/ 3 w 16"/>
                  <a:gd name="T15" fmla="*/ 1 h 9"/>
                  <a:gd name="T16" fmla="*/ 5 w 16"/>
                  <a:gd name="T17" fmla="*/ 0 h 9"/>
                  <a:gd name="T18" fmla="*/ 8 w 16"/>
                  <a:gd name="T19" fmla="*/ 1 h 9"/>
                  <a:gd name="T20" fmla="*/ 14 w 16"/>
                  <a:gd name="T21" fmla="*/ 4 h 9"/>
                  <a:gd name="T22" fmla="*/ 15 w 16"/>
                  <a:gd name="T23" fmla="*/ 6 h 9"/>
                  <a:gd name="T24" fmla="*/ 14 w 16"/>
                  <a:gd name="T25" fmla="*/ 7 h 9"/>
                  <a:gd name="T26" fmla="*/ 12 w 16"/>
                  <a:gd name="T27" fmla="*/ 7 h 9"/>
                  <a:gd name="T28" fmla="*/ 13 w 16"/>
                  <a:gd name="T29" fmla="*/ 7 h 9"/>
                  <a:gd name="T30" fmla="*/ 13 w 16"/>
                  <a:gd name="T31" fmla="*/ 5 h 9"/>
                  <a:gd name="T32" fmla="*/ 7 w 16"/>
                  <a:gd name="T33" fmla="*/ 1 h 9"/>
                  <a:gd name="T34" fmla="*/ 4 w 16"/>
                  <a:gd name="T35" fmla="*/ 1 h 9"/>
                  <a:gd name="T36" fmla="*/ 2 w 16"/>
                  <a:gd name="T37" fmla="*/ 2 h 9"/>
                  <a:gd name="T38" fmla="*/ 2 w 16"/>
                  <a:gd name="T39" fmla="*/ 4 h 9"/>
                  <a:gd name="T40" fmla="*/ 9 w 16"/>
                  <a:gd name="T41" fmla="*/ 7 h 9"/>
                  <a:gd name="T42" fmla="*/ 12 w 16"/>
                  <a:gd name="T43" fmla="*/ 7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6" h="9">
                    <a:moveTo>
                      <a:pt x="14" y="7"/>
                    </a:moveTo>
                    <a:cubicBezTo>
                      <a:pt x="13" y="8"/>
                      <a:pt x="13" y="8"/>
                      <a:pt x="13" y="8"/>
                    </a:cubicBezTo>
                    <a:cubicBezTo>
                      <a:pt x="12" y="9"/>
                      <a:pt x="11" y="9"/>
                      <a:pt x="10" y="9"/>
                    </a:cubicBezTo>
                    <a:cubicBezTo>
                      <a:pt x="9" y="9"/>
                      <a:pt x="8" y="9"/>
                      <a:pt x="7" y="8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0" y="4"/>
                      <a:pt x="0" y="4"/>
                      <a:pt x="0" y="3"/>
                    </a:cubicBezTo>
                    <a:cubicBezTo>
                      <a:pt x="0" y="3"/>
                      <a:pt x="0" y="2"/>
                      <a:pt x="1" y="2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4" y="0"/>
                      <a:pt x="5" y="0"/>
                      <a:pt x="5" y="0"/>
                    </a:cubicBezTo>
                    <a:cubicBezTo>
                      <a:pt x="6" y="0"/>
                      <a:pt x="7" y="0"/>
                      <a:pt x="8" y="1"/>
                    </a:cubicBezTo>
                    <a:cubicBezTo>
                      <a:pt x="14" y="4"/>
                      <a:pt x="14" y="4"/>
                      <a:pt x="14" y="4"/>
                    </a:cubicBezTo>
                    <a:cubicBezTo>
                      <a:pt x="15" y="5"/>
                      <a:pt x="16" y="5"/>
                      <a:pt x="15" y="6"/>
                    </a:cubicBezTo>
                    <a:cubicBezTo>
                      <a:pt x="15" y="6"/>
                      <a:pt x="15" y="7"/>
                      <a:pt x="14" y="7"/>
                    </a:cubicBezTo>
                    <a:close/>
                    <a:moveTo>
                      <a:pt x="12" y="7"/>
                    </a:moveTo>
                    <a:cubicBezTo>
                      <a:pt x="13" y="7"/>
                      <a:pt x="13" y="7"/>
                      <a:pt x="13" y="7"/>
                    </a:cubicBezTo>
                    <a:cubicBezTo>
                      <a:pt x="14" y="6"/>
                      <a:pt x="14" y="5"/>
                      <a:pt x="13" y="5"/>
                    </a:cubicBezTo>
                    <a:cubicBezTo>
                      <a:pt x="7" y="1"/>
                      <a:pt x="7" y="1"/>
                      <a:pt x="7" y="1"/>
                    </a:cubicBezTo>
                    <a:cubicBezTo>
                      <a:pt x="6" y="1"/>
                      <a:pt x="5" y="1"/>
                      <a:pt x="4" y="1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1" y="3"/>
                      <a:pt x="1" y="3"/>
                      <a:pt x="2" y="4"/>
                    </a:cubicBezTo>
                    <a:cubicBezTo>
                      <a:pt x="9" y="7"/>
                      <a:pt x="9" y="7"/>
                      <a:pt x="9" y="7"/>
                    </a:cubicBezTo>
                    <a:cubicBezTo>
                      <a:pt x="10" y="8"/>
                      <a:pt x="11" y="8"/>
                      <a:pt x="12" y="7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2" name="Freeform: Shape 51" descr="a11e6da3-39ca-4575-b7e3-d45ba6a1b0ab"/>
              <p:cNvSpPr/>
              <p:nvPr/>
            </p:nvSpPr>
            <p:spPr bwMode="auto">
              <a:xfrm>
                <a:off x="5157790" y="1971662"/>
                <a:ext cx="52388" cy="30163"/>
              </a:xfrm>
              <a:custGeom>
                <a:avLst/>
                <a:gdLst>
                  <a:gd name="T0" fmla="*/ 1 w 14"/>
                  <a:gd name="T1" fmla="*/ 4 h 8"/>
                  <a:gd name="T2" fmla="*/ 1 w 14"/>
                  <a:gd name="T3" fmla="*/ 3 h 8"/>
                  <a:gd name="T4" fmla="*/ 0 w 14"/>
                  <a:gd name="T5" fmla="*/ 3 h 8"/>
                  <a:gd name="T6" fmla="*/ 1 w 14"/>
                  <a:gd name="T7" fmla="*/ 1 h 8"/>
                  <a:gd name="T8" fmla="*/ 2 w 14"/>
                  <a:gd name="T9" fmla="*/ 1 h 8"/>
                  <a:gd name="T10" fmla="*/ 2 w 14"/>
                  <a:gd name="T11" fmla="*/ 0 h 8"/>
                  <a:gd name="T12" fmla="*/ 3 w 14"/>
                  <a:gd name="T13" fmla="*/ 0 h 8"/>
                  <a:gd name="T14" fmla="*/ 14 w 14"/>
                  <a:gd name="T15" fmla="*/ 7 h 8"/>
                  <a:gd name="T16" fmla="*/ 14 w 14"/>
                  <a:gd name="T17" fmla="*/ 7 h 8"/>
                  <a:gd name="T18" fmla="*/ 13 w 14"/>
                  <a:gd name="T19" fmla="*/ 7 h 8"/>
                  <a:gd name="T20" fmla="*/ 12 w 14"/>
                  <a:gd name="T21" fmla="*/ 7 h 8"/>
                  <a:gd name="T22" fmla="*/ 3 w 14"/>
                  <a:gd name="T23" fmla="*/ 2 h 8"/>
                  <a:gd name="T24" fmla="*/ 2 w 14"/>
                  <a:gd name="T25" fmla="*/ 4 h 8"/>
                  <a:gd name="T26" fmla="*/ 1 w 14"/>
                  <a:gd name="T27" fmla="*/ 4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4" h="8">
                    <a:moveTo>
                      <a:pt x="1" y="4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1"/>
                      <a:pt x="2" y="1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3" y="8"/>
                      <a:pt x="13" y="8"/>
                      <a:pt x="12" y="7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2" y="4"/>
                      <a:pt x="2" y="4"/>
                      <a:pt x="2" y="4"/>
                    </a:cubicBezTo>
                    <a:cubicBezTo>
                      <a:pt x="2" y="4"/>
                      <a:pt x="2" y="4"/>
                      <a:pt x="1" y="4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3" name="Freeform: Shape 52" descr="4ea51305-fabf-4587-8434-d7f8c9c9c218"/>
              <p:cNvSpPr/>
              <p:nvPr/>
            </p:nvSpPr>
            <p:spPr bwMode="auto">
              <a:xfrm>
                <a:off x="6199191" y="1960549"/>
                <a:ext cx="53975" cy="25400"/>
              </a:xfrm>
              <a:custGeom>
                <a:avLst/>
                <a:gdLst>
                  <a:gd name="T0" fmla="*/ 1 w 14"/>
                  <a:gd name="T1" fmla="*/ 3 h 7"/>
                  <a:gd name="T2" fmla="*/ 0 w 14"/>
                  <a:gd name="T3" fmla="*/ 3 h 7"/>
                  <a:gd name="T4" fmla="*/ 0 w 14"/>
                  <a:gd name="T5" fmla="*/ 2 h 7"/>
                  <a:gd name="T6" fmla="*/ 1 w 14"/>
                  <a:gd name="T7" fmla="*/ 1 h 7"/>
                  <a:gd name="T8" fmla="*/ 1 w 14"/>
                  <a:gd name="T9" fmla="*/ 0 h 7"/>
                  <a:gd name="T10" fmla="*/ 2 w 14"/>
                  <a:gd name="T11" fmla="*/ 0 h 7"/>
                  <a:gd name="T12" fmla="*/ 2 w 14"/>
                  <a:gd name="T13" fmla="*/ 0 h 7"/>
                  <a:gd name="T14" fmla="*/ 13 w 14"/>
                  <a:gd name="T15" fmla="*/ 6 h 7"/>
                  <a:gd name="T16" fmla="*/ 13 w 14"/>
                  <a:gd name="T17" fmla="*/ 6 h 7"/>
                  <a:gd name="T18" fmla="*/ 13 w 14"/>
                  <a:gd name="T19" fmla="*/ 7 h 7"/>
                  <a:gd name="T20" fmla="*/ 12 w 14"/>
                  <a:gd name="T21" fmla="*/ 7 h 7"/>
                  <a:gd name="T22" fmla="*/ 2 w 14"/>
                  <a:gd name="T23" fmla="*/ 1 h 7"/>
                  <a:gd name="T24" fmla="*/ 1 w 14"/>
                  <a:gd name="T25" fmla="*/ 3 h 7"/>
                  <a:gd name="T26" fmla="*/ 1 w 14"/>
                  <a:gd name="T27" fmla="*/ 3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4" h="7">
                    <a:moveTo>
                      <a:pt x="1" y="3"/>
                    </a:move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2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13" y="6"/>
                      <a:pt x="13" y="6"/>
                      <a:pt x="13" y="6"/>
                    </a:cubicBezTo>
                    <a:cubicBezTo>
                      <a:pt x="14" y="6"/>
                      <a:pt x="14" y="6"/>
                      <a:pt x="13" y="6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4" name="Freeform: Shape 53" descr="08c7eb96-2469-4a7c-a486-a79fd5f75ea6"/>
              <p:cNvSpPr/>
              <p:nvPr/>
            </p:nvSpPr>
            <p:spPr bwMode="auto">
              <a:xfrm>
                <a:off x="5308603" y="2619358"/>
                <a:ext cx="60325" cy="34925"/>
              </a:xfrm>
              <a:custGeom>
                <a:avLst/>
                <a:gdLst>
                  <a:gd name="T0" fmla="*/ 14 w 16"/>
                  <a:gd name="T1" fmla="*/ 7 h 9"/>
                  <a:gd name="T2" fmla="*/ 13 w 16"/>
                  <a:gd name="T3" fmla="*/ 8 h 9"/>
                  <a:gd name="T4" fmla="*/ 10 w 16"/>
                  <a:gd name="T5" fmla="*/ 9 h 9"/>
                  <a:gd name="T6" fmla="*/ 7 w 16"/>
                  <a:gd name="T7" fmla="*/ 8 h 9"/>
                  <a:gd name="T8" fmla="*/ 1 w 16"/>
                  <a:gd name="T9" fmla="*/ 5 h 9"/>
                  <a:gd name="T10" fmla="*/ 0 w 16"/>
                  <a:gd name="T11" fmla="*/ 3 h 9"/>
                  <a:gd name="T12" fmla="*/ 1 w 16"/>
                  <a:gd name="T13" fmla="*/ 1 h 9"/>
                  <a:gd name="T14" fmla="*/ 3 w 16"/>
                  <a:gd name="T15" fmla="*/ 0 h 9"/>
                  <a:gd name="T16" fmla="*/ 6 w 16"/>
                  <a:gd name="T17" fmla="*/ 0 h 9"/>
                  <a:gd name="T18" fmla="*/ 8 w 16"/>
                  <a:gd name="T19" fmla="*/ 0 h 9"/>
                  <a:gd name="T20" fmla="*/ 14 w 16"/>
                  <a:gd name="T21" fmla="*/ 4 h 9"/>
                  <a:gd name="T22" fmla="*/ 16 w 16"/>
                  <a:gd name="T23" fmla="*/ 6 h 9"/>
                  <a:gd name="T24" fmla="*/ 14 w 16"/>
                  <a:gd name="T25" fmla="*/ 7 h 9"/>
                  <a:gd name="T26" fmla="*/ 12 w 16"/>
                  <a:gd name="T27" fmla="*/ 7 h 9"/>
                  <a:gd name="T28" fmla="*/ 13 w 16"/>
                  <a:gd name="T29" fmla="*/ 6 h 9"/>
                  <a:gd name="T30" fmla="*/ 13 w 16"/>
                  <a:gd name="T31" fmla="*/ 5 h 9"/>
                  <a:gd name="T32" fmla="*/ 7 w 16"/>
                  <a:gd name="T33" fmla="*/ 1 h 9"/>
                  <a:gd name="T34" fmla="*/ 4 w 16"/>
                  <a:gd name="T35" fmla="*/ 1 h 9"/>
                  <a:gd name="T36" fmla="*/ 3 w 16"/>
                  <a:gd name="T37" fmla="*/ 2 h 9"/>
                  <a:gd name="T38" fmla="*/ 3 w 16"/>
                  <a:gd name="T39" fmla="*/ 4 h 9"/>
                  <a:gd name="T40" fmla="*/ 9 w 16"/>
                  <a:gd name="T41" fmla="*/ 7 h 9"/>
                  <a:gd name="T42" fmla="*/ 12 w 16"/>
                  <a:gd name="T43" fmla="*/ 7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6" h="9">
                    <a:moveTo>
                      <a:pt x="14" y="7"/>
                    </a:moveTo>
                    <a:cubicBezTo>
                      <a:pt x="13" y="8"/>
                      <a:pt x="13" y="8"/>
                      <a:pt x="13" y="8"/>
                    </a:cubicBezTo>
                    <a:cubicBezTo>
                      <a:pt x="12" y="9"/>
                      <a:pt x="11" y="9"/>
                      <a:pt x="10" y="9"/>
                    </a:cubicBezTo>
                    <a:cubicBezTo>
                      <a:pt x="9" y="9"/>
                      <a:pt x="8" y="9"/>
                      <a:pt x="7" y="8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1" y="4"/>
                      <a:pt x="0" y="4"/>
                      <a:pt x="0" y="3"/>
                    </a:cubicBezTo>
                    <a:cubicBezTo>
                      <a:pt x="0" y="2"/>
                      <a:pt x="1" y="2"/>
                      <a:pt x="1" y="1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4" y="0"/>
                      <a:pt x="5" y="0"/>
                      <a:pt x="6" y="0"/>
                    </a:cubicBezTo>
                    <a:cubicBezTo>
                      <a:pt x="7" y="0"/>
                      <a:pt x="8" y="0"/>
                      <a:pt x="8" y="0"/>
                    </a:cubicBezTo>
                    <a:cubicBezTo>
                      <a:pt x="14" y="4"/>
                      <a:pt x="14" y="4"/>
                      <a:pt x="14" y="4"/>
                    </a:cubicBezTo>
                    <a:cubicBezTo>
                      <a:pt x="15" y="5"/>
                      <a:pt x="16" y="5"/>
                      <a:pt x="16" y="6"/>
                    </a:cubicBezTo>
                    <a:cubicBezTo>
                      <a:pt x="16" y="6"/>
                      <a:pt x="15" y="7"/>
                      <a:pt x="14" y="7"/>
                    </a:cubicBezTo>
                    <a:close/>
                    <a:moveTo>
                      <a:pt x="12" y="7"/>
                    </a:moveTo>
                    <a:cubicBezTo>
                      <a:pt x="13" y="6"/>
                      <a:pt x="13" y="6"/>
                      <a:pt x="13" y="6"/>
                    </a:cubicBezTo>
                    <a:cubicBezTo>
                      <a:pt x="14" y="6"/>
                      <a:pt x="14" y="5"/>
                      <a:pt x="13" y="5"/>
                    </a:cubicBezTo>
                    <a:cubicBezTo>
                      <a:pt x="7" y="1"/>
                      <a:pt x="7" y="1"/>
                      <a:pt x="7" y="1"/>
                    </a:cubicBezTo>
                    <a:cubicBezTo>
                      <a:pt x="6" y="1"/>
                      <a:pt x="5" y="1"/>
                      <a:pt x="4" y="1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2" y="3"/>
                      <a:pt x="2" y="3"/>
                      <a:pt x="3" y="4"/>
                    </a:cubicBezTo>
                    <a:cubicBezTo>
                      <a:pt x="9" y="7"/>
                      <a:pt x="9" y="7"/>
                      <a:pt x="9" y="7"/>
                    </a:cubicBezTo>
                    <a:cubicBezTo>
                      <a:pt x="10" y="8"/>
                      <a:pt x="11" y="8"/>
                      <a:pt x="12" y="7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5" name="Freeform: Shape 54" descr="5f8e6d61-6d48-44ec-946e-8e832409aa5d"/>
              <p:cNvSpPr/>
              <p:nvPr/>
            </p:nvSpPr>
            <p:spPr bwMode="auto">
              <a:xfrm>
                <a:off x="7199316" y="2416159"/>
                <a:ext cx="57150" cy="33338"/>
              </a:xfrm>
              <a:custGeom>
                <a:avLst/>
                <a:gdLst>
                  <a:gd name="T0" fmla="*/ 14 w 15"/>
                  <a:gd name="T1" fmla="*/ 7 h 9"/>
                  <a:gd name="T2" fmla="*/ 12 w 15"/>
                  <a:gd name="T3" fmla="*/ 8 h 9"/>
                  <a:gd name="T4" fmla="*/ 10 w 15"/>
                  <a:gd name="T5" fmla="*/ 9 h 9"/>
                  <a:gd name="T6" fmla="*/ 7 w 15"/>
                  <a:gd name="T7" fmla="*/ 8 h 9"/>
                  <a:gd name="T8" fmla="*/ 1 w 15"/>
                  <a:gd name="T9" fmla="*/ 5 h 9"/>
                  <a:gd name="T10" fmla="*/ 0 w 15"/>
                  <a:gd name="T11" fmla="*/ 3 h 9"/>
                  <a:gd name="T12" fmla="*/ 1 w 15"/>
                  <a:gd name="T13" fmla="*/ 2 h 9"/>
                  <a:gd name="T14" fmla="*/ 3 w 15"/>
                  <a:gd name="T15" fmla="*/ 1 h 9"/>
                  <a:gd name="T16" fmla="*/ 5 w 15"/>
                  <a:gd name="T17" fmla="*/ 0 h 9"/>
                  <a:gd name="T18" fmla="*/ 8 w 15"/>
                  <a:gd name="T19" fmla="*/ 1 h 9"/>
                  <a:gd name="T20" fmla="*/ 14 w 15"/>
                  <a:gd name="T21" fmla="*/ 4 h 9"/>
                  <a:gd name="T22" fmla="*/ 15 w 15"/>
                  <a:gd name="T23" fmla="*/ 6 h 9"/>
                  <a:gd name="T24" fmla="*/ 14 w 15"/>
                  <a:gd name="T25" fmla="*/ 7 h 9"/>
                  <a:gd name="T26" fmla="*/ 11 w 15"/>
                  <a:gd name="T27" fmla="*/ 8 h 9"/>
                  <a:gd name="T28" fmla="*/ 13 w 15"/>
                  <a:gd name="T29" fmla="*/ 7 h 9"/>
                  <a:gd name="T30" fmla="*/ 13 w 15"/>
                  <a:gd name="T31" fmla="*/ 5 h 9"/>
                  <a:gd name="T32" fmla="*/ 7 w 15"/>
                  <a:gd name="T33" fmla="*/ 2 h 9"/>
                  <a:gd name="T34" fmla="*/ 4 w 15"/>
                  <a:gd name="T35" fmla="*/ 2 h 9"/>
                  <a:gd name="T36" fmla="*/ 2 w 15"/>
                  <a:gd name="T37" fmla="*/ 2 h 9"/>
                  <a:gd name="T38" fmla="*/ 2 w 15"/>
                  <a:gd name="T39" fmla="*/ 4 h 9"/>
                  <a:gd name="T40" fmla="*/ 8 w 15"/>
                  <a:gd name="T41" fmla="*/ 8 h 9"/>
                  <a:gd name="T42" fmla="*/ 11 w 15"/>
                  <a:gd name="T43" fmla="*/ 8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5" h="9">
                    <a:moveTo>
                      <a:pt x="14" y="7"/>
                    </a:moveTo>
                    <a:cubicBezTo>
                      <a:pt x="12" y="8"/>
                      <a:pt x="12" y="8"/>
                      <a:pt x="12" y="8"/>
                    </a:cubicBezTo>
                    <a:cubicBezTo>
                      <a:pt x="12" y="9"/>
                      <a:pt x="11" y="9"/>
                      <a:pt x="10" y="9"/>
                    </a:cubicBezTo>
                    <a:cubicBezTo>
                      <a:pt x="9" y="9"/>
                      <a:pt x="8" y="9"/>
                      <a:pt x="7" y="8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0" y="4"/>
                      <a:pt x="0" y="4"/>
                      <a:pt x="0" y="3"/>
                    </a:cubicBezTo>
                    <a:cubicBezTo>
                      <a:pt x="0" y="3"/>
                      <a:pt x="0" y="2"/>
                      <a:pt x="1" y="2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4" y="0"/>
                      <a:pt x="4" y="0"/>
                      <a:pt x="5" y="0"/>
                    </a:cubicBezTo>
                    <a:cubicBezTo>
                      <a:pt x="6" y="0"/>
                      <a:pt x="7" y="0"/>
                      <a:pt x="8" y="1"/>
                    </a:cubicBezTo>
                    <a:cubicBezTo>
                      <a:pt x="14" y="4"/>
                      <a:pt x="14" y="4"/>
                      <a:pt x="14" y="4"/>
                    </a:cubicBezTo>
                    <a:cubicBezTo>
                      <a:pt x="15" y="5"/>
                      <a:pt x="15" y="5"/>
                      <a:pt x="15" y="6"/>
                    </a:cubicBezTo>
                    <a:cubicBezTo>
                      <a:pt x="15" y="6"/>
                      <a:pt x="15" y="7"/>
                      <a:pt x="14" y="7"/>
                    </a:cubicBezTo>
                    <a:close/>
                    <a:moveTo>
                      <a:pt x="11" y="8"/>
                    </a:moveTo>
                    <a:cubicBezTo>
                      <a:pt x="13" y="7"/>
                      <a:pt x="13" y="7"/>
                      <a:pt x="13" y="7"/>
                    </a:cubicBezTo>
                    <a:cubicBezTo>
                      <a:pt x="14" y="6"/>
                      <a:pt x="14" y="6"/>
                      <a:pt x="13" y="5"/>
                    </a:cubicBezTo>
                    <a:cubicBezTo>
                      <a:pt x="7" y="2"/>
                      <a:pt x="7" y="2"/>
                      <a:pt x="7" y="2"/>
                    </a:cubicBezTo>
                    <a:cubicBezTo>
                      <a:pt x="6" y="1"/>
                      <a:pt x="5" y="1"/>
                      <a:pt x="4" y="2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1" y="3"/>
                      <a:pt x="1" y="4"/>
                      <a:pt x="2" y="4"/>
                    </a:cubicBezTo>
                    <a:cubicBezTo>
                      <a:pt x="8" y="8"/>
                      <a:pt x="8" y="8"/>
                      <a:pt x="8" y="8"/>
                    </a:cubicBezTo>
                    <a:cubicBezTo>
                      <a:pt x="9" y="8"/>
                      <a:pt x="10" y="8"/>
                      <a:pt x="11" y="8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6" name="Freeform: Shape 55" descr="0776f196-73da-409e-9819-3e05d0de3f12"/>
              <p:cNvSpPr/>
              <p:nvPr/>
            </p:nvSpPr>
            <p:spPr bwMode="auto">
              <a:xfrm>
                <a:off x="5056190" y="2566971"/>
                <a:ext cx="49213" cy="30163"/>
              </a:xfrm>
              <a:custGeom>
                <a:avLst/>
                <a:gdLst>
                  <a:gd name="T0" fmla="*/ 1 w 13"/>
                  <a:gd name="T1" fmla="*/ 4 h 8"/>
                  <a:gd name="T2" fmla="*/ 0 w 13"/>
                  <a:gd name="T3" fmla="*/ 4 h 8"/>
                  <a:gd name="T4" fmla="*/ 0 w 13"/>
                  <a:gd name="T5" fmla="*/ 3 h 8"/>
                  <a:gd name="T6" fmla="*/ 0 w 13"/>
                  <a:gd name="T7" fmla="*/ 1 h 8"/>
                  <a:gd name="T8" fmla="*/ 1 w 13"/>
                  <a:gd name="T9" fmla="*/ 1 h 8"/>
                  <a:gd name="T10" fmla="*/ 2 w 13"/>
                  <a:gd name="T11" fmla="*/ 1 h 8"/>
                  <a:gd name="T12" fmla="*/ 2 w 13"/>
                  <a:gd name="T13" fmla="*/ 1 h 8"/>
                  <a:gd name="T14" fmla="*/ 13 w 13"/>
                  <a:gd name="T15" fmla="*/ 7 h 8"/>
                  <a:gd name="T16" fmla="*/ 13 w 13"/>
                  <a:gd name="T17" fmla="*/ 7 h 8"/>
                  <a:gd name="T18" fmla="*/ 12 w 13"/>
                  <a:gd name="T19" fmla="*/ 8 h 8"/>
                  <a:gd name="T20" fmla="*/ 12 w 13"/>
                  <a:gd name="T21" fmla="*/ 8 h 8"/>
                  <a:gd name="T22" fmla="*/ 2 w 13"/>
                  <a:gd name="T23" fmla="*/ 2 h 8"/>
                  <a:gd name="T24" fmla="*/ 1 w 13"/>
                  <a:gd name="T25" fmla="*/ 4 h 8"/>
                  <a:gd name="T26" fmla="*/ 1 w 13"/>
                  <a:gd name="T27" fmla="*/ 4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" h="8">
                    <a:moveTo>
                      <a:pt x="1" y="4"/>
                    </a:moveTo>
                    <a:cubicBezTo>
                      <a:pt x="0" y="4"/>
                      <a:pt x="0" y="4"/>
                      <a:pt x="0" y="4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0"/>
                      <a:pt x="2" y="0"/>
                      <a:pt x="2" y="1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2" y="8"/>
                      <a:pt x="12" y="8"/>
                      <a:pt x="12" y="8"/>
                    </a:cubicBezTo>
                    <a:cubicBezTo>
                      <a:pt x="12" y="8"/>
                      <a:pt x="12" y="8"/>
                      <a:pt x="12" y="8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1" y="4"/>
                      <a:pt x="1" y="4"/>
                      <a:pt x="1" y="4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7" name="Freeform: Shape 56" descr="7cbe33f3-7dbe-402e-96d1-d82fbf9a998a"/>
              <p:cNvSpPr/>
              <p:nvPr/>
            </p:nvSpPr>
            <p:spPr bwMode="auto">
              <a:xfrm>
                <a:off x="5513391" y="2465372"/>
                <a:ext cx="60325" cy="33338"/>
              </a:xfrm>
              <a:custGeom>
                <a:avLst/>
                <a:gdLst>
                  <a:gd name="T0" fmla="*/ 15 w 16"/>
                  <a:gd name="T1" fmla="*/ 7 h 9"/>
                  <a:gd name="T2" fmla="*/ 13 w 16"/>
                  <a:gd name="T3" fmla="*/ 8 h 9"/>
                  <a:gd name="T4" fmla="*/ 10 w 16"/>
                  <a:gd name="T5" fmla="*/ 9 h 9"/>
                  <a:gd name="T6" fmla="*/ 8 w 16"/>
                  <a:gd name="T7" fmla="*/ 8 h 9"/>
                  <a:gd name="T8" fmla="*/ 1 w 16"/>
                  <a:gd name="T9" fmla="*/ 4 h 9"/>
                  <a:gd name="T10" fmla="*/ 0 w 16"/>
                  <a:gd name="T11" fmla="*/ 3 h 9"/>
                  <a:gd name="T12" fmla="*/ 1 w 16"/>
                  <a:gd name="T13" fmla="*/ 1 h 9"/>
                  <a:gd name="T14" fmla="*/ 3 w 16"/>
                  <a:gd name="T15" fmla="*/ 0 h 9"/>
                  <a:gd name="T16" fmla="*/ 6 w 16"/>
                  <a:gd name="T17" fmla="*/ 0 h 9"/>
                  <a:gd name="T18" fmla="*/ 8 w 16"/>
                  <a:gd name="T19" fmla="*/ 0 h 9"/>
                  <a:gd name="T20" fmla="*/ 15 w 16"/>
                  <a:gd name="T21" fmla="*/ 4 h 9"/>
                  <a:gd name="T22" fmla="*/ 16 w 16"/>
                  <a:gd name="T23" fmla="*/ 6 h 9"/>
                  <a:gd name="T24" fmla="*/ 15 w 16"/>
                  <a:gd name="T25" fmla="*/ 7 h 9"/>
                  <a:gd name="T26" fmla="*/ 12 w 16"/>
                  <a:gd name="T27" fmla="*/ 7 h 9"/>
                  <a:gd name="T28" fmla="*/ 13 w 16"/>
                  <a:gd name="T29" fmla="*/ 6 h 9"/>
                  <a:gd name="T30" fmla="*/ 13 w 16"/>
                  <a:gd name="T31" fmla="*/ 5 h 9"/>
                  <a:gd name="T32" fmla="*/ 7 w 16"/>
                  <a:gd name="T33" fmla="*/ 1 h 9"/>
                  <a:gd name="T34" fmla="*/ 4 w 16"/>
                  <a:gd name="T35" fmla="*/ 1 h 9"/>
                  <a:gd name="T36" fmla="*/ 3 w 16"/>
                  <a:gd name="T37" fmla="*/ 2 h 9"/>
                  <a:gd name="T38" fmla="*/ 3 w 16"/>
                  <a:gd name="T39" fmla="*/ 4 h 9"/>
                  <a:gd name="T40" fmla="*/ 9 w 16"/>
                  <a:gd name="T41" fmla="*/ 7 h 9"/>
                  <a:gd name="T42" fmla="*/ 12 w 16"/>
                  <a:gd name="T43" fmla="*/ 7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6" h="9">
                    <a:moveTo>
                      <a:pt x="15" y="7"/>
                    </a:moveTo>
                    <a:cubicBezTo>
                      <a:pt x="13" y="8"/>
                      <a:pt x="13" y="8"/>
                      <a:pt x="13" y="8"/>
                    </a:cubicBezTo>
                    <a:cubicBezTo>
                      <a:pt x="12" y="9"/>
                      <a:pt x="11" y="9"/>
                      <a:pt x="10" y="9"/>
                    </a:cubicBezTo>
                    <a:cubicBezTo>
                      <a:pt x="9" y="9"/>
                      <a:pt x="8" y="9"/>
                      <a:pt x="8" y="8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1" y="4"/>
                      <a:pt x="0" y="4"/>
                      <a:pt x="0" y="3"/>
                    </a:cubicBezTo>
                    <a:cubicBezTo>
                      <a:pt x="0" y="2"/>
                      <a:pt x="1" y="2"/>
                      <a:pt x="1" y="1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4" y="0"/>
                      <a:pt x="5" y="0"/>
                      <a:pt x="6" y="0"/>
                    </a:cubicBezTo>
                    <a:cubicBezTo>
                      <a:pt x="7" y="0"/>
                      <a:pt x="8" y="0"/>
                      <a:pt x="8" y="0"/>
                    </a:cubicBezTo>
                    <a:cubicBezTo>
                      <a:pt x="15" y="4"/>
                      <a:pt x="15" y="4"/>
                      <a:pt x="15" y="4"/>
                    </a:cubicBezTo>
                    <a:cubicBezTo>
                      <a:pt x="15" y="4"/>
                      <a:pt x="16" y="5"/>
                      <a:pt x="16" y="6"/>
                    </a:cubicBezTo>
                    <a:cubicBezTo>
                      <a:pt x="16" y="6"/>
                      <a:pt x="15" y="7"/>
                      <a:pt x="15" y="7"/>
                    </a:cubicBezTo>
                    <a:close/>
                    <a:moveTo>
                      <a:pt x="12" y="7"/>
                    </a:moveTo>
                    <a:cubicBezTo>
                      <a:pt x="13" y="6"/>
                      <a:pt x="13" y="6"/>
                      <a:pt x="13" y="6"/>
                    </a:cubicBezTo>
                    <a:cubicBezTo>
                      <a:pt x="14" y="6"/>
                      <a:pt x="14" y="5"/>
                      <a:pt x="13" y="5"/>
                    </a:cubicBezTo>
                    <a:cubicBezTo>
                      <a:pt x="7" y="1"/>
                      <a:pt x="7" y="1"/>
                      <a:pt x="7" y="1"/>
                    </a:cubicBezTo>
                    <a:cubicBezTo>
                      <a:pt x="6" y="1"/>
                      <a:pt x="5" y="1"/>
                      <a:pt x="4" y="1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2" y="3"/>
                      <a:pt x="2" y="3"/>
                      <a:pt x="3" y="4"/>
                    </a:cubicBezTo>
                    <a:cubicBezTo>
                      <a:pt x="9" y="7"/>
                      <a:pt x="9" y="7"/>
                      <a:pt x="9" y="7"/>
                    </a:cubicBezTo>
                    <a:cubicBezTo>
                      <a:pt x="10" y="8"/>
                      <a:pt x="11" y="8"/>
                      <a:pt x="12" y="7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8" name="Freeform: Shape 57" descr="4c868e6c-206c-4a04-851c-521514f18100"/>
              <p:cNvSpPr/>
              <p:nvPr/>
            </p:nvSpPr>
            <p:spPr bwMode="auto">
              <a:xfrm>
                <a:off x="6384929" y="1692263"/>
                <a:ext cx="57150" cy="33338"/>
              </a:xfrm>
              <a:custGeom>
                <a:avLst/>
                <a:gdLst>
                  <a:gd name="T0" fmla="*/ 14 w 15"/>
                  <a:gd name="T1" fmla="*/ 7 h 9"/>
                  <a:gd name="T2" fmla="*/ 12 w 15"/>
                  <a:gd name="T3" fmla="*/ 8 h 9"/>
                  <a:gd name="T4" fmla="*/ 10 w 15"/>
                  <a:gd name="T5" fmla="*/ 9 h 9"/>
                  <a:gd name="T6" fmla="*/ 7 w 15"/>
                  <a:gd name="T7" fmla="*/ 8 h 9"/>
                  <a:gd name="T8" fmla="*/ 1 w 15"/>
                  <a:gd name="T9" fmla="*/ 4 h 9"/>
                  <a:gd name="T10" fmla="*/ 0 w 15"/>
                  <a:gd name="T11" fmla="*/ 3 h 9"/>
                  <a:gd name="T12" fmla="*/ 1 w 15"/>
                  <a:gd name="T13" fmla="*/ 1 h 9"/>
                  <a:gd name="T14" fmla="*/ 3 w 15"/>
                  <a:gd name="T15" fmla="*/ 0 h 9"/>
                  <a:gd name="T16" fmla="*/ 5 w 15"/>
                  <a:gd name="T17" fmla="*/ 0 h 9"/>
                  <a:gd name="T18" fmla="*/ 8 w 15"/>
                  <a:gd name="T19" fmla="*/ 0 h 9"/>
                  <a:gd name="T20" fmla="*/ 14 w 15"/>
                  <a:gd name="T21" fmla="*/ 4 h 9"/>
                  <a:gd name="T22" fmla="*/ 15 w 15"/>
                  <a:gd name="T23" fmla="*/ 5 h 9"/>
                  <a:gd name="T24" fmla="*/ 14 w 15"/>
                  <a:gd name="T25" fmla="*/ 7 h 9"/>
                  <a:gd name="T26" fmla="*/ 11 w 15"/>
                  <a:gd name="T27" fmla="*/ 7 h 9"/>
                  <a:gd name="T28" fmla="*/ 13 w 15"/>
                  <a:gd name="T29" fmla="*/ 6 h 9"/>
                  <a:gd name="T30" fmla="*/ 13 w 15"/>
                  <a:gd name="T31" fmla="*/ 5 h 9"/>
                  <a:gd name="T32" fmla="*/ 7 w 15"/>
                  <a:gd name="T33" fmla="*/ 1 h 9"/>
                  <a:gd name="T34" fmla="*/ 4 w 15"/>
                  <a:gd name="T35" fmla="*/ 1 h 9"/>
                  <a:gd name="T36" fmla="*/ 2 w 15"/>
                  <a:gd name="T37" fmla="*/ 2 h 9"/>
                  <a:gd name="T38" fmla="*/ 2 w 15"/>
                  <a:gd name="T39" fmla="*/ 4 h 9"/>
                  <a:gd name="T40" fmla="*/ 8 w 15"/>
                  <a:gd name="T41" fmla="*/ 7 h 9"/>
                  <a:gd name="T42" fmla="*/ 11 w 15"/>
                  <a:gd name="T43" fmla="*/ 7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5" h="9">
                    <a:moveTo>
                      <a:pt x="14" y="7"/>
                    </a:moveTo>
                    <a:cubicBezTo>
                      <a:pt x="12" y="8"/>
                      <a:pt x="12" y="8"/>
                      <a:pt x="12" y="8"/>
                    </a:cubicBezTo>
                    <a:cubicBezTo>
                      <a:pt x="12" y="8"/>
                      <a:pt x="11" y="9"/>
                      <a:pt x="10" y="9"/>
                    </a:cubicBezTo>
                    <a:cubicBezTo>
                      <a:pt x="9" y="9"/>
                      <a:pt x="8" y="8"/>
                      <a:pt x="7" y="8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0" y="4"/>
                      <a:pt x="0" y="3"/>
                      <a:pt x="0" y="3"/>
                    </a:cubicBezTo>
                    <a:cubicBezTo>
                      <a:pt x="0" y="2"/>
                      <a:pt x="0" y="2"/>
                      <a:pt x="1" y="1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4" y="0"/>
                      <a:pt x="4" y="0"/>
                      <a:pt x="5" y="0"/>
                    </a:cubicBezTo>
                    <a:cubicBezTo>
                      <a:pt x="6" y="0"/>
                      <a:pt x="7" y="0"/>
                      <a:pt x="8" y="0"/>
                    </a:cubicBezTo>
                    <a:cubicBezTo>
                      <a:pt x="14" y="4"/>
                      <a:pt x="14" y="4"/>
                      <a:pt x="14" y="4"/>
                    </a:cubicBezTo>
                    <a:cubicBezTo>
                      <a:pt x="15" y="4"/>
                      <a:pt x="15" y="5"/>
                      <a:pt x="15" y="5"/>
                    </a:cubicBezTo>
                    <a:cubicBezTo>
                      <a:pt x="15" y="6"/>
                      <a:pt x="15" y="6"/>
                      <a:pt x="14" y="7"/>
                    </a:cubicBezTo>
                    <a:close/>
                    <a:moveTo>
                      <a:pt x="11" y="7"/>
                    </a:moveTo>
                    <a:cubicBezTo>
                      <a:pt x="13" y="6"/>
                      <a:pt x="13" y="6"/>
                      <a:pt x="13" y="6"/>
                    </a:cubicBezTo>
                    <a:cubicBezTo>
                      <a:pt x="14" y="6"/>
                      <a:pt x="14" y="5"/>
                      <a:pt x="13" y="5"/>
                    </a:cubicBezTo>
                    <a:cubicBezTo>
                      <a:pt x="7" y="1"/>
                      <a:pt x="7" y="1"/>
                      <a:pt x="7" y="1"/>
                    </a:cubicBezTo>
                    <a:cubicBezTo>
                      <a:pt x="6" y="0"/>
                      <a:pt x="5" y="0"/>
                      <a:pt x="4" y="1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1" y="2"/>
                      <a:pt x="1" y="3"/>
                      <a:pt x="2" y="4"/>
                    </a:cubicBezTo>
                    <a:cubicBezTo>
                      <a:pt x="8" y="7"/>
                      <a:pt x="8" y="7"/>
                      <a:pt x="8" y="7"/>
                    </a:cubicBezTo>
                    <a:cubicBezTo>
                      <a:pt x="9" y="8"/>
                      <a:pt x="10" y="8"/>
                      <a:pt x="11" y="7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9" name="Freeform: Shape 58" descr="97d97a83-3b55-4251-87b7-a06f0569aa1d"/>
              <p:cNvSpPr/>
              <p:nvPr/>
            </p:nvSpPr>
            <p:spPr bwMode="auto">
              <a:xfrm>
                <a:off x="6059491" y="1311266"/>
                <a:ext cx="60325" cy="33338"/>
              </a:xfrm>
              <a:custGeom>
                <a:avLst/>
                <a:gdLst>
                  <a:gd name="T0" fmla="*/ 15 w 16"/>
                  <a:gd name="T1" fmla="*/ 7 h 9"/>
                  <a:gd name="T2" fmla="*/ 13 w 16"/>
                  <a:gd name="T3" fmla="*/ 8 h 9"/>
                  <a:gd name="T4" fmla="*/ 10 w 16"/>
                  <a:gd name="T5" fmla="*/ 9 h 9"/>
                  <a:gd name="T6" fmla="*/ 8 w 16"/>
                  <a:gd name="T7" fmla="*/ 8 h 9"/>
                  <a:gd name="T8" fmla="*/ 1 w 16"/>
                  <a:gd name="T9" fmla="*/ 5 h 9"/>
                  <a:gd name="T10" fmla="*/ 0 w 16"/>
                  <a:gd name="T11" fmla="*/ 3 h 9"/>
                  <a:gd name="T12" fmla="*/ 1 w 16"/>
                  <a:gd name="T13" fmla="*/ 2 h 9"/>
                  <a:gd name="T14" fmla="*/ 3 w 16"/>
                  <a:gd name="T15" fmla="*/ 1 h 9"/>
                  <a:gd name="T16" fmla="*/ 6 w 16"/>
                  <a:gd name="T17" fmla="*/ 0 h 9"/>
                  <a:gd name="T18" fmla="*/ 8 w 16"/>
                  <a:gd name="T19" fmla="*/ 1 h 9"/>
                  <a:gd name="T20" fmla="*/ 15 w 16"/>
                  <a:gd name="T21" fmla="*/ 4 h 9"/>
                  <a:gd name="T22" fmla="*/ 16 w 16"/>
                  <a:gd name="T23" fmla="*/ 6 h 9"/>
                  <a:gd name="T24" fmla="*/ 15 w 16"/>
                  <a:gd name="T25" fmla="*/ 7 h 9"/>
                  <a:gd name="T26" fmla="*/ 12 w 16"/>
                  <a:gd name="T27" fmla="*/ 7 h 9"/>
                  <a:gd name="T28" fmla="*/ 13 w 16"/>
                  <a:gd name="T29" fmla="*/ 7 h 9"/>
                  <a:gd name="T30" fmla="*/ 13 w 16"/>
                  <a:gd name="T31" fmla="*/ 5 h 9"/>
                  <a:gd name="T32" fmla="*/ 7 w 16"/>
                  <a:gd name="T33" fmla="*/ 1 h 9"/>
                  <a:gd name="T34" fmla="*/ 4 w 16"/>
                  <a:gd name="T35" fmla="*/ 1 h 9"/>
                  <a:gd name="T36" fmla="*/ 3 w 16"/>
                  <a:gd name="T37" fmla="*/ 2 h 9"/>
                  <a:gd name="T38" fmla="*/ 3 w 16"/>
                  <a:gd name="T39" fmla="*/ 4 h 9"/>
                  <a:gd name="T40" fmla="*/ 9 w 16"/>
                  <a:gd name="T41" fmla="*/ 7 h 9"/>
                  <a:gd name="T42" fmla="*/ 12 w 16"/>
                  <a:gd name="T43" fmla="*/ 7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6" h="9">
                    <a:moveTo>
                      <a:pt x="15" y="7"/>
                    </a:moveTo>
                    <a:cubicBezTo>
                      <a:pt x="13" y="8"/>
                      <a:pt x="13" y="8"/>
                      <a:pt x="13" y="8"/>
                    </a:cubicBezTo>
                    <a:cubicBezTo>
                      <a:pt x="12" y="9"/>
                      <a:pt x="11" y="9"/>
                      <a:pt x="10" y="9"/>
                    </a:cubicBezTo>
                    <a:cubicBezTo>
                      <a:pt x="9" y="9"/>
                      <a:pt x="8" y="9"/>
                      <a:pt x="8" y="8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1" y="4"/>
                      <a:pt x="0" y="4"/>
                      <a:pt x="0" y="3"/>
                    </a:cubicBezTo>
                    <a:cubicBezTo>
                      <a:pt x="0" y="3"/>
                      <a:pt x="1" y="2"/>
                      <a:pt x="1" y="2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4" y="0"/>
                      <a:pt x="5" y="0"/>
                      <a:pt x="6" y="0"/>
                    </a:cubicBezTo>
                    <a:cubicBezTo>
                      <a:pt x="7" y="0"/>
                      <a:pt x="8" y="0"/>
                      <a:pt x="8" y="1"/>
                    </a:cubicBezTo>
                    <a:cubicBezTo>
                      <a:pt x="15" y="4"/>
                      <a:pt x="15" y="4"/>
                      <a:pt x="15" y="4"/>
                    </a:cubicBezTo>
                    <a:cubicBezTo>
                      <a:pt x="15" y="5"/>
                      <a:pt x="16" y="5"/>
                      <a:pt x="16" y="6"/>
                    </a:cubicBezTo>
                    <a:cubicBezTo>
                      <a:pt x="16" y="6"/>
                      <a:pt x="15" y="7"/>
                      <a:pt x="15" y="7"/>
                    </a:cubicBezTo>
                    <a:close/>
                    <a:moveTo>
                      <a:pt x="12" y="7"/>
                    </a:moveTo>
                    <a:cubicBezTo>
                      <a:pt x="13" y="7"/>
                      <a:pt x="13" y="7"/>
                      <a:pt x="13" y="7"/>
                    </a:cubicBezTo>
                    <a:cubicBezTo>
                      <a:pt x="14" y="6"/>
                      <a:pt x="14" y="5"/>
                      <a:pt x="13" y="5"/>
                    </a:cubicBezTo>
                    <a:cubicBezTo>
                      <a:pt x="7" y="1"/>
                      <a:pt x="7" y="1"/>
                      <a:pt x="7" y="1"/>
                    </a:cubicBezTo>
                    <a:cubicBezTo>
                      <a:pt x="6" y="1"/>
                      <a:pt x="5" y="1"/>
                      <a:pt x="4" y="1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2" y="3"/>
                      <a:pt x="2" y="3"/>
                      <a:pt x="3" y="4"/>
                    </a:cubicBezTo>
                    <a:cubicBezTo>
                      <a:pt x="9" y="7"/>
                      <a:pt x="9" y="7"/>
                      <a:pt x="9" y="7"/>
                    </a:cubicBezTo>
                    <a:cubicBezTo>
                      <a:pt x="10" y="8"/>
                      <a:pt x="11" y="8"/>
                      <a:pt x="12" y="7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0" name="Freeform: Shape 59" descr="c7a68473-1e4f-47c1-93b5-f5231c8ae316"/>
              <p:cNvSpPr/>
              <p:nvPr/>
            </p:nvSpPr>
            <p:spPr bwMode="auto">
              <a:xfrm>
                <a:off x="6059491" y="1374766"/>
                <a:ext cx="60325" cy="34925"/>
              </a:xfrm>
              <a:custGeom>
                <a:avLst/>
                <a:gdLst>
                  <a:gd name="T0" fmla="*/ 15 w 16"/>
                  <a:gd name="T1" fmla="*/ 8 h 9"/>
                  <a:gd name="T2" fmla="*/ 13 w 16"/>
                  <a:gd name="T3" fmla="*/ 9 h 9"/>
                  <a:gd name="T4" fmla="*/ 10 w 16"/>
                  <a:gd name="T5" fmla="*/ 9 h 9"/>
                  <a:gd name="T6" fmla="*/ 8 w 16"/>
                  <a:gd name="T7" fmla="*/ 9 h 9"/>
                  <a:gd name="T8" fmla="*/ 1 w 16"/>
                  <a:gd name="T9" fmla="*/ 5 h 9"/>
                  <a:gd name="T10" fmla="*/ 0 w 16"/>
                  <a:gd name="T11" fmla="*/ 4 h 9"/>
                  <a:gd name="T12" fmla="*/ 1 w 16"/>
                  <a:gd name="T13" fmla="*/ 2 h 9"/>
                  <a:gd name="T14" fmla="*/ 3 w 16"/>
                  <a:gd name="T15" fmla="*/ 1 h 9"/>
                  <a:gd name="T16" fmla="*/ 6 w 16"/>
                  <a:gd name="T17" fmla="*/ 0 h 9"/>
                  <a:gd name="T18" fmla="*/ 8 w 16"/>
                  <a:gd name="T19" fmla="*/ 1 h 9"/>
                  <a:gd name="T20" fmla="*/ 15 w 16"/>
                  <a:gd name="T21" fmla="*/ 5 h 9"/>
                  <a:gd name="T22" fmla="*/ 16 w 16"/>
                  <a:gd name="T23" fmla="*/ 6 h 9"/>
                  <a:gd name="T24" fmla="*/ 15 w 16"/>
                  <a:gd name="T25" fmla="*/ 8 h 9"/>
                  <a:gd name="T26" fmla="*/ 12 w 16"/>
                  <a:gd name="T27" fmla="*/ 8 h 9"/>
                  <a:gd name="T28" fmla="*/ 13 w 16"/>
                  <a:gd name="T29" fmla="*/ 7 h 9"/>
                  <a:gd name="T30" fmla="*/ 13 w 16"/>
                  <a:gd name="T31" fmla="*/ 5 h 9"/>
                  <a:gd name="T32" fmla="*/ 7 w 16"/>
                  <a:gd name="T33" fmla="*/ 2 h 9"/>
                  <a:gd name="T34" fmla="*/ 4 w 16"/>
                  <a:gd name="T35" fmla="*/ 2 h 9"/>
                  <a:gd name="T36" fmla="*/ 3 w 16"/>
                  <a:gd name="T37" fmla="*/ 3 h 9"/>
                  <a:gd name="T38" fmla="*/ 3 w 16"/>
                  <a:gd name="T39" fmla="*/ 4 h 9"/>
                  <a:gd name="T40" fmla="*/ 9 w 16"/>
                  <a:gd name="T41" fmla="*/ 8 h 9"/>
                  <a:gd name="T42" fmla="*/ 12 w 16"/>
                  <a:gd name="T43" fmla="*/ 8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6" h="9">
                    <a:moveTo>
                      <a:pt x="15" y="8"/>
                    </a:moveTo>
                    <a:cubicBezTo>
                      <a:pt x="13" y="9"/>
                      <a:pt x="13" y="9"/>
                      <a:pt x="13" y="9"/>
                    </a:cubicBezTo>
                    <a:cubicBezTo>
                      <a:pt x="12" y="9"/>
                      <a:pt x="11" y="9"/>
                      <a:pt x="10" y="9"/>
                    </a:cubicBezTo>
                    <a:cubicBezTo>
                      <a:pt x="9" y="9"/>
                      <a:pt x="8" y="9"/>
                      <a:pt x="8" y="9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1" y="5"/>
                      <a:pt x="0" y="4"/>
                      <a:pt x="0" y="4"/>
                    </a:cubicBezTo>
                    <a:cubicBezTo>
                      <a:pt x="0" y="3"/>
                      <a:pt x="1" y="3"/>
                      <a:pt x="1" y="2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4" y="1"/>
                      <a:pt x="5" y="0"/>
                      <a:pt x="6" y="0"/>
                    </a:cubicBezTo>
                    <a:cubicBezTo>
                      <a:pt x="7" y="0"/>
                      <a:pt x="8" y="1"/>
                      <a:pt x="8" y="1"/>
                    </a:cubicBezTo>
                    <a:cubicBezTo>
                      <a:pt x="15" y="5"/>
                      <a:pt x="15" y="5"/>
                      <a:pt x="15" y="5"/>
                    </a:cubicBezTo>
                    <a:cubicBezTo>
                      <a:pt x="15" y="5"/>
                      <a:pt x="16" y="6"/>
                      <a:pt x="16" y="6"/>
                    </a:cubicBezTo>
                    <a:cubicBezTo>
                      <a:pt x="16" y="7"/>
                      <a:pt x="15" y="7"/>
                      <a:pt x="15" y="8"/>
                    </a:cubicBezTo>
                    <a:close/>
                    <a:moveTo>
                      <a:pt x="12" y="8"/>
                    </a:moveTo>
                    <a:cubicBezTo>
                      <a:pt x="13" y="7"/>
                      <a:pt x="13" y="7"/>
                      <a:pt x="13" y="7"/>
                    </a:cubicBezTo>
                    <a:cubicBezTo>
                      <a:pt x="14" y="7"/>
                      <a:pt x="14" y="6"/>
                      <a:pt x="13" y="5"/>
                    </a:cubicBezTo>
                    <a:cubicBezTo>
                      <a:pt x="7" y="2"/>
                      <a:pt x="7" y="2"/>
                      <a:pt x="7" y="2"/>
                    </a:cubicBezTo>
                    <a:cubicBezTo>
                      <a:pt x="6" y="1"/>
                      <a:pt x="5" y="1"/>
                      <a:pt x="4" y="2"/>
                    </a:cubicBezTo>
                    <a:cubicBezTo>
                      <a:pt x="3" y="3"/>
                      <a:pt x="3" y="3"/>
                      <a:pt x="3" y="3"/>
                    </a:cubicBezTo>
                    <a:cubicBezTo>
                      <a:pt x="2" y="3"/>
                      <a:pt x="2" y="4"/>
                      <a:pt x="3" y="4"/>
                    </a:cubicBezTo>
                    <a:cubicBezTo>
                      <a:pt x="9" y="8"/>
                      <a:pt x="9" y="8"/>
                      <a:pt x="9" y="8"/>
                    </a:cubicBezTo>
                    <a:cubicBezTo>
                      <a:pt x="10" y="8"/>
                      <a:pt x="11" y="8"/>
                      <a:pt x="12" y="8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1" name="Freeform: Shape 60" descr="206f85b5-8d02-40c7-83e8-6f1e244ad387"/>
              <p:cNvSpPr/>
              <p:nvPr/>
            </p:nvSpPr>
            <p:spPr bwMode="auto">
              <a:xfrm>
                <a:off x="7212017" y="2559033"/>
                <a:ext cx="60325" cy="34925"/>
              </a:xfrm>
              <a:custGeom>
                <a:avLst/>
                <a:gdLst>
                  <a:gd name="T0" fmla="*/ 14 w 16"/>
                  <a:gd name="T1" fmla="*/ 8 h 9"/>
                  <a:gd name="T2" fmla="*/ 13 w 16"/>
                  <a:gd name="T3" fmla="*/ 9 h 9"/>
                  <a:gd name="T4" fmla="*/ 10 w 16"/>
                  <a:gd name="T5" fmla="*/ 9 h 9"/>
                  <a:gd name="T6" fmla="*/ 7 w 16"/>
                  <a:gd name="T7" fmla="*/ 9 h 9"/>
                  <a:gd name="T8" fmla="*/ 1 w 16"/>
                  <a:gd name="T9" fmla="*/ 5 h 9"/>
                  <a:gd name="T10" fmla="*/ 0 w 16"/>
                  <a:gd name="T11" fmla="*/ 4 h 9"/>
                  <a:gd name="T12" fmla="*/ 1 w 16"/>
                  <a:gd name="T13" fmla="*/ 2 h 9"/>
                  <a:gd name="T14" fmla="*/ 3 w 16"/>
                  <a:gd name="T15" fmla="*/ 1 h 9"/>
                  <a:gd name="T16" fmla="*/ 6 w 16"/>
                  <a:gd name="T17" fmla="*/ 0 h 9"/>
                  <a:gd name="T18" fmla="*/ 8 w 16"/>
                  <a:gd name="T19" fmla="*/ 1 h 9"/>
                  <a:gd name="T20" fmla="*/ 14 w 16"/>
                  <a:gd name="T21" fmla="*/ 5 h 9"/>
                  <a:gd name="T22" fmla="*/ 16 w 16"/>
                  <a:gd name="T23" fmla="*/ 6 h 9"/>
                  <a:gd name="T24" fmla="*/ 14 w 16"/>
                  <a:gd name="T25" fmla="*/ 8 h 9"/>
                  <a:gd name="T26" fmla="*/ 12 w 16"/>
                  <a:gd name="T27" fmla="*/ 8 h 9"/>
                  <a:gd name="T28" fmla="*/ 13 w 16"/>
                  <a:gd name="T29" fmla="*/ 7 h 9"/>
                  <a:gd name="T30" fmla="*/ 13 w 16"/>
                  <a:gd name="T31" fmla="*/ 5 h 9"/>
                  <a:gd name="T32" fmla="*/ 7 w 16"/>
                  <a:gd name="T33" fmla="*/ 2 h 9"/>
                  <a:gd name="T34" fmla="*/ 4 w 16"/>
                  <a:gd name="T35" fmla="*/ 2 h 9"/>
                  <a:gd name="T36" fmla="*/ 3 w 16"/>
                  <a:gd name="T37" fmla="*/ 3 h 9"/>
                  <a:gd name="T38" fmla="*/ 3 w 16"/>
                  <a:gd name="T39" fmla="*/ 4 h 9"/>
                  <a:gd name="T40" fmla="*/ 9 w 16"/>
                  <a:gd name="T41" fmla="*/ 8 h 9"/>
                  <a:gd name="T42" fmla="*/ 12 w 16"/>
                  <a:gd name="T43" fmla="*/ 8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6" h="9">
                    <a:moveTo>
                      <a:pt x="14" y="8"/>
                    </a:moveTo>
                    <a:cubicBezTo>
                      <a:pt x="13" y="9"/>
                      <a:pt x="13" y="9"/>
                      <a:pt x="13" y="9"/>
                    </a:cubicBezTo>
                    <a:cubicBezTo>
                      <a:pt x="12" y="9"/>
                      <a:pt x="11" y="9"/>
                      <a:pt x="10" y="9"/>
                    </a:cubicBezTo>
                    <a:cubicBezTo>
                      <a:pt x="9" y="9"/>
                      <a:pt x="8" y="9"/>
                      <a:pt x="7" y="9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1" y="5"/>
                      <a:pt x="0" y="4"/>
                      <a:pt x="0" y="4"/>
                    </a:cubicBezTo>
                    <a:cubicBezTo>
                      <a:pt x="0" y="3"/>
                      <a:pt x="1" y="3"/>
                      <a:pt x="1" y="2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4" y="1"/>
                      <a:pt x="5" y="0"/>
                      <a:pt x="6" y="0"/>
                    </a:cubicBezTo>
                    <a:cubicBezTo>
                      <a:pt x="7" y="0"/>
                      <a:pt x="8" y="1"/>
                      <a:pt x="8" y="1"/>
                    </a:cubicBezTo>
                    <a:cubicBezTo>
                      <a:pt x="14" y="5"/>
                      <a:pt x="14" y="5"/>
                      <a:pt x="14" y="5"/>
                    </a:cubicBezTo>
                    <a:cubicBezTo>
                      <a:pt x="15" y="5"/>
                      <a:pt x="16" y="6"/>
                      <a:pt x="16" y="6"/>
                    </a:cubicBezTo>
                    <a:cubicBezTo>
                      <a:pt x="16" y="7"/>
                      <a:pt x="15" y="7"/>
                      <a:pt x="14" y="8"/>
                    </a:cubicBezTo>
                    <a:close/>
                    <a:moveTo>
                      <a:pt x="12" y="8"/>
                    </a:moveTo>
                    <a:cubicBezTo>
                      <a:pt x="13" y="7"/>
                      <a:pt x="13" y="7"/>
                      <a:pt x="13" y="7"/>
                    </a:cubicBezTo>
                    <a:cubicBezTo>
                      <a:pt x="14" y="7"/>
                      <a:pt x="14" y="6"/>
                      <a:pt x="13" y="5"/>
                    </a:cubicBezTo>
                    <a:cubicBezTo>
                      <a:pt x="7" y="2"/>
                      <a:pt x="7" y="2"/>
                      <a:pt x="7" y="2"/>
                    </a:cubicBezTo>
                    <a:cubicBezTo>
                      <a:pt x="6" y="1"/>
                      <a:pt x="5" y="1"/>
                      <a:pt x="4" y="2"/>
                    </a:cubicBezTo>
                    <a:cubicBezTo>
                      <a:pt x="3" y="3"/>
                      <a:pt x="3" y="3"/>
                      <a:pt x="3" y="3"/>
                    </a:cubicBezTo>
                    <a:cubicBezTo>
                      <a:pt x="2" y="3"/>
                      <a:pt x="2" y="4"/>
                      <a:pt x="3" y="4"/>
                    </a:cubicBezTo>
                    <a:cubicBezTo>
                      <a:pt x="9" y="8"/>
                      <a:pt x="9" y="8"/>
                      <a:pt x="9" y="8"/>
                    </a:cubicBezTo>
                    <a:cubicBezTo>
                      <a:pt x="10" y="9"/>
                      <a:pt x="11" y="9"/>
                      <a:pt x="12" y="8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2" name="Freeform: Shape 61" descr="8a86e518-87a2-4107-ac82-0ed8277f2af6"/>
              <p:cNvSpPr/>
              <p:nvPr/>
            </p:nvSpPr>
            <p:spPr bwMode="auto">
              <a:xfrm>
                <a:off x="6694491" y="4864070"/>
                <a:ext cx="74613" cy="230186"/>
              </a:xfrm>
              <a:custGeom>
                <a:avLst/>
                <a:gdLst>
                  <a:gd name="T0" fmla="*/ 47 w 47"/>
                  <a:gd name="T1" fmla="*/ 145 h 145"/>
                  <a:gd name="T2" fmla="*/ 33 w 47"/>
                  <a:gd name="T3" fmla="*/ 140 h 145"/>
                  <a:gd name="T4" fmla="*/ 0 w 47"/>
                  <a:gd name="T5" fmla="*/ 0 h 145"/>
                  <a:gd name="T6" fmla="*/ 14 w 47"/>
                  <a:gd name="T7" fmla="*/ 5 h 145"/>
                  <a:gd name="T8" fmla="*/ 47 w 47"/>
                  <a:gd name="T9" fmla="*/ 145 h 1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7" h="145">
                    <a:moveTo>
                      <a:pt x="47" y="145"/>
                    </a:moveTo>
                    <a:lnTo>
                      <a:pt x="33" y="140"/>
                    </a:lnTo>
                    <a:lnTo>
                      <a:pt x="0" y="0"/>
                    </a:lnTo>
                    <a:lnTo>
                      <a:pt x="14" y="5"/>
                    </a:lnTo>
                    <a:lnTo>
                      <a:pt x="47" y="145"/>
                    </a:lnTo>
                    <a:close/>
                  </a:path>
                </a:pathLst>
              </a:custGeom>
              <a:solidFill>
                <a:srgbClr val="CCC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3" name="Freeform: Shape 62" descr="58520cff-9d56-4b50-b20d-fa247ab13cf7"/>
              <p:cNvSpPr/>
              <p:nvPr/>
            </p:nvSpPr>
            <p:spPr bwMode="auto">
              <a:xfrm>
                <a:off x="6645279" y="4652933"/>
                <a:ext cx="63500" cy="188912"/>
              </a:xfrm>
              <a:custGeom>
                <a:avLst/>
                <a:gdLst>
                  <a:gd name="T0" fmla="*/ 40 w 40"/>
                  <a:gd name="T1" fmla="*/ 119 h 119"/>
                  <a:gd name="T2" fmla="*/ 26 w 40"/>
                  <a:gd name="T3" fmla="*/ 114 h 119"/>
                  <a:gd name="T4" fmla="*/ 0 w 40"/>
                  <a:gd name="T5" fmla="*/ 0 h 119"/>
                  <a:gd name="T6" fmla="*/ 14 w 40"/>
                  <a:gd name="T7" fmla="*/ 5 h 119"/>
                  <a:gd name="T8" fmla="*/ 40 w 40"/>
                  <a:gd name="T9" fmla="*/ 119 h 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119">
                    <a:moveTo>
                      <a:pt x="40" y="119"/>
                    </a:moveTo>
                    <a:lnTo>
                      <a:pt x="26" y="114"/>
                    </a:lnTo>
                    <a:lnTo>
                      <a:pt x="0" y="0"/>
                    </a:lnTo>
                    <a:lnTo>
                      <a:pt x="14" y="5"/>
                    </a:lnTo>
                    <a:lnTo>
                      <a:pt x="40" y="119"/>
                    </a:lnTo>
                    <a:close/>
                  </a:path>
                </a:pathLst>
              </a:custGeom>
              <a:solidFill>
                <a:srgbClr val="CCC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4" name="Freeform: Shape 63" descr="0dccaa2c-ce18-4c1b-896c-e632e524e5f2"/>
              <p:cNvSpPr/>
              <p:nvPr/>
            </p:nvSpPr>
            <p:spPr bwMode="auto">
              <a:xfrm>
                <a:off x="6505579" y="4833907"/>
                <a:ext cx="203200" cy="109537"/>
              </a:xfrm>
              <a:custGeom>
                <a:avLst/>
                <a:gdLst>
                  <a:gd name="T0" fmla="*/ 14 w 128"/>
                  <a:gd name="T1" fmla="*/ 69 h 69"/>
                  <a:gd name="T2" fmla="*/ 0 w 128"/>
                  <a:gd name="T3" fmla="*/ 67 h 69"/>
                  <a:gd name="T4" fmla="*/ 114 w 128"/>
                  <a:gd name="T5" fmla="*/ 0 h 69"/>
                  <a:gd name="T6" fmla="*/ 128 w 128"/>
                  <a:gd name="T7" fmla="*/ 5 h 69"/>
                  <a:gd name="T8" fmla="*/ 14 w 128"/>
                  <a:gd name="T9" fmla="*/ 69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8" h="69">
                    <a:moveTo>
                      <a:pt x="14" y="69"/>
                    </a:moveTo>
                    <a:lnTo>
                      <a:pt x="0" y="67"/>
                    </a:lnTo>
                    <a:lnTo>
                      <a:pt x="114" y="0"/>
                    </a:lnTo>
                    <a:lnTo>
                      <a:pt x="128" y="5"/>
                    </a:lnTo>
                    <a:lnTo>
                      <a:pt x="14" y="69"/>
                    </a:lnTo>
                    <a:close/>
                  </a:path>
                </a:pathLst>
              </a:custGeom>
              <a:solidFill>
                <a:srgbClr val="E0DA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5" name="Freeform: Shape 64" descr="e676f380-6d87-480f-801e-0b5752596714"/>
              <p:cNvSpPr/>
              <p:nvPr/>
            </p:nvSpPr>
            <p:spPr bwMode="auto">
              <a:xfrm>
                <a:off x="6596066" y="4441796"/>
                <a:ext cx="63500" cy="188912"/>
              </a:xfrm>
              <a:custGeom>
                <a:avLst/>
                <a:gdLst>
                  <a:gd name="T0" fmla="*/ 40 w 40"/>
                  <a:gd name="T1" fmla="*/ 119 h 119"/>
                  <a:gd name="T2" fmla="*/ 26 w 40"/>
                  <a:gd name="T3" fmla="*/ 114 h 119"/>
                  <a:gd name="T4" fmla="*/ 0 w 40"/>
                  <a:gd name="T5" fmla="*/ 0 h 119"/>
                  <a:gd name="T6" fmla="*/ 14 w 40"/>
                  <a:gd name="T7" fmla="*/ 5 h 119"/>
                  <a:gd name="T8" fmla="*/ 40 w 40"/>
                  <a:gd name="T9" fmla="*/ 119 h 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119">
                    <a:moveTo>
                      <a:pt x="40" y="119"/>
                    </a:moveTo>
                    <a:lnTo>
                      <a:pt x="26" y="114"/>
                    </a:lnTo>
                    <a:lnTo>
                      <a:pt x="0" y="0"/>
                    </a:lnTo>
                    <a:lnTo>
                      <a:pt x="14" y="5"/>
                    </a:lnTo>
                    <a:lnTo>
                      <a:pt x="40" y="119"/>
                    </a:lnTo>
                    <a:close/>
                  </a:path>
                </a:pathLst>
              </a:custGeom>
              <a:solidFill>
                <a:srgbClr val="CCC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6" name="Freeform: Shape 65" descr="ae268fd0-ba5d-4fdd-ba1f-d7e7753395b9"/>
              <p:cNvSpPr/>
              <p:nvPr/>
            </p:nvSpPr>
            <p:spPr bwMode="auto">
              <a:xfrm>
                <a:off x="6453191" y="4622771"/>
                <a:ext cx="206375" cy="112712"/>
              </a:xfrm>
              <a:custGeom>
                <a:avLst/>
                <a:gdLst>
                  <a:gd name="T0" fmla="*/ 16 w 130"/>
                  <a:gd name="T1" fmla="*/ 71 h 71"/>
                  <a:gd name="T2" fmla="*/ 0 w 130"/>
                  <a:gd name="T3" fmla="*/ 67 h 71"/>
                  <a:gd name="T4" fmla="*/ 116 w 130"/>
                  <a:gd name="T5" fmla="*/ 0 h 71"/>
                  <a:gd name="T6" fmla="*/ 130 w 130"/>
                  <a:gd name="T7" fmla="*/ 5 h 71"/>
                  <a:gd name="T8" fmla="*/ 16 w 13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0" h="71">
                    <a:moveTo>
                      <a:pt x="16" y="71"/>
                    </a:moveTo>
                    <a:lnTo>
                      <a:pt x="0" y="67"/>
                    </a:lnTo>
                    <a:lnTo>
                      <a:pt x="116" y="0"/>
                    </a:lnTo>
                    <a:lnTo>
                      <a:pt x="130" y="5"/>
                    </a:lnTo>
                    <a:lnTo>
                      <a:pt x="16" y="71"/>
                    </a:lnTo>
                    <a:close/>
                  </a:path>
                </a:pathLst>
              </a:custGeom>
              <a:solidFill>
                <a:srgbClr val="E0DA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7" name="Freeform: Shape 66" descr="bcae80eb-8ca5-4c69-b96b-3f45b10cd3ff"/>
              <p:cNvSpPr/>
              <p:nvPr/>
            </p:nvSpPr>
            <p:spPr bwMode="auto">
              <a:xfrm>
                <a:off x="6543679" y="4233836"/>
                <a:ext cx="68263" cy="185737"/>
              </a:xfrm>
              <a:custGeom>
                <a:avLst/>
                <a:gdLst>
                  <a:gd name="T0" fmla="*/ 43 w 43"/>
                  <a:gd name="T1" fmla="*/ 117 h 117"/>
                  <a:gd name="T2" fmla="*/ 28 w 43"/>
                  <a:gd name="T3" fmla="*/ 112 h 117"/>
                  <a:gd name="T4" fmla="*/ 0 w 43"/>
                  <a:gd name="T5" fmla="*/ 0 h 117"/>
                  <a:gd name="T6" fmla="*/ 16 w 43"/>
                  <a:gd name="T7" fmla="*/ 3 h 117"/>
                  <a:gd name="T8" fmla="*/ 43 w 43"/>
                  <a:gd name="T9" fmla="*/ 117 h 1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3" h="117">
                    <a:moveTo>
                      <a:pt x="43" y="117"/>
                    </a:moveTo>
                    <a:lnTo>
                      <a:pt x="28" y="112"/>
                    </a:lnTo>
                    <a:lnTo>
                      <a:pt x="0" y="0"/>
                    </a:lnTo>
                    <a:lnTo>
                      <a:pt x="16" y="3"/>
                    </a:lnTo>
                    <a:lnTo>
                      <a:pt x="43" y="117"/>
                    </a:lnTo>
                    <a:close/>
                  </a:path>
                </a:pathLst>
              </a:custGeom>
              <a:solidFill>
                <a:srgbClr val="CCC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8" name="Freeform: Shape 67" descr="613c13c2-d3e1-4766-a928-d28bc112cb3b"/>
              <p:cNvSpPr/>
              <p:nvPr/>
            </p:nvSpPr>
            <p:spPr bwMode="auto">
              <a:xfrm>
                <a:off x="6403979" y="4411635"/>
                <a:ext cx="207963" cy="112712"/>
              </a:xfrm>
              <a:custGeom>
                <a:avLst/>
                <a:gdLst>
                  <a:gd name="T0" fmla="*/ 16 w 131"/>
                  <a:gd name="T1" fmla="*/ 71 h 71"/>
                  <a:gd name="T2" fmla="*/ 0 w 131"/>
                  <a:gd name="T3" fmla="*/ 66 h 71"/>
                  <a:gd name="T4" fmla="*/ 116 w 131"/>
                  <a:gd name="T5" fmla="*/ 0 h 71"/>
                  <a:gd name="T6" fmla="*/ 131 w 131"/>
                  <a:gd name="T7" fmla="*/ 5 h 71"/>
                  <a:gd name="T8" fmla="*/ 16 w 131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1" h="71">
                    <a:moveTo>
                      <a:pt x="16" y="71"/>
                    </a:moveTo>
                    <a:lnTo>
                      <a:pt x="0" y="66"/>
                    </a:lnTo>
                    <a:lnTo>
                      <a:pt x="116" y="0"/>
                    </a:lnTo>
                    <a:lnTo>
                      <a:pt x="131" y="5"/>
                    </a:lnTo>
                    <a:lnTo>
                      <a:pt x="16" y="71"/>
                    </a:lnTo>
                    <a:close/>
                  </a:path>
                </a:pathLst>
              </a:custGeom>
              <a:solidFill>
                <a:srgbClr val="E0DA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9" name="Freeform: Shape 68" descr="31dd3b33-8891-44b1-bcba-d770e974d11d"/>
              <p:cNvSpPr/>
              <p:nvPr/>
            </p:nvSpPr>
            <p:spPr bwMode="auto">
              <a:xfrm>
                <a:off x="6494466" y="4022699"/>
                <a:ext cx="68263" cy="185737"/>
              </a:xfrm>
              <a:custGeom>
                <a:avLst/>
                <a:gdLst>
                  <a:gd name="T0" fmla="*/ 43 w 43"/>
                  <a:gd name="T1" fmla="*/ 117 h 117"/>
                  <a:gd name="T2" fmla="*/ 28 w 43"/>
                  <a:gd name="T3" fmla="*/ 112 h 117"/>
                  <a:gd name="T4" fmla="*/ 0 w 43"/>
                  <a:gd name="T5" fmla="*/ 0 h 117"/>
                  <a:gd name="T6" fmla="*/ 16 w 43"/>
                  <a:gd name="T7" fmla="*/ 3 h 117"/>
                  <a:gd name="T8" fmla="*/ 43 w 43"/>
                  <a:gd name="T9" fmla="*/ 117 h 1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3" h="117">
                    <a:moveTo>
                      <a:pt x="43" y="117"/>
                    </a:moveTo>
                    <a:lnTo>
                      <a:pt x="28" y="112"/>
                    </a:lnTo>
                    <a:lnTo>
                      <a:pt x="0" y="0"/>
                    </a:lnTo>
                    <a:lnTo>
                      <a:pt x="16" y="3"/>
                    </a:lnTo>
                    <a:lnTo>
                      <a:pt x="43" y="117"/>
                    </a:lnTo>
                    <a:close/>
                  </a:path>
                </a:pathLst>
              </a:custGeom>
              <a:solidFill>
                <a:srgbClr val="CCC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0" name="Freeform: Shape 69" descr="878ccdb8-9f5e-4282-9074-ee39890be175"/>
              <p:cNvSpPr/>
              <p:nvPr/>
            </p:nvSpPr>
            <p:spPr bwMode="auto">
              <a:xfrm>
                <a:off x="6354766" y="4200498"/>
                <a:ext cx="207963" cy="112712"/>
              </a:xfrm>
              <a:custGeom>
                <a:avLst/>
                <a:gdLst>
                  <a:gd name="T0" fmla="*/ 16 w 131"/>
                  <a:gd name="T1" fmla="*/ 71 h 71"/>
                  <a:gd name="T2" fmla="*/ 0 w 131"/>
                  <a:gd name="T3" fmla="*/ 66 h 71"/>
                  <a:gd name="T4" fmla="*/ 116 w 131"/>
                  <a:gd name="T5" fmla="*/ 0 h 71"/>
                  <a:gd name="T6" fmla="*/ 131 w 131"/>
                  <a:gd name="T7" fmla="*/ 5 h 71"/>
                  <a:gd name="T8" fmla="*/ 16 w 131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1" h="71">
                    <a:moveTo>
                      <a:pt x="16" y="71"/>
                    </a:moveTo>
                    <a:lnTo>
                      <a:pt x="0" y="66"/>
                    </a:lnTo>
                    <a:lnTo>
                      <a:pt x="116" y="0"/>
                    </a:lnTo>
                    <a:lnTo>
                      <a:pt x="131" y="5"/>
                    </a:lnTo>
                    <a:lnTo>
                      <a:pt x="16" y="71"/>
                    </a:lnTo>
                    <a:close/>
                  </a:path>
                </a:pathLst>
              </a:custGeom>
              <a:solidFill>
                <a:srgbClr val="E0DA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1" name="Freeform: Shape 70" descr="6d7f96e4-c95d-4d80-a0fe-c212970d4367"/>
              <p:cNvSpPr/>
              <p:nvPr/>
            </p:nvSpPr>
            <p:spPr bwMode="auto">
              <a:xfrm>
                <a:off x="6445254" y="3811564"/>
                <a:ext cx="68263" cy="185737"/>
              </a:xfrm>
              <a:custGeom>
                <a:avLst/>
                <a:gdLst>
                  <a:gd name="T0" fmla="*/ 43 w 43"/>
                  <a:gd name="T1" fmla="*/ 117 h 117"/>
                  <a:gd name="T2" fmla="*/ 28 w 43"/>
                  <a:gd name="T3" fmla="*/ 114 h 117"/>
                  <a:gd name="T4" fmla="*/ 0 w 43"/>
                  <a:gd name="T5" fmla="*/ 0 h 117"/>
                  <a:gd name="T6" fmla="*/ 17 w 43"/>
                  <a:gd name="T7" fmla="*/ 3 h 117"/>
                  <a:gd name="T8" fmla="*/ 43 w 43"/>
                  <a:gd name="T9" fmla="*/ 117 h 1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3" h="117">
                    <a:moveTo>
                      <a:pt x="43" y="117"/>
                    </a:moveTo>
                    <a:lnTo>
                      <a:pt x="28" y="114"/>
                    </a:lnTo>
                    <a:lnTo>
                      <a:pt x="0" y="0"/>
                    </a:lnTo>
                    <a:lnTo>
                      <a:pt x="17" y="3"/>
                    </a:lnTo>
                    <a:lnTo>
                      <a:pt x="43" y="117"/>
                    </a:lnTo>
                    <a:close/>
                  </a:path>
                </a:pathLst>
              </a:custGeom>
              <a:solidFill>
                <a:srgbClr val="CCC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2" name="Freeform: Shape 71" descr="d9a0f6ec-493f-4b17-b369-ba2a9c2af0db"/>
              <p:cNvSpPr/>
              <p:nvPr/>
            </p:nvSpPr>
            <p:spPr bwMode="auto">
              <a:xfrm>
                <a:off x="6410329" y="3657577"/>
                <a:ext cx="53975" cy="128588"/>
              </a:xfrm>
              <a:custGeom>
                <a:avLst/>
                <a:gdLst>
                  <a:gd name="T0" fmla="*/ 34 w 34"/>
                  <a:gd name="T1" fmla="*/ 81 h 81"/>
                  <a:gd name="T2" fmla="*/ 17 w 34"/>
                  <a:gd name="T3" fmla="*/ 78 h 81"/>
                  <a:gd name="T4" fmla="*/ 0 w 34"/>
                  <a:gd name="T5" fmla="*/ 0 h 81"/>
                  <a:gd name="T6" fmla="*/ 15 w 34"/>
                  <a:gd name="T7" fmla="*/ 2 h 81"/>
                  <a:gd name="T8" fmla="*/ 34 w 34"/>
                  <a:gd name="T9" fmla="*/ 81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4" h="81">
                    <a:moveTo>
                      <a:pt x="34" y="81"/>
                    </a:moveTo>
                    <a:lnTo>
                      <a:pt x="17" y="78"/>
                    </a:lnTo>
                    <a:lnTo>
                      <a:pt x="0" y="0"/>
                    </a:lnTo>
                    <a:lnTo>
                      <a:pt x="15" y="2"/>
                    </a:lnTo>
                    <a:lnTo>
                      <a:pt x="34" y="81"/>
                    </a:lnTo>
                    <a:close/>
                  </a:path>
                </a:pathLst>
              </a:custGeom>
              <a:solidFill>
                <a:srgbClr val="CCC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3" name="Freeform: Shape 72" descr="7528630a-0e7a-490a-9571-5446b5540ef6"/>
              <p:cNvSpPr/>
              <p:nvPr/>
            </p:nvSpPr>
            <p:spPr bwMode="auto">
              <a:xfrm>
                <a:off x="6410329" y="3641702"/>
                <a:ext cx="49213" cy="19050"/>
              </a:xfrm>
              <a:custGeom>
                <a:avLst/>
                <a:gdLst>
                  <a:gd name="T0" fmla="*/ 15 w 31"/>
                  <a:gd name="T1" fmla="*/ 12 h 12"/>
                  <a:gd name="T2" fmla="*/ 0 w 31"/>
                  <a:gd name="T3" fmla="*/ 10 h 12"/>
                  <a:gd name="T4" fmla="*/ 15 w 31"/>
                  <a:gd name="T5" fmla="*/ 0 h 12"/>
                  <a:gd name="T6" fmla="*/ 31 w 31"/>
                  <a:gd name="T7" fmla="*/ 3 h 12"/>
                  <a:gd name="T8" fmla="*/ 15 w 31"/>
                  <a:gd name="T9" fmla="*/ 1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" h="12">
                    <a:moveTo>
                      <a:pt x="15" y="12"/>
                    </a:moveTo>
                    <a:lnTo>
                      <a:pt x="0" y="10"/>
                    </a:lnTo>
                    <a:lnTo>
                      <a:pt x="15" y="0"/>
                    </a:lnTo>
                    <a:lnTo>
                      <a:pt x="31" y="3"/>
                    </a:lnTo>
                    <a:lnTo>
                      <a:pt x="15" y="12"/>
                    </a:lnTo>
                    <a:close/>
                  </a:path>
                </a:pathLst>
              </a:custGeom>
              <a:solidFill>
                <a:srgbClr val="E0DA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4" name="Freeform: Shape 73" descr="93d38123-d542-4d70-99eb-e3fa75c59f2a"/>
              <p:cNvSpPr/>
              <p:nvPr/>
            </p:nvSpPr>
            <p:spPr bwMode="auto">
              <a:xfrm>
                <a:off x="6305554" y="3992538"/>
                <a:ext cx="207963" cy="109537"/>
              </a:xfrm>
              <a:custGeom>
                <a:avLst/>
                <a:gdLst>
                  <a:gd name="T0" fmla="*/ 17 w 131"/>
                  <a:gd name="T1" fmla="*/ 69 h 69"/>
                  <a:gd name="T2" fmla="*/ 0 w 131"/>
                  <a:gd name="T3" fmla="*/ 64 h 69"/>
                  <a:gd name="T4" fmla="*/ 116 w 131"/>
                  <a:gd name="T5" fmla="*/ 0 h 69"/>
                  <a:gd name="T6" fmla="*/ 131 w 131"/>
                  <a:gd name="T7" fmla="*/ 3 h 69"/>
                  <a:gd name="T8" fmla="*/ 17 w 131"/>
                  <a:gd name="T9" fmla="*/ 69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1" h="69">
                    <a:moveTo>
                      <a:pt x="17" y="69"/>
                    </a:moveTo>
                    <a:lnTo>
                      <a:pt x="0" y="64"/>
                    </a:lnTo>
                    <a:lnTo>
                      <a:pt x="116" y="0"/>
                    </a:lnTo>
                    <a:lnTo>
                      <a:pt x="131" y="3"/>
                    </a:lnTo>
                    <a:lnTo>
                      <a:pt x="17" y="69"/>
                    </a:lnTo>
                    <a:close/>
                  </a:path>
                </a:pathLst>
              </a:custGeom>
              <a:solidFill>
                <a:srgbClr val="E0DA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5" name="Freeform: Shape 74" descr="81520066-b8a0-41d1-8e9c-064fe5e4a740"/>
              <p:cNvSpPr/>
              <p:nvPr/>
            </p:nvSpPr>
            <p:spPr bwMode="auto">
              <a:xfrm>
                <a:off x="6256341" y="3781401"/>
                <a:ext cx="207963" cy="109537"/>
              </a:xfrm>
              <a:custGeom>
                <a:avLst/>
                <a:gdLst>
                  <a:gd name="T0" fmla="*/ 17 w 131"/>
                  <a:gd name="T1" fmla="*/ 69 h 69"/>
                  <a:gd name="T2" fmla="*/ 0 w 131"/>
                  <a:gd name="T3" fmla="*/ 67 h 69"/>
                  <a:gd name="T4" fmla="*/ 114 w 131"/>
                  <a:gd name="T5" fmla="*/ 0 h 69"/>
                  <a:gd name="T6" fmla="*/ 131 w 131"/>
                  <a:gd name="T7" fmla="*/ 3 h 69"/>
                  <a:gd name="T8" fmla="*/ 17 w 131"/>
                  <a:gd name="T9" fmla="*/ 69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1" h="69">
                    <a:moveTo>
                      <a:pt x="17" y="69"/>
                    </a:moveTo>
                    <a:lnTo>
                      <a:pt x="0" y="67"/>
                    </a:lnTo>
                    <a:lnTo>
                      <a:pt x="114" y="0"/>
                    </a:lnTo>
                    <a:lnTo>
                      <a:pt x="131" y="3"/>
                    </a:lnTo>
                    <a:lnTo>
                      <a:pt x="17" y="69"/>
                    </a:lnTo>
                    <a:close/>
                  </a:path>
                </a:pathLst>
              </a:custGeom>
              <a:solidFill>
                <a:srgbClr val="E0DA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6" name="Freeform: Shape 75" descr="b3ad2f88-0623-4984-a300-f7096b9e2c32"/>
              <p:cNvSpPr/>
              <p:nvPr/>
            </p:nvSpPr>
            <p:spPr bwMode="auto">
              <a:xfrm>
                <a:off x="6203954" y="3759176"/>
                <a:ext cx="49213" cy="22225"/>
              </a:xfrm>
              <a:custGeom>
                <a:avLst/>
                <a:gdLst>
                  <a:gd name="T0" fmla="*/ 14 w 31"/>
                  <a:gd name="T1" fmla="*/ 14 h 14"/>
                  <a:gd name="T2" fmla="*/ 0 w 31"/>
                  <a:gd name="T3" fmla="*/ 9 h 14"/>
                  <a:gd name="T4" fmla="*/ 16 w 31"/>
                  <a:gd name="T5" fmla="*/ 0 h 14"/>
                  <a:gd name="T6" fmla="*/ 31 w 31"/>
                  <a:gd name="T7" fmla="*/ 5 h 14"/>
                  <a:gd name="T8" fmla="*/ 14 w 31"/>
                  <a:gd name="T9" fmla="*/ 14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" h="14">
                    <a:moveTo>
                      <a:pt x="14" y="14"/>
                    </a:moveTo>
                    <a:lnTo>
                      <a:pt x="0" y="9"/>
                    </a:lnTo>
                    <a:lnTo>
                      <a:pt x="16" y="0"/>
                    </a:lnTo>
                    <a:lnTo>
                      <a:pt x="31" y="5"/>
                    </a:lnTo>
                    <a:lnTo>
                      <a:pt x="14" y="14"/>
                    </a:lnTo>
                    <a:close/>
                  </a:path>
                </a:pathLst>
              </a:custGeom>
              <a:solidFill>
                <a:srgbClr val="E0DA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7" name="Freeform: Shape 76" descr="1b42047d-cdda-4392-911b-6177790838ea"/>
              <p:cNvSpPr/>
              <p:nvPr/>
            </p:nvSpPr>
            <p:spPr bwMode="auto">
              <a:xfrm>
                <a:off x="6203954" y="3773464"/>
                <a:ext cx="358776" cy="1441441"/>
              </a:xfrm>
              <a:custGeom>
                <a:avLst/>
                <a:gdLst>
                  <a:gd name="T0" fmla="*/ 226 w 226"/>
                  <a:gd name="T1" fmla="*/ 908 h 908"/>
                  <a:gd name="T2" fmla="*/ 211 w 226"/>
                  <a:gd name="T3" fmla="*/ 903 h 908"/>
                  <a:gd name="T4" fmla="*/ 0 w 226"/>
                  <a:gd name="T5" fmla="*/ 0 h 908"/>
                  <a:gd name="T6" fmla="*/ 14 w 226"/>
                  <a:gd name="T7" fmla="*/ 5 h 908"/>
                  <a:gd name="T8" fmla="*/ 226 w 226"/>
                  <a:gd name="T9" fmla="*/ 908 h 9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26" h="907">
                    <a:moveTo>
                      <a:pt x="226" y="908"/>
                    </a:moveTo>
                    <a:lnTo>
                      <a:pt x="211" y="903"/>
                    </a:lnTo>
                    <a:lnTo>
                      <a:pt x="0" y="0"/>
                    </a:lnTo>
                    <a:lnTo>
                      <a:pt x="14" y="5"/>
                    </a:lnTo>
                    <a:lnTo>
                      <a:pt x="226" y="908"/>
                    </a:lnTo>
                    <a:close/>
                  </a:path>
                </a:pathLst>
              </a:custGeom>
              <a:solidFill>
                <a:srgbClr val="CCC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8" name="Freeform: Shape 77" descr="5387d906-b1fa-4f21-9f5b-8847e66d578c"/>
              <p:cNvSpPr/>
              <p:nvPr/>
            </p:nvSpPr>
            <p:spPr bwMode="auto">
              <a:xfrm>
                <a:off x="6226179" y="3646464"/>
                <a:ext cx="569913" cy="1568441"/>
              </a:xfrm>
              <a:custGeom>
                <a:avLst/>
                <a:gdLst>
                  <a:gd name="T0" fmla="*/ 131 w 359"/>
                  <a:gd name="T1" fmla="*/ 9 h 988"/>
                  <a:gd name="T2" fmla="*/ 147 w 359"/>
                  <a:gd name="T3" fmla="*/ 0 h 988"/>
                  <a:gd name="T4" fmla="*/ 359 w 359"/>
                  <a:gd name="T5" fmla="*/ 903 h 988"/>
                  <a:gd name="T6" fmla="*/ 342 w 359"/>
                  <a:gd name="T7" fmla="*/ 912 h 988"/>
                  <a:gd name="T8" fmla="*/ 309 w 359"/>
                  <a:gd name="T9" fmla="*/ 772 h 988"/>
                  <a:gd name="T10" fmla="*/ 195 w 359"/>
                  <a:gd name="T11" fmla="*/ 836 h 988"/>
                  <a:gd name="T12" fmla="*/ 228 w 359"/>
                  <a:gd name="T13" fmla="*/ 979 h 988"/>
                  <a:gd name="T14" fmla="*/ 212 w 359"/>
                  <a:gd name="T15" fmla="*/ 988 h 988"/>
                  <a:gd name="T16" fmla="*/ 0 w 359"/>
                  <a:gd name="T17" fmla="*/ 85 h 988"/>
                  <a:gd name="T18" fmla="*/ 17 w 359"/>
                  <a:gd name="T19" fmla="*/ 76 h 988"/>
                  <a:gd name="T20" fmla="*/ 36 w 359"/>
                  <a:gd name="T21" fmla="*/ 154 h 988"/>
                  <a:gd name="T22" fmla="*/ 150 w 359"/>
                  <a:gd name="T23" fmla="*/ 88 h 988"/>
                  <a:gd name="T24" fmla="*/ 131 w 359"/>
                  <a:gd name="T25" fmla="*/ 9 h 988"/>
                  <a:gd name="T26" fmla="*/ 273 w 359"/>
                  <a:gd name="T27" fmla="*/ 620 h 988"/>
                  <a:gd name="T28" fmla="*/ 247 w 359"/>
                  <a:gd name="T29" fmla="*/ 506 h 988"/>
                  <a:gd name="T30" fmla="*/ 133 w 359"/>
                  <a:gd name="T31" fmla="*/ 572 h 988"/>
                  <a:gd name="T32" fmla="*/ 159 w 359"/>
                  <a:gd name="T33" fmla="*/ 686 h 988"/>
                  <a:gd name="T34" fmla="*/ 273 w 359"/>
                  <a:gd name="T35" fmla="*/ 620 h 988"/>
                  <a:gd name="T36" fmla="*/ 273 w 359"/>
                  <a:gd name="T37" fmla="*/ 620 h 988"/>
                  <a:gd name="T38" fmla="*/ 181 w 359"/>
                  <a:gd name="T39" fmla="*/ 221 h 988"/>
                  <a:gd name="T40" fmla="*/ 155 w 359"/>
                  <a:gd name="T41" fmla="*/ 107 h 988"/>
                  <a:gd name="T42" fmla="*/ 40 w 359"/>
                  <a:gd name="T43" fmla="*/ 173 h 988"/>
                  <a:gd name="T44" fmla="*/ 67 w 359"/>
                  <a:gd name="T45" fmla="*/ 287 h 988"/>
                  <a:gd name="T46" fmla="*/ 181 w 359"/>
                  <a:gd name="T47" fmla="*/ 221 h 988"/>
                  <a:gd name="T48" fmla="*/ 181 w 359"/>
                  <a:gd name="T49" fmla="*/ 221 h 988"/>
                  <a:gd name="T50" fmla="*/ 304 w 359"/>
                  <a:gd name="T51" fmla="*/ 753 h 988"/>
                  <a:gd name="T52" fmla="*/ 278 w 359"/>
                  <a:gd name="T53" fmla="*/ 639 h 988"/>
                  <a:gd name="T54" fmla="*/ 164 w 359"/>
                  <a:gd name="T55" fmla="*/ 705 h 988"/>
                  <a:gd name="T56" fmla="*/ 190 w 359"/>
                  <a:gd name="T57" fmla="*/ 817 h 988"/>
                  <a:gd name="T58" fmla="*/ 304 w 359"/>
                  <a:gd name="T59" fmla="*/ 753 h 988"/>
                  <a:gd name="T60" fmla="*/ 304 w 359"/>
                  <a:gd name="T61" fmla="*/ 753 h 988"/>
                  <a:gd name="T62" fmla="*/ 212 w 359"/>
                  <a:gd name="T63" fmla="*/ 354 h 988"/>
                  <a:gd name="T64" fmla="*/ 185 w 359"/>
                  <a:gd name="T65" fmla="*/ 240 h 988"/>
                  <a:gd name="T66" fmla="*/ 71 w 359"/>
                  <a:gd name="T67" fmla="*/ 306 h 988"/>
                  <a:gd name="T68" fmla="*/ 97 w 359"/>
                  <a:gd name="T69" fmla="*/ 420 h 988"/>
                  <a:gd name="T70" fmla="*/ 212 w 359"/>
                  <a:gd name="T71" fmla="*/ 354 h 988"/>
                  <a:gd name="T72" fmla="*/ 212 w 359"/>
                  <a:gd name="T73" fmla="*/ 354 h 988"/>
                  <a:gd name="T74" fmla="*/ 243 w 359"/>
                  <a:gd name="T75" fmla="*/ 487 h 988"/>
                  <a:gd name="T76" fmla="*/ 216 w 359"/>
                  <a:gd name="T77" fmla="*/ 373 h 988"/>
                  <a:gd name="T78" fmla="*/ 102 w 359"/>
                  <a:gd name="T79" fmla="*/ 439 h 988"/>
                  <a:gd name="T80" fmla="*/ 128 w 359"/>
                  <a:gd name="T81" fmla="*/ 553 h 988"/>
                  <a:gd name="T82" fmla="*/ 243 w 359"/>
                  <a:gd name="T83" fmla="*/ 487 h 988"/>
                  <a:gd name="T84" fmla="*/ 243 w 359"/>
                  <a:gd name="T85" fmla="*/ 487 h 9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359" h="987">
                    <a:moveTo>
                      <a:pt x="131" y="9"/>
                    </a:moveTo>
                    <a:lnTo>
                      <a:pt x="147" y="0"/>
                    </a:lnTo>
                    <a:lnTo>
                      <a:pt x="359" y="903"/>
                    </a:lnTo>
                    <a:lnTo>
                      <a:pt x="342" y="912"/>
                    </a:lnTo>
                    <a:lnTo>
                      <a:pt x="309" y="772"/>
                    </a:lnTo>
                    <a:lnTo>
                      <a:pt x="195" y="836"/>
                    </a:lnTo>
                    <a:lnTo>
                      <a:pt x="228" y="979"/>
                    </a:lnTo>
                    <a:lnTo>
                      <a:pt x="212" y="988"/>
                    </a:lnTo>
                    <a:lnTo>
                      <a:pt x="0" y="85"/>
                    </a:lnTo>
                    <a:lnTo>
                      <a:pt x="17" y="76"/>
                    </a:lnTo>
                    <a:lnTo>
                      <a:pt x="36" y="154"/>
                    </a:lnTo>
                    <a:lnTo>
                      <a:pt x="150" y="88"/>
                    </a:lnTo>
                    <a:lnTo>
                      <a:pt x="131" y="9"/>
                    </a:lnTo>
                    <a:close/>
                    <a:moveTo>
                      <a:pt x="273" y="620"/>
                    </a:moveTo>
                    <a:lnTo>
                      <a:pt x="247" y="506"/>
                    </a:lnTo>
                    <a:lnTo>
                      <a:pt x="133" y="572"/>
                    </a:lnTo>
                    <a:lnTo>
                      <a:pt x="159" y="686"/>
                    </a:lnTo>
                    <a:lnTo>
                      <a:pt x="273" y="620"/>
                    </a:lnTo>
                    <a:lnTo>
                      <a:pt x="273" y="620"/>
                    </a:lnTo>
                    <a:close/>
                    <a:moveTo>
                      <a:pt x="181" y="221"/>
                    </a:moveTo>
                    <a:lnTo>
                      <a:pt x="155" y="107"/>
                    </a:lnTo>
                    <a:lnTo>
                      <a:pt x="40" y="173"/>
                    </a:lnTo>
                    <a:lnTo>
                      <a:pt x="67" y="287"/>
                    </a:lnTo>
                    <a:lnTo>
                      <a:pt x="181" y="221"/>
                    </a:lnTo>
                    <a:lnTo>
                      <a:pt x="181" y="221"/>
                    </a:lnTo>
                    <a:close/>
                    <a:moveTo>
                      <a:pt x="304" y="753"/>
                    </a:moveTo>
                    <a:lnTo>
                      <a:pt x="278" y="639"/>
                    </a:lnTo>
                    <a:lnTo>
                      <a:pt x="164" y="705"/>
                    </a:lnTo>
                    <a:lnTo>
                      <a:pt x="190" y="817"/>
                    </a:lnTo>
                    <a:lnTo>
                      <a:pt x="304" y="753"/>
                    </a:lnTo>
                    <a:lnTo>
                      <a:pt x="304" y="753"/>
                    </a:lnTo>
                    <a:close/>
                    <a:moveTo>
                      <a:pt x="212" y="354"/>
                    </a:moveTo>
                    <a:lnTo>
                      <a:pt x="185" y="240"/>
                    </a:lnTo>
                    <a:lnTo>
                      <a:pt x="71" y="306"/>
                    </a:lnTo>
                    <a:lnTo>
                      <a:pt x="97" y="420"/>
                    </a:lnTo>
                    <a:lnTo>
                      <a:pt x="212" y="354"/>
                    </a:lnTo>
                    <a:lnTo>
                      <a:pt x="212" y="354"/>
                    </a:lnTo>
                    <a:close/>
                    <a:moveTo>
                      <a:pt x="243" y="487"/>
                    </a:moveTo>
                    <a:lnTo>
                      <a:pt x="216" y="373"/>
                    </a:lnTo>
                    <a:lnTo>
                      <a:pt x="102" y="439"/>
                    </a:lnTo>
                    <a:lnTo>
                      <a:pt x="128" y="553"/>
                    </a:lnTo>
                    <a:lnTo>
                      <a:pt x="243" y="487"/>
                    </a:lnTo>
                    <a:lnTo>
                      <a:pt x="243" y="48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9" name="Freeform: Shape 78" descr="866e18c9-744a-4ce5-8a12-f60465592df3"/>
              <p:cNvSpPr/>
              <p:nvPr/>
            </p:nvSpPr>
            <p:spPr bwMode="auto">
              <a:xfrm>
                <a:off x="4349753" y="2265348"/>
                <a:ext cx="60325" cy="98425"/>
              </a:xfrm>
              <a:custGeom>
                <a:avLst/>
                <a:gdLst>
                  <a:gd name="T0" fmla="*/ 38 w 38"/>
                  <a:gd name="T1" fmla="*/ 38 h 62"/>
                  <a:gd name="T2" fmla="*/ 0 w 38"/>
                  <a:gd name="T3" fmla="*/ 62 h 62"/>
                  <a:gd name="T4" fmla="*/ 0 w 38"/>
                  <a:gd name="T5" fmla="*/ 21 h 62"/>
                  <a:gd name="T6" fmla="*/ 38 w 38"/>
                  <a:gd name="T7" fmla="*/ 0 h 62"/>
                  <a:gd name="T8" fmla="*/ 38 w 38"/>
                  <a:gd name="T9" fmla="*/ 38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8" h="62">
                    <a:moveTo>
                      <a:pt x="38" y="38"/>
                    </a:moveTo>
                    <a:lnTo>
                      <a:pt x="0" y="62"/>
                    </a:lnTo>
                    <a:lnTo>
                      <a:pt x="0" y="21"/>
                    </a:lnTo>
                    <a:lnTo>
                      <a:pt x="38" y="0"/>
                    </a:lnTo>
                    <a:lnTo>
                      <a:pt x="38" y="38"/>
                    </a:lnTo>
                    <a:close/>
                  </a:path>
                </a:pathLst>
              </a:custGeom>
              <a:solidFill>
                <a:srgbClr val="4685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0" name="Freeform: Shape 79" descr="106c9abc-956c-40dd-af8f-228ad77d041f"/>
              <p:cNvSpPr/>
              <p:nvPr/>
            </p:nvSpPr>
            <p:spPr bwMode="auto">
              <a:xfrm>
                <a:off x="7332667" y="2824144"/>
                <a:ext cx="71438" cy="112712"/>
              </a:xfrm>
              <a:custGeom>
                <a:avLst/>
                <a:gdLst>
                  <a:gd name="T0" fmla="*/ 45 w 45"/>
                  <a:gd name="T1" fmla="*/ 45 h 71"/>
                  <a:gd name="T2" fmla="*/ 2 w 45"/>
                  <a:gd name="T3" fmla="*/ 71 h 71"/>
                  <a:gd name="T4" fmla="*/ 0 w 45"/>
                  <a:gd name="T5" fmla="*/ 26 h 71"/>
                  <a:gd name="T6" fmla="*/ 45 w 45"/>
                  <a:gd name="T7" fmla="*/ 0 h 71"/>
                  <a:gd name="T8" fmla="*/ 45 w 45"/>
                  <a:gd name="T9" fmla="*/ 45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5" h="71">
                    <a:moveTo>
                      <a:pt x="45" y="45"/>
                    </a:moveTo>
                    <a:lnTo>
                      <a:pt x="2" y="71"/>
                    </a:lnTo>
                    <a:lnTo>
                      <a:pt x="0" y="26"/>
                    </a:lnTo>
                    <a:lnTo>
                      <a:pt x="45" y="0"/>
                    </a:lnTo>
                    <a:lnTo>
                      <a:pt x="45" y="45"/>
                    </a:lnTo>
                    <a:close/>
                  </a:path>
                </a:pathLst>
              </a:custGeom>
              <a:solidFill>
                <a:srgbClr val="4685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1" name="Freeform: Shape 80" descr="92d494d2-1dbf-4f51-8f78-78d92ce26daa"/>
              <p:cNvSpPr/>
              <p:nvPr/>
            </p:nvSpPr>
            <p:spPr bwMode="auto">
              <a:xfrm>
                <a:off x="7599367" y="3046393"/>
                <a:ext cx="34925" cy="55563"/>
              </a:xfrm>
              <a:custGeom>
                <a:avLst/>
                <a:gdLst>
                  <a:gd name="T0" fmla="*/ 22 w 22"/>
                  <a:gd name="T1" fmla="*/ 24 h 35"/>
                  <a:gd name="T2" fmla="*/ 0 w 22"/>
                  <a:gd name="T3" fmla="*/ 35 h 35"/>
                  <a:gd name="T4" fmla="*/ 0 w 22"/>
                  <a:gd name="T5" fmla="*/ 14 h 35"/>
                  <a:gd name="T6" fmla="*/ 22 w 22"/>
                  <a:gd name="T7" fmla="*/ 0 h 35"/>
                  <a:gd name="T8" fmla="*/ 22 w 22"/>
                  <a:gd name="T9" fmla="*/ 24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2" h="35">
                    <a:moveTo>
                      <a:pt x="22" y="24"/>
                    </a:moveTo>
                    <a:lnTo>
                      <a:pt x="0" y="35"/>
                    </a:lnTo>
                    <a:lnTo>
                      <a:pt x="0" y="14"/>
                    </a:lnTo>
                    <a:lnTo>
                      <a:pt x="22" y="0"/>
                    </a:lnTo>
                    <a:lnTo>
                      <a:pt x="22" y="24"/>
                    </a:lnTo>
                    <a:close/>
                  </a:path>
                </a:pathLst>
              </a:custGeom>
              <a:solidFill>
                <a:srgbClr val="4685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2" name="Freeform: Shape 81" descr="d2d94e47-1fae-4317-9a09-b129fcf38002"/>
              <p:cNvSpPr/>
              <p:nvPr/>
            </p:nvSpPr>
            <p:spPr bwMode="auto">
              <a:xfrm>
                <a:off x="5086353" y="1801801"/>
                <a:ext cx="101600" cy="161924"/>
              </a:xfrm>
              <a:custGeom>
                <a:avLst/>
                <a:gdLst>
                  <a:gd name="T0" fmla="*/ 64 w 64"/>
                  <a:gd name="T1" fmla="*/ 64 h 102"/>
                  <a:gd name="T2" fmla="*/ 0 w 64"/>
                  <a:gd name="T3" fmla="*/ 102 h 102"/>
                  <a:gd name="T4" fmla="*/ 0 w 64"/>
                  <a:gd name="T5" fmla="*/ 38 h 102"/>
                  <a:gd name="T6" fmla="*/ 64 w 64"/>
                  <a:gd name="T7" fmla="*/ 0 h 102"/>
                  <a:gd name="T8" fmla="*/ 64 w 64"/>
                  <a:gd name="T9" fmla="*/ 64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4" h="102">
                    <a:moveTo>
                      <a:pt x="64" y="64"/>
                    </a:moveTo>
                    <a:lnTo>
                      <a:pt x="0" y="102"/>
                    </a:lnTo>
                    <a:lnTo>
                      <a:pt x="0" y="38"/>
                    </a:lnTo>
                    <a:lnTo>
                      <a:pt x="64" y="0"/>
                    </a:lnTo>
                    <a:lnTo>
                      <a:pt x="64" y="64"/>
                    </a:lnTo>
                    <a:close/>
                  </a:path>
                </a:pathLst>
              </a:custGeom>
              <a:solidFill>
                <a:srgbClr val="4685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3" name="Freeform: Shape 82" descr="5a541d3e-d1e3-4b50-9f05-e9628f325737"/>
              <p:cNvSpPr/>
              <p:nvPr/>
            </p:nvSpPr>
            <p:spPr bwMode="auto">
              <a:xfrm>
                <a:off x="7185029" y="2736832"/>
                <a:ext cx="120650" cy="188912"/>
              </a:xfrm>
              <a:custGeom>
                <a:avLst/>
                <a:gdLst>
                  <a:gd name="T0" fmla="*/ 76 w 76"/>
                  <a:gd name="T1" fmla="*/ 76 h 119"/>
                  <a:gd name="T2" fmla="*/ 0 w 76"/>
                  <a:gd name="T3" fmla="*/ 119 h 119"/>
                  <a:gd name="T4" fmla="*/ 0 w 76"/>
                  <a:gd name="T5" fmla="*/ 43 h 119"/>
                  <a:gd name="T6" fmla="*/ 76 w 76"/>
                  <a:gd name="T7" fmla="*/ 0 h 119"/>
                  <a:gd name="T8" fmla="*/ 76 w 76"/>
                  <a:gd name="T9" fmla="*/ 76 h 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6" h="119">
                    <a:moveTo>
                      <a:pt x="76" y="76"/>
                    </a:moveTo>
                    <a:lnTo>
                      <a:pt x="0" y="119"/>
                    </a:lnTo>
                    <a:lnTo>
                      <a:pt x="0" y="43"/>
                    </a:lnTo>
                    <a:lnTo>
                      <a:pt x="76" y="0"/>
                    </a:lnTo>
                    <a:lnTo>
                      <a:pt x="76" y="76"/>
                    </a:lnTo>
                    <a:close/>
                  </a:path>
                </a:pathLst>
              </a:custGeom>
              <a:solidFill>
                <a:srgbClr val="0647A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4" name="Freeform: Shape 83" descr="9868b57d-7e16-4288-83bf-27be0e961684"/>
              <p:cNvSpPr/>
              <p:nvPr/>
            </p:nvSpPr>
            <p:spPr bwMode="auto">
              <a:xfrm>
                <a:off x="4565653" y="2555858"/>
                <a:ext cx="85725" cy="139699"/>
              </a:xfrm>
              <a:custGeom>
                <a:avLst/>
                <a:gdLst>
                  <a:gd name="T0" fmla="*/ 54 w 54"/>
                  <a:gd name="T1" fmla="*/ 57 h 88"/>
                  <a:gd name="T2" fmla="*/ 0 w 54"/>
                  <a:gd name="T3" fmla="*/ 88 h 88"/>
                  <a:gd name="T4" fmla="*/ 0 w 54"/>
                  <a:gd name="T5" fmla="*/ 33 h 88"/>
                  <a:gd name="T6" fmla="*/ 54 w 54"/>
                  <a:gd name="T7" fmla="*/ 0 h 88"/>
                  <a:gd name="T8" fmla="*/ 54 w 54"/>
                  <a:gd name="T9" fmla="*/ 57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4" h="88">
                    <a:moveTo>
                      <a:pt x="54" y="57"/>
                    </a:moveTo>
                    <a:lnTo>
                      <a:pt x="0" y="88"/>
                    </a:lnTo>
                    <a:lnTo>
                      <a:pt x="0" y="33"/>
                    </a:lnTo>
                    <a:lnTo>
                      <a:pt x="54" y="0"/>
                    </a:lnTo>
                    <a:lnTo>
                      <a:pt x="54" y="57"/>
                    </a:lnTo>
                    <a:close/>
                  </a:path>
                </a:pathLst>
              </a:custGeom>
              <a:solidFill>
                <a:srgbClr val="0647A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5" name="Freeform: Shape 84" descr="8aac1831-7e0a-4c6a-a20d-67fea0ec7c74"/>
              <p:cNvSpPr/>
              <p:nvPr/>
            </p:nvSpPr>
            <p:spPr bwMode="auto">
              <a:xfrm>
                <a:off x="4705353" y="3211492"/>
                <a:ext cx="71438" cy="114299"/>
              </a:xfrm>
              <a:custGeom>
                <a:avLst/>
                <a:gdLst>
                  <a:gd name="T0" fmla="*/ 45 w 45"/>
                  <a:gd name="T1" fmla="*/ 46 h 72"/>
                  <a:gd name="T2" fmla="*/ 0 w 45"/>
                  <a:gd name="T3" fmla="*/ 72 h 72"/>
                  <a:gd name="T4" fmla="*/ 0 w 45"/>
                  <a:gd name="T5" fmla="*/ 27 h 72"/>
                  <a:gd name="T6" fmla="*/ 45 w 45"/>
                  <a:gd name="T7" fmla="*/ 0 h 72"/>
                  <a:gd name="T8" fmla="*/ 45 w 45"/>
                  <a:gd name="T9" fmla="*/ 46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5" h="72">
                    <a:moveTo>
                      <a:pt x="45" y="46"/>
                    </a:moveTo>
                    <a:lnTo>
                      <a:pt x="0" y="72"/>
                    </a:lnTo>
                    <a:lnTo>
                      <a:pt x="0" y="27"/>
                    </a:lnTo>
                    <a:lnTo>
                      <a:pt x="45" y="0"/>
                    </a:lnTo>
                    <a:lnTo>
                      <a:pt x="45" y="46"/>
                    </a:lnTo>
                    <a:close/>
                  </a:path>
                </a:pathLst>
              </a:custGeom>
              <a:solidFill>
                <a:srgbClr val="4685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6" name="Freeform: Shape 85" descr="9bc367bb-3515-4ef5-a517-f0bf45e954f5"/>
              <p:cNvSpPr/>
              <p:nvPr/>
            </p:nvSpPr>
            <p:spPr bwMode="auto">
              <a:xfrm>
                <a:off x="6418266" y="1273166"/>
                <a:ext cx="71438" cy="109537"/>
              </a:xfrm>
              <a:custGeom>
                <a:avLst/>
                <a:gdLst>
                  <a:gd name="T0" fmla="*/ 45 w 45"/>
                  <a:gd name="T1" fmla="*/ 43 h 69"/>
                  <a:gd name="T2" fmla="*/ 0 w 45"/>
                  <a:gd name="T3" fmla="*/ 69 h 69"/>
                  <a:gd name="T4" fmla="*/ 0 w 45"/>
                  <a:gd name="T5" fmla="*/ 24 h 69"/>
                  <a:gd name="T6" fmla="*/ 45 w 45"/>
                  <a:gd name="T7" fmla="*/ 0 h 69"/>
                  <a:gd name="T8" fmla="*/ 45 w 45"/>
                  <a:gd name="T9" fmla="*/ 43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5" h="69">
                    <a:moveTo>
                      <a:pt x="45" y="43"/>
                    </a:moveTo>
                    <a:lnTo>
                      <a:pt x="0" y="69"/>
                    </a:lnTo>
                    <a:lnTo>
                      <a:pt x="0" y="24"/>
                    </a:lnTo>
                    <a:lnTo>
                      <a:pt x="45" y="0"/>
                    </a:lnTo>
                    <a:lnTo>
                      <a:pt x="45" y="43"/>
                    </a:lnTo>
                    <a:close/>
                  </a:path>
                </a:pathLst>
              </a:custGeom>
              <a:solidFill>
                <a:srgbClr val="0647A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7" name="Freeform: Shape 86" descr="78a2a4e2-3e1a-45a9-b1d2-bab5797960d9"/>
              <p:cNvSpPr/>
              <p:nvPr/>
            </p:nvSpPr>
            <p:spPr bwMode="auto">
              <a:xfrm>
                <a:off x="7478717" y="1911337"/>
                <a:ext cx="34925" cy="52388"/>
              </a:xfrm>
              <a:custGeom>
                <a:avLst/>
                <a:gdLst>
                  <a:gd name="T0" fmla="*/ 22 w 22"/>
                  <a:gd name="T1" fmla="*/ 21 h 33"/>
                  <a:gd name="T2" fmla="*/ 0 w 22"/>
                  <a:gd name="T3" fmla="*/ 33 h 33"/>
                  <a:gd name="T4" fmla="*/ 0 w 22"/>
                  <a:gd name="T5" fmla="*/ 12 h 33"/>
                  <a:gd name="T6" fmla="*/ 22 w 22"/>
                  <a:gd name="T7" fmla="*/ 0 h 33"/>
                  <a:gd name="T8" fmla="*/ 22 w 22"/>
                  <a:gd name="T9" fmla="*/ 21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2" h="33">
                    <a:moveTo>
                      <a:pt x="22" y="21"/>
                    </a:moveTo>
                    <a:lnTo>
                      <a:pt x="0" y="33"/>
                    </a:lnTo>
                    <a:lnTo>
                      <a:pt x="0" y="12"/>
                    </a:lnTo>
                    <a:lnTo>
                      <a:pt x="22" y="0"/>
                    </a:lnTo>
                    <a:lnTo>
                      <a:pt x="22" y="21"/>
                    </a:lnTo>
                    <a:close/>
                  </a:path>
                </a:pathLst>
              </a:custGeom>
              <a:solidFill>
                <a:srgbClr val="0647A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8" name="Freeform: Shape 87" descr="d4060c88-51a2-4a84-b2f5-96edbd0cb092"/>
              <p:cNvSpPr/>
              <p:nvPr/>
            </p:nvSpPr>
            <p:spPr bwMode="auto">
              <a:xfrm>
                <a:off x="6546854" y="2008175"/>
                <a:ext cx="33338" cy="57150"/>
              </a:xfrm>
              <a:custGeom>
                <a:avLst/>
                <a:gdLst>
                  <a:gd name="T0" fmla="*/ 21 w 21"/>
                  <a:gd name="T1" fmla="*/ 22 h 36"/>
                  <a:gd name="T2" fmla="*/ 0 w 21"/>
                  <a:gd name="T3" fmla="*/ 36 h 36"/>
                  <a:gd name="T4" fmla="*/ 0 w 21"/>
                  <a:gd name="T5" fmla="*/ 12 h 36"/>
                  <a:gd name="T6" fmla="*/ 21 w 21"/>
                  <a:gd name="T7" fmla="*/ 0 h 36"/>
                  <a:gd name="T8" fmla="*/ 21 w 21"/>
                  <a:gd name="T9" fmla="*/ 22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" h="36">
                    <a:moveTo>
                      <a:pt x="21" y="22"/>
                    </a:moveTo>
                    <a:lnTo>
                      <a:pt x="0" y="36"/>
                    </a:lnTo>
                    <a:lnTo>
                      <a:pt x="0" y="12"/>
                    </a:lnTo>
                    <a:lnTo>
                      <a:pt x="21" y="0"/>
                    </a:lnTo>
                    <a:lnTo>
                      <a:pt x="21" y="22"/>
                    </a:lnTo>
                    <a:close/>
                  </a:path>
                </a:pathLst>
              </a:custGeom>
              <a:solidFill>
                <a:srgbClr val="4685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9" name="Freeform: Shape 88" descr="2928559c-bb82-45d1-bd98-fa32ce92b695"/>
              <p:cNvSpPr/>
              <p:nvPr/>
            </p:nvSpPr>
            <p:spPr bwMode="auto">
              <a:xfrm>
                <a:off x="6799267" y="1835138"/>
                <a:ext cx="73025" cy="109537"/>
              </a:xfrm>
              <a:custGeom>
                <a:avLst/>
                <a:gdLst>
                  <a:gd name="T0" fmla="*/ 46 w 46"/>
                  <a:gd name="T1" fmla="*/ 43 h 69"/>
                  <a:gd name="T2" fmla="*/ 0 w 46"/>
                  <a:gd name="T3" fmla="*/ 69 h 69"/>
                  <a:gd name="T4" fmla="*/ 0 w 46"/>
                  <a:gd name="T5" fmla="*/ 24 h 69"/>
                  <a:gd name="T6" fmla="*/ 46 w 46"/>
                  <a:gd name="T7" fmla="*/ 0 h 69"/>
                  <a:gd name="T8" fmla="*/ 46 w 46"/>
                  <a:gd name="T9" fmla="*/ 43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6" h="69">
                    <a:moveTo>
                      <a:pt x="46" y="43"/>
                    </a:moveTo>
                    <a:lnTo>
                      <a:pt x="0" y="69"/>
                    </a:lnTo>
                    <a:lnTo>
                      <a:pt x="0" y="24"/>
                    </a:lnTo>
                    <a:lnTo>
                      <a:pt x="46" y="0"/>
                    </a:lnTo>
                    <a:lnTo>
                      <a:pt x="46" y="43"/>
                    </a:lnTo>
                    <a:close/>
                  </a:path>
                </a:pathLst>
              </a:custGeom>
              <a:solidFill>
                <a:srgbClr val="4685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0" name="Freeform: Shape 89" descr="626f1fac-77bd-4e60-a9d4-0de9d5a02e20"/>
              <p:cNvSpPr/>
              <p:nvPr/>
            </p:nvSpPr>
            <p:spPr bwMode="auto">
              <a:xfrm>
                <a:off x="7823205" y="2720958"/>
                <a:ext cx="33338" cy="57150"/>
              </a:xfrm>
              <a:custGeom>
                <a:avLst/>
                <a:gdLst>
                  <a:gd name="T0" fmla="*/ 21 w 21"/>
                  <a:gd name="T1" fmla="*/ 22 h 36"/>
                  <a:gd name="T2" fmla="*/ 0 w 21"/>
                  <a:gd name="T3" fmla="*/ 36 h 36"/>
                  <a:gd name="T4" fmla="*/ 0 w 21"/>
                  <a:gd name="T5" fmla="*/ 12 h 36"/>
                  <a:gd name="T6" fmla="*/ 21 w 21"/>
                  <a:gd name="T7" fmla="*/ 0 h 36"/>
                  <a:gd name="T8" fmla="*/ 21 w 21"/>
                  <a:gd name="T9" fmla="*/ 22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" h="36">
                    <a:moveTo>
                      <a:pt x="21" y="22"/>
                    </a:moveTo>
                    <a:lnTo>
                      <a:pt x="0" y="36"/>
                    </a:lnTo>
                    <a:lnTo>
                      <a:pt x="0" y="12"/>
                    </a:lnTo>
                    <a:lnTo>
                      <a:pt x="21" y="0"/>
                    </a:lnTo>
                    <a:lnTo>
                      <a:pt x="21" y="22"/>
                    </a:lnTo>
                    <a:close/>
                  </a:path>
                </a:pathLst>
              </a:custGeom>
              <a:solidFill>
                <a:srgbClr val="4685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1" name="Freeform: Shape 90" descr="13c4325e-cae8-4791-a947-f3eb4be1ce65"/>
              <p:cNvSpPr/>
              <p:nvPr/>
            </p:nvSpPr>
            <p:spPr bwMode="auto">
              <a:xfrm>
                <a:off x="4179890" y="2547921"/>
                <a:ext cx="30163" cy="49212"/>
              </a:xfrm>
              <a:custGeom>
                <a:avLst/>
                <a:gdLst>
                  <a:gd name="T0" fmla="*/ 19 w 19"/>
                  <a:gd name="T1" fmla="*/ 22 h 31"/>
                  <a:gd name="T2" fmla="*/ 0 w 19"/>
                  <a:gd name="T3" fmla="*/ 31 h 31"/>
                  <a:gd name="T4" fmla="*/ 0 w 19"/>
                  <a:gd name="T5" fmla="*/ 12 h 31"/>
                  <a:gd name="T6" fmla="*/ 19 w 19"/>
                  <a:gd name="T7" fmla="*/ 0 h 31"/>
                  <a:gd name="T8" fmla="*/ 19 w 19"/>
                  <a:gd name="T9" fmla="*/ 22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" h="31">
                    <a:moveTo>
                      <a:pt x="19" y="22"/>
                    </a:moveTo>
                    <a:lnTo>
                      <a:pt x="0" y="31"/>
                    </a:lnTo>
                    <a:lnTo>
                      <a:pt x="0" y="12"/>
                    </a:lnTo>
                    <a:lnTo>
                      <a:pt x="19" y="0"/>
                    </a:lnTo>
                    <a:lnTo>
                      <a:pt x="19" y="22"/>
                    </a:lnTo>
                    <a:close/>
                  </a:path>
                </a:pathLst>
              </a:custGeom>
              <a:solidFill>
                <a:srgbClr val="4685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2" name="Freeform: Shape 91" descr="9c1f7b46-f9bc-4310-b081-831cebb59678"/>
              <p:cNvSpPr/>
              <p:nvPr/>
            </p:nvSpPr>
            <p:spPr bwMode="auto">
              <a:xfrm>
                <a:off x="4984753" y="1974837"/>
                <a:ext cx="71438" cy="112712"/>
              </a:xfrm>
              <a:custGeom>
                <a:avLst/>
                <a:gdLst>
                  <a:gd name="T0" fmla="*/ 45 w 45"/>
                  <a:gd name="T1" fmla="*/ 45 h 71"/>
                  <a:gd name="T2" fmla="*/ 0 w 45"/>
                  <a:gd name="T3" fmla="*/ 71 h 71"/>
                  <a:gd name="T4" fmla="*/ 0 w 45"/>
                  <a:gd name="T5" fmla="*/ 26 h 71"/>
                  <a:gd name="T6" fmla="*/ 45 w 45"/>
                  <a:gd name="T7" fmla="*/ 0 h 71"/>
                  <a:gd name="T8" fmla="*/ 45 w 45"/>
                  <a:gd name="T9" fmla="*/ 45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5" h="71">
                    <a:moveTo>
                      <a:pt x="45" y="45"/>
                    </a:moveTo>
                    <a:lnTo>
                      <a:pt x="0" y="71"/>
                    </a:lnTo>
                    <a:lnTo>
                      <a:pt x="0" y="26"/>
                    </a:lnTo>
                    <a:lnTo>
                      <a:pt x="45" y="0"/>
                    </a:lnTo>
                    <a:lnTo>
                      <a:pt x="45" y="45"/>
                    </a:lnTo>
                    <a:close/>
                  </a:path>
                </a:pathLst>
              </a:custGeom>
              <a:solidFill>
                <a:srgbClr val="4685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3" name="Freeform: Shape 92" descr="525ac4b4-eda2-4377-8536-d2e704954d29"/>
              <p:cNvSpPr/>
              <p:nvPr/>
            </p:nvSpPr>
            <p:spPr bwMode="auto">
              <a:xfrm>
                <a:off x="6313491" y="1489065"/>
                <a:ext cx="33338" cy="55563"/>
              </a:xfrm>
              <a:custGeom>
                <a:avLst/>
                <a:gdLst>
                  <a:gd name="T0" fmla="*/ 21 w 21"/>
                  <a:gd name="T1" fmla="*/ 23 h 35"/>
                  <a:gd name="T2" fmla="*/ 0 w 21"/>
                  <a:gd name="T3" fmla="*/ 35 h 35"/>
                  <a:gd name="T4" fmla="*/ 0 w 21"/>
                  <a:gd name="T5" fmla="*/ 14 h 35"/>
                  <a:gd name="T6" fmla="*/ 21 w 21"/>
                  <a:gd name="T7" fmla="*/ 0 h 35"/>
                  <a:gd name="T8" fmla="*/ 21 w 21"/>
                  <a:gd name="T9" fmla="*/ 23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" h="35">
                    <a:moveTo>
                      <a:pt x="21" y="23"/>
                    </a:moveTo>
                    <a:lnTo>
                      <a:pt x="0" y="35"/>
                    </a:lnTo>
                    <a:lnTo>
                      <a:pt x="0" y="14"/>
                    </a:lnTo>
                    <a:lnTo>
                      <a:pt x="21" y="0"/>
                    </a:lnTo>
                    <a:lnTo>
                      <a:pt x="21" y="23"/>
                    </a:lnTo>
                    <a:close/>
                  </a:path>
                </a:pathLst>
              </a:custGeom>
              <a:solidFill>
                <a:srgbClr val="4685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4" name="Freeform: Shape 93" descr="aef00036-1b46-446b-840b-677581433fc6"/>
              <p:cNvSpPr/>
              <p:nvPr/>
            </p:nvSpPr>
            <p:spPr bwMode="auto">
              <a:xfrm>
                <a:off x="4689478" y="2555858"/>
                <a:ext cx="117475" cy="188912"/>
              </a:xfrm>
              <a:custGeom>
                <a:avLst/>
                <a:gdLst>
                  <a:gd name="T0" fmla="*/ 74 w 74"/>
                  <a:gd name="T1" fmla="*/ 76 h 119"/>
                  <a:gd name="T2" fmla="*/ 0 w 74"/>
                  <a:gd name="T3" fmla="*/ 119 h 119"/>
                  <a:gd name="T4" fmla="*/ 0 w 74"/>
                  <a:gd name="T5" fmla="*/ 43 h 119"/>
                  <a:gd name="T6" fmla="*/ 74 w 74"/>
                  <a:gd name="T7" fmla="*/ 0 h 119"/>
                  <a:gd name="T8" fmla="*/ 74 w 74"/>
                  <a:gd name="T9" fmla="*/ 76 h 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4" h="119">
                    <a:moveTo>
                      <a:pt x="74" y="76"/>
                    </a:moveTo>
                    <a:lnTo>
                      <a:pt x="0" y="119"/>
                    </a:lnTo>
                    <a:lnTo>
                      <a:pt x="0" y="43"/>
                    </a:lnTo>
                    <a:lnTo>
                      <a:pt x="74" y="0"/>
                    </a:lnTo>
                    <a:lnTo>
                      <a:pt x="74" y="76"/>
                    </a:lnTo>
                    <a:close/>
                  </a:path>
                </a:pathLst>
              </a:custGeom>
              <a:solidFill>
                <a:srgbClr val="4685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5" name="Freeform: Shape 94" descr="e9f0bcd0-ceb0-4e86-9fe7-43c2493f6e25"/>
              <p:cNvSpPr/>
              <p:nvPr/>
            </p:nvSpPr>
            <p:spPr bwMode="auto">
              <a:xfrm>
                <a:off x="7675566" y="3060680"/>
                <a:ext cx="71438" cy="114299"/>
              </a:xfrm>
              <a:custGeom>
                <a:avLst/>
                <a:gdLst>
                  <a:gd name="T0" fmla="*/ 45 w 45"/>
                  <a:gd name="T1" fmla="*/ 45 h 72"/>
                  <a:gd name="T2" fmla="*/ 0 w 45"/>
                  <a:gd name="T3" fmla="*/ 72 h 72"/>
                  <a:gd name="T4" fmla="*/ 0 w 45"/>
                  <a:gd name="T5" fmla="*/ 26 h 72"/>
                  <a:gd name="T6" fmla="*/ 45 w 45"/>
                  <a:gd name="T7" fmla="*/ 0 h 72"/>
                  <a:gd name="T8" fmla="*/ 45 w 45"/>
                  <a:gd name="T9" fmla="*/ 45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5" h="72">
                    <a:moveTo>
                      <a:pt x="45" y="45"/>
                    </a:moveTo>
                    <a:lnTo>
                      <a:pt x="0" y="72"/>
                    </a:lnTo>
                    <a:lnTo>
                      <a:pt x="0" y="26"/>
                    </a:lnTo>
                    <a:lnTo>
                      <a:pt x="45" y="0"/>
                    </a:lnTo>
                    <a:lnTo>
                      <a:pt x="45" y="45"/>
                    </a:lnTo>
                    <a:close/>
                  </a:path>
                </a:pathLst>
              </a:custGeom>
              <a:solidFill>
                <a:srgbClr val="83BE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6" name="Freeform: Shape 95" descr="fd91a286-715f-424e-8a26-82467cd5c13f"/>
              <p:cNvSpPr/>
              <p:nvPr/>
            </p:nvSpPr>
            <p:spPr bwMode="auto">
              <a:xfrm>
                <a:off x="6453190" y="2103424"/>
                <a:ext cx="71438" cy="112712"/>
              </a:xfrm>
              <a:custGeom>
                <a:avLst/>
                <a:gdLst>
                  <a:gd name="T0" fmla="*/ 45 w 45"/>
                  <a:gd name="T1" fmla="*/ 45 h 71"/>
                  <a:gd name="T2" fmla="*/ 0 w 45"/>
                  <a:gd name="T3" fmla="*/ 71 h 71"/>
                  <a:gd name="T4" fmla="*/ 0 w 45"/>
                  <a:gd name="T5" fmla="*/ 26 h 71"/>
                  <a:gd name="T6" fmla="*/ 45 w 45"/>
                  <a:gd name="T7" fmla="*/ 0 h 71"/>
                  <a:gd name="T8" fmla="*/ 45 w 45"/>
                  <a:gd name="T9" fmla="*/ 45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5" h="71">
                    <a:moveTo>
                      <a:pt x="45" y="45"/>
                    </a:moveTo>
                    <a:lnTo>
                      <a:pt x="0" y="71"/>
                    </a:lnTo>
                    <a:lnTo>
                      <a:pt x="0" y="26"/>
                    </a:lnTo>
                    <a:lnTo>
                      <a:pt x="45" y="0"/>
                    </a:lnTo>
                    <a:lnTo>
                      <a:pt x="45" y="45"/>
                    </a:lnTo>
                    <a:close/>
                  </a:path>
                </a:pathLst>
              </a:custGeom>
              <a:solidFill>
                <a:srgbClr val="83BE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7" name="Freeform: Shape 96" descr="30ba06b4-b489-4c8d-8ecc-a2b4ba874ce8"/>
              <p:cNvSpPr/>
              <p:nvPr/>
            </p:nvSpPr>
            <p:spPr bwMode="auto">
              <a:xfrm>
                <a:off x="5776916" y="2408222"/>
                <a:ext cx="71438" cy="114299"/>
              </a:xfrm>
              <a:custGeom>
                <a:avLst/>
                <a:gdLst>
                  <a:gd name="T0" fmla="*/ 45 w 45"/>
                  <a:gd name="T1" fmla="*/ 45 h 72"/>
                  <a:gd name="T2" fmla="*/ 0 w 45"/>
                  <a:gd name="T3" fmla="*/ 72 h 72"/>
                  <a:gd name="T4" fmla="*/ 0 w 45"/>
                  <a:gd name="T5" fmla="*/ 26 h 72"/>
                  <a:gd name="T6" fmla="*/ 45 w 45"/>
                  <a:gd name="T7" fmla="*/ 0 h 72"/>
                  <a:gd name="T8" fmla="*/ 45 w 45"/>
                  <a:gd name="T9" fmla="*/ 45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5" h="72">
                    <a:moveTo>
                      <a:pt x="45" y="45"/>
                    </a:moveTo>
                    <a:lnTo>
                      <a:pt x="0" y="72"/>
                    </a:lnTo>
                    <a:lnTo>
                      <a:pt x="0" y="26"/>
                    </a:lnTo>
                    <a:lnTo>
                      <a:pt x="45" y="0"/>
                    </a:lnTo>
                    <a:lnTo>
                      <a:pt x="45" y="45"/>
                    </a:lnTo>
                    <a:close/>
                  </a:path>
                </a:pathLst>
              </a:custGeom>
              <a:solidFill>
                <a:srgbClr val="0647A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8" name="Freeform: Shape 97" descr="650f7ca3-96d6-40ca-a345-d8c6e1bdd086"/>
              <p:cNvSpPr/>
              <p:nvPr/>
            </p:nvSpPr>
            <p:spPr bwMode="auto">
              <a:xfrm>
                <a:off x="5003803" y="2770170"/>
                <a:ext cx="33338" cy="57150"/>
              </a:xfrm>
              <a:custGeom>
                <a:avLst/>
                <a:gdLst>
                  <a:gd name="T0" fmla="*/ 21 w 21"/>
                  <a:gd name="T1" fmla="*/ 24 h 36"/>
                  <a:gd name="T2" fmla="*/ 0 w 21"/>
                  <a:gd name="T3" fmla="*/ 36 h 36"/>
                  <a:gd name="T4" fmla="*/ 0 w 21"/>
                  <a:gd name="T5" fmla="*/ 15 h 36"/>
                  <a:gd name="T6" fmla="*/ 21 w 21"/>
                  <a:gd name="T7" fmla="*/ 0 h 36"/>
                  <a:gd name="T8" fmla="*/ 21 w 21"/>
                  <a:gd name="T9" fmla="*/ 24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" h="36">
                    <a:moveTo>
                      <a:pt x="21" y="24"/>
                    </a:moveTo>
                    <a:lnTo>
                      <a:pt x="0" y="36"/>
                    </a:lnTo>
                    <a:lnTo>
                      <a:pt x="0" y="15"/>
                    </a:lnTo>
                    <a:lnTo>
                      <a:pt x="21" y="0"/>
                    </a:lnTo>
                    <a:lnTo>
                      <a:pt x="21" y="24"/>
                    </a:lnTo>
                    <a:close/>
                  </a:path>
                </a:pathLst>
              </a:custGeom>
              <a:solidFill>
                <a:srgbClr val="83BE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9" name="Freeform: Shape 98" descr="0e3969db-2030-4a92-b7f7-a142187f60fc"/>
              <p:cNvSpPr/>
              <p:nvPr/>
            </p:nvSpPr>
            <p:spPr bwMode="auto">
              <a:xfrm>
                <a:off x="7977191" y="2178036"/>
                <a:ext cx="38100" cy="57150"/>
              </a:xfrm>
              <a:custGeom>
                <a:avLst/>
                <a:gdLst>
                  <a:gd name="T0" fmla="*/ 24 w 24"/>
                  <a:gd name="T1" fmla="*/ 22 h 36"/>
                  <a:gd name="T2" fmla="*/ 0 w 24"/>
                  <a:gd name="T3" fmla="*/ 36 h 36"/>
                  <a:gd name="T4" fmla="*/ 0 w 24"/>
                  <a:gd name="T5" fmla="*/ 12 h 36"/>
                  <a:gd name="T6" fmla="*/ 24 w 24"/>
                  <a:gd name="T7" fmla="*/ 0 h 36"/>
                  <a:gd name="T8" fmla="*/ 24 w 24"/>
                  <a:gd name="T9" fmla="*/ 22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4" h="36">
                    <a:moveTo>
                      <a:pt x="24" y="22"/>
                    </a:moveTo>
                    <a:lnTo>
                      <a:pt x="0" y="36"/>
                    </a:lnTo>
                    <a:lnTo>
                      <a:pt x="0" y="12"/>
                    </a:lnTo>
                    <a:lnTo>
                      <a:pt x="24" y="0"/>
                    </a:lnTo>
                    <a:lnTo>
                      <a:pt x="24" y="22"/>
                    </a:lnTo>
                    <a:close/>
                  </a:path>
                </a:pathLst>
              </a:custGeom>
              <a:solidFill>
                <a:srgbClr val="4685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0" name="Freeform: Shape 99" descr="a7eb32f5-7332-4146-8e8e-58ff3a2c1b54"/>
              <p:cNvSpPr/>
              <p:nvPr/>
            </p:nvSpPr>
            <p:spPr bwMode="auto">
              <a:xfrm>
                <a:off x="4833939" y="3046393"/>
                <a:ext cx="71438" cy="109537"/>
              </a:xfrm>
              <a:custGeom>
                <a:avLst/>
                <a:gdLst>
                  <a:gd name="T0" fmla="*/ 45 w 45"/>
                  <a:gd name="T1" fmla="*/ 43 h 69"/>
                  <a:gd name="T2" fmla="*/ 0 w 45"/>
                  <a:gd name="T3" fmla="*/ 69 h 69"/>
                  <a:gd name="T4" fmla="*/ 0 w 45"/>
                  <a:gd name="T5" fmla="*/ 24 h 69"/>
                  <a:gd name="T6" fmla="*/ 45 w 45"/>
                  <a:gd name="T7" fmla="*/ 0 h 69"/>
                  <a:gd name="T8" fmla="*/ 45 w 45"/>
                  <a:gd name="T9" fmla="*/ 43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5" h="69">
                    <a:moveTo>
                      <a:pt x="45" y="43"/>
                    </a:moveTo>
                    <a:lnTo>
                      <a:pt x="0" y="69"/>
                    </a:lnTo>
                    <a:lnTo>
                      <a:pt x="0" y="24"/>
                    </a:lnTo>
                    <a:lnTo>
                      <a:pt x="45" y="0"/>
                    </a:lnTo>
                    <a:lnTo>
                      <a:pt x="45" y="43"/>
                    </a:lnTo>
                    <a:close/>
                  </a:path>
                </a:pathLst>
              </a:custGeom>
              <a:solidFill>
                <a:srgbClr val="4685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1" name="Freeform: Shape 100" descr="b9b429cd-23ff-4c66-911b-4f3fd93e1e48"/>
              <p:cNvSpPr/>
              <p:nvPr/>
            </p:nvSpPr>
            <p:spPr bwMode="auto">
              <a:xfrm>
                <a:off x="7429504" y="2514583"/>
                <a:ext cx="68263" cy="109537"/>
              </a:xfrm>
              <a:custGeom>
                <a:avLst/>
                <a:gdLst>
                  <a:gd name="T0" fmla="*/ 43 w 43"/>
                  <a:gd name="T1" fmla="*/ 43 h 69"/>
                  <a:gd name="T2" fmla="*/ 0 w 43"/>
                  <a:gd name="T3" fmla="*/ 69 h 69"/>
                  <a:gd name="T4" fmla="*/ 0 w 43"/>
                  <a:gd name="T5" fmla="*/ 24 h 69"/>
                  <a:gd name="T6" fmla="*/ 43 w 43"/>
                  <a:gd name="T7" fmla="*/ 0 h 69"/>
                  <a:gd name="T8" fmla="*/ 43 w 43"/>
                  <a:gd name="T9" fmla="*/ 43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3" h="69">
                    <a:moveTo>
                      <a:pt x="43" y="43"/>
                    </a:moveTo>
                    <a:lnTo>
                      <a:pt x="0" y="69"/>
                    </a:lnTo>
                    <a:lnTo>
                      <a:pt x="0" y="24"/>
                    </a:lnTo>
                    <a:lnTo>
                      <a:pt x="43" y="0"/>
                    </a:lnTo>
                    <a:lnTo>
                      <a:pt x="43" y="43"/>
                    </a:lnTo>
                    <a:close/>
                  </a:path>
                </a:pathLst>
              </a:custGeom>
              <a:solidFill>
                <a:srgbClr val="83BE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2" name="Freeform: Shape 101" descr="582cee9e-54fa-40a1-9e85-23f506fd5d42"/>
              <p:cNvSpPr/>
              <p:nvPr/>
            </p:nvSpPr>
            <p:spPr bwMode="auto">
              <a:xfrm>
                <a:off x="5678490" y="2035161"/>
                <a:ext cx="71438" cy="112712"/>
              </a:xfrm>
              <a:custGeom>
                <a:avLst/>
                <a:gdLst>
                  <a:gd name="T0" fmla="*/ 45 w 45"/>
                  <a:gd name="T1" fmla="*/ 45 h 71"/>
                  <a:gd name="T2" fmla="*/ 0 w 45"/>
                  <a:gd name="T3" fmla="*/ 71 h 71"/>
                  <a:gd name="T4" fmla="*/ 0 w 45"/>
                  <a:gd name="T5" fmla="*/ 26 h 71"/>
                  <a:gd name="T6" fmla="*/ 45 w 45"/>
                  <a:gd name="T7" fmla="*/ 0 h 71"/>
                  <a:gd name="T8" fmla="*/ 45 w 45"/>
                  <a:gd name="T9" fmla="*/ 45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5" h="71">
                    <a:moveTo>
                      <a:pt x="45" y="45"/>
                    </a:moveTo>
                    <a:lnTo>
                      <a:pt x="0" y="71"/>
                    </a:lnTo>
                    <a:lnTo>
                      <a:pt x="0" y="26"/>
                    </a:lnTo>
                    <a:lnTo>
                      <a:pt x="45" y="0"/>
                    </a:lnTo>
                    <a:lnTo>
                      <a:pt x="45" y="45"/>
                    </a:lnTo>
                    <a:close/>
                  </a:path>
                </a:pathLst>
              </a:custGeom>
              <a:solidFill>
                <a:srgbClr val="4685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3" name="Freeform: Shape 102" descr="86d9db48-129a-45c7-9fea-d79808965016"/>
              <p:cNvSpPr/>
              <p:nvPr/>
            </p:nvSpPr>
            <p:spPr bwMode="auto">
              <a:xfrm>
                <a:off x="4837115" y="3174980"/>
                <a:ext cx="120650" cy="187324"/>
              </a:xfrm>
              <a:custGeom>
                <a:avLst/>
                <a:gdLst>
                  <a:gd name="T0" fmla="*/ 76 w 76"/>
                  <a:gd name="T1" fmla="*/ 76 h 118"/>
                  <a:gd name="T2" fmla="*/ 0 w 76"/>
                  <a:gd name="T3" fmla="*/ 118 h 118"/>
                  <a:gd name="T4" fmla="*/ 0 w 76"/>
                  <a:gd name="T5" fmla="*/ 42 h 118"/>
                  <a:gd name="T6" fmla="*/ 76 w 76"/>
                  <a:gd name="T7" fmla="*/ 0 h 118"/>
                  <a:gd name="T8" fmla="*/ 76 w 76"/>
                  <a:gd name="T9" fmla="*/ 76 h 1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6" h="118">
                    <a:moveTo>
                      <a:pt x="76" y="76"/>
                    </a:moveTo>
                    <a:lnTo>
                      <a:pt x="0" y="118"/>
                    </a:lnTo>
                    <a:lnTo>
                      <a:pt x="0" y="42"/>
                    </a:lnTo>
                    <a:lnTo>
                      <a:pt x="76" y="0"/>
                    </a:lnTo>
                    <a:lnTo>
                      <a:pt x="76" y="76"/>
                    </a:lnTo>
                    <a:close/>
                  </a:path>
                </a:pathLst>
              </a:custGeom>
              <a:solidFill>
                <a:srgbClr val="0647A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4" name="Freeform: Shape 103" descr="4cdd9221-233e-458b-b314-10d320ab0ec4"/>
              <p:cNvSpPr/>
              <p:nvPr/>
            </p:nvSpPr>
            <p:spPr bwMode="auto">
              <a:xfrm>
                <a:off x="7415216" y="3268642"/>
                <a:ext cx="79375" cy="128588"/>
              </a:xfrm>
              <a:custGeom>
                <a:avLst/>
                <a:gdLst>
                  <a:gd name="T0" fmla="*/ 50 w 50"/>
                  <a:gd name="T1" fmla="*/ 52 h 81"/>
                  <a:gd name="T2" fmla="*/ 0 w 50"/>
                  <a:gd name="T3" fmla="*/ 81 h 81"/>
                  <a:gd name="T4" fmla="*/ 0 w 50"/>
                  <a:gd name="T5" fmla="*/ 31 h 81"/>
                  <a:gd name="T6" fmla="*/ 50 w 50"/>
                  <a:gd name="T7" fmla="*/ 0 h 81"/>
                  <a:gd name="T8" fmla="*/ 50 w 50"/>
                  <a:gd name="T9" fmla="*/ 52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0" h="81">
                    <a:moveTo>
                      <a:pt x="50" y="52"/>
                    </a:moveTo>
                    <a:lnTo>
                      <a:pt x="0" y="81"/>
                    </a:lnTo>
                    <a:lnTo>
                      <a:pt x="0" y="31"/>
                    </a:lnTo>
                    <a:lnTo>
                      <a:pt x="50" y="0"/>
                    </a:lnTo>
                    <a:lnTo>
                      <a:pt x="50" y="52"/>
                    </a:lnTo>
                    <a:close/>
                  </a:path>
                </a:pathLst>
              </a:custGeom>
              <a:solidFill>
                <a:srgbClr val="4685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5" name="Freeform: Shape 104" descr="62bc9103-3502-4015-9516-735b562516b1"/>
              <p:cNvSpPr/>
              <p:nvPr/>
            </p:nvSpPr>
            <p:spPr bwMode="auto">
              <a:xfrm>
                <a:off x="5815015" y="2128824"/>
                <a:ext cx="33338" cy="57150"/>
              </a:xfrm>
              <a:custGeom>
                <a:avLst/>
                <a:gdLst>
                  <a:gd name="T0" fmla="*/ 21 w 21"/>
                  <a:gd name="T1" fmla="*/ 22 h 36"/>
                  <a:gd name="T2" fmla="*/ 0 w 21"/>
                  <a:gd name="T3" fmla="*/ 36 h 36"/>
                  <a:gd name="T4" fmla="*/ 0 w 21"/>
                  <a:gd name="T5" fmla="*/ 12 h 36"/>
                  <a:gd name="T6" fmla="*/ 21 w 21"/>
                  <a:gd name="T7" fmla="*/ 0 h 36"/>
                  <a:gd name="T8" fmla="*/ 21 w 21"/>
                  <a:gd name="T9" fmla="*/ 22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" h="36">
                    <a:moveTo>
                      <a:pt x="21" y="22"/>
                    </a:moveTo>
                    <a:lnTo>
                      <a:pt x="0" y="36"/>
                    </a:lnTo>
                    <a:lnTo>
                      <a:pt x="0" y="12"/>
                    </a:lnTo>
                    <a:lnTo>
                      <a:pt x="21" y="0"/>
                    </a:lnTo>
                    <a:lnTo>
                      <a:pt x="21" y="22"/>
                    </a:lnTo>
                    <a:close/>
                  </a:path>
                </a:pathLst>
              </a:custGeom>
              <a:solidFill>
                <a:srgbClr val="4685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6" name="Freeform: Shape 105" descr="3f7cacc5-9939-4b1b-9af2-d4024a7a464f"/>
              <p:cNvSpPr/>
              <p:nvPr/>
            </p:nvSpPr>
            <p:spPr bwMode="auto">
              <a:xfrm>
                <a:off x="4281489" y="3155929"/>
                <a:ext cx="73025" cy="112712"/>
              </a:xfrm>
              <a:custGeom>
                <a:avLst/>
                <a:gdLst>
                  <a:gd name="T0" fmla="*/ 46 w 46"/>
                  <a:gd name="T1" fmla="*/ 45 h 71"/>
                  <a:gd name="T2" fmla="*/ 0 w 46"/>
                  <a:gd name="T3" fmla="*/ 71 h 71"/>
                  <a:gd name="T4" fmla="*/ 0 w 46"/>
                  <a:gd name="T5" fmla="*/ 26 h 71"/>
                  <a:gd name="T6" fmla="*/ 46 w 46"/>
                  <a:gd name="T7" fmla="*/ 0 h 71"/>
                  <a:gd name="T8" fmla="*/ 46 w 46"/>
                  <a:gd name="T9" fmla="*/ 45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6" h="71">
                    <a:moveTo>
                      <a:pt x="46" y="45"/>
                    </a:moveTo>
                    <a:lnTo>
                      <a:pt x="0" y="71"/>
                    </a:lnTo>
                    <a:lnTo>
                      <a:pt x="0" y="26"/>
                    </a:lnTo>
                    <a:lnTo>
                      <a:pt x="46" y="0"/>
                    </a:lnTo>
                    <a:lnTo>
                      <a:pt x="46" y="45"/>
                    </a:lnTo>
                    <a:close/>
                  </a:path>
                </a:pathLst>
              </a:custGeom>
              <a:solidFill>
                <a:srgbClr val="4685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7" name="Freeform: Shape 106" descr="de8526ec-24ff-4531-9500-f3beac6946c6"/>
              <p:cNvSpPr/>
              <p:nvPr/>
            </p:nvSpPr>
            <p:spPr bwMode="auto">
              <a:xfrm>
                <a:off x="7716839" y="3743301"/>
                <a:ext cx="38100" cy="57150"/>
              </a:xfrm>
              <a:custGeom>
                <a:avLst/>
                <a:gdLst>
                  <a:gd name="T0" fmla="*/ 24 w 24"/>
                  <a:gd name="T1" fmla="*/ 22 h 36"/>
                  <a:gd name="T2" fmla="*/ 0 w 24"/>
                  <a:gd name="T3" fmla="*/ 36 h 36"/>
                  <a:gd name="T4" fmla="*/ 0 w 24"/>
                  <a:gd name="T5" fmla="*/ 12 h 36"/>
                  <a:gd name="T6" fmla="*/ 24 w 24"/>
                  <a:gd name="T7" fmla="*/ 0 h 36"/>
                  <a:gd name="T8" fmla="*/ 24 w 24"/>
                  <a:gd name="T9" fmla="*/ 22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4" h="36">
                    <a:moveTo>
                      <a:pt x="24" y="22"/>
                    </a:moveTo>
                    <a:lnTo>
                      <a:pt x="0" y="36"/>
                    </a:lnTo>
                    <a:lnTo>
                      <a:pt x="0" y="12"/>
                    </a:lnTo>
                    <a:lnTo>
                      <a:pt x="24" y="0"/>
                    </a:lnTo>
                    <a:lnTo>
                      <a:pt x="24" y="22"/>
                    </a:lnTo>
                    <a:close/>
                  </a:path>
                </a:pathLst>
              </a:custGeom>
              <a:solidFill>
                <a:srgbClr val="4685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8" name="Freeform: Shape 107" descr="a716a1f9-4d4f-4fed-8157-ac6f56fb0e1c"/>
              <p:cNvSpPr/>
              <p:nvPr/>
            </p:nvSpPr>
            <p:spPr bwMode="auto">
              <a:xfrm>
                <a:off x="4795838" y="2920981"/>
                <a:ext cx="33338" cy="57150"/>
              </a:xfrm>
              <a:custGeom>
                <a:avLst/>
                <a:gdLst>
                  <a:gd name="T0" fmla="*/ 21 w 21"/>
                  <a:gd name="T1" fmla="*/ 24 h 36"/>
                  <a:gd name="T2" fmla="*/ 0 w 21"/>
                  <a:gd name="T3" fmla="*/ 36 h 36"/>
                  <a:gd name="T4" fmla="*/ 0 w 21"/>
                  <a:gd name="T5" fmla="*/ 15 h 36"/>
                  <a:gd name="T6" fmla="*/ 21 w 21"/>
                  <a:gd name="T7" fmla="*/ 0 h 36"/>
                  <a:gd name="T8" fmla="*/ 21 w 21"/>
                  <a:gd name="T9" fmla="*/ 24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" h="36">
                    <a:moveTo>
                      <a:pt x="21" y="24"/>
                    </a:moveTo>
                    <a:lnTo>
                      <a:pt x="0" y="36"/>
                    </a:lnTo>
                    <a:lnTo>
                      <a:pt x="0" y="15"/>
                    </a:lnTo>
                    <a:lnTo>
                      <a:pt x="21" y="0"/>
                    </a:lnTo>
                    <a:lnTo>
                      <a:pt x="21" y="24"/>
                    </a:lnTo>
                    <a:close/>
                  </a:path>
                </a:pathLst>
              </a:custGeom>
              <a:solidFill>
                <a:srgbClr val="83BE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9" name="Freeform: Shape 108" descr="74c0633b-68d1-4c03-8087-595490f856ce"/>
              <p:cNvSpPr/>
              <p:nvPr/>
            </p:nvSpPr>
            <p:spPr bwMode="auto">
              <a:xfrm>
                <a:off x="7691440" y="2492358"/>
                <a:ext cx="36513" cy="55563"/>
              </a:xfrm>
              <a:custGeom>
                <a:avLst/>
                <a:gdLst>
                  <a:gd name="T0" fmla="*/ 23 w 23"/>
                  <a:gd name="T1" fmla="*/ 23 h 35"/>
                  <a:gd name="T2" fmla="*/ 0 w 23"/>
                  <a:gd name="T3" fmla="*/ 35 h 35"/>
                  <a:gd name="T4" fmla="*/ 0 w 23"/>
                  <a:gd name="T5" fmla="*/ 14 h 35"/>
                  <a:gd name="T6" fmla="*/ 23 w 23"/>
                  <a:gd name="T7" fmla="*/ 0 h 35"/>
                  <a:gd name="T8" fmla="*/ 23 w 23"/>
                  <a:gd name="T9" fmla="*/ 23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3" h="35">
                    <a:moveTo>
                      <a:pt x="23" y="23"/>
                    </a:moveTo>
                    <a:lnTo>
                      <a:pt x="0" y="35"/>
                    </a:lnTo>
                    <a:lnTo>
                      <a:pt x="0" y="14"/>
                    </a:lnTo>
                    <a:lnTo>
                      <a:pt x="23" y="0"/>
                    </a:lnTo>
                    <a:lnTo>
                      <a:pt x="23" y="23"/>
                    </a:lnTo>
                    <a:close/>
                  </a:path>
                </a:pathLst>
              </a:custGeom>
              <a:solidFill>
                <a:srgbClr val="83BE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0" name="Freeform: Shape 109" descr="22914ad4-592d-449f-bffb-0f826065d7fd"/>
              <p:cNvSpPr/>
              <p:nvPr/>
            </p:nvSpPr>
            <p:spPr bwMode="auto">
              <a:xfrm>
                <a:off x="6007101" y="1514475"/>
                <a:ext cx="38100" cy="57150"/>
              </a:xfrm>
              <a:custGeom>
                <a:avLst/>
                <a:gdLst>
                  <a:gd name="T0" fmla="*/ 24 w 24"/>
                  <a:gd name="T1" fmla="*/ 22 h 36"/>
                  <a:gd name="T2" fmla="*/ 0 w 24"/>
                  <a:gd name="T3" fmla="*/ 36 h 36"/>
                  <a:gd name="T4" fmla="*/ 0 w 24"/>
                  <a:gd name="T5" fmla="*/ 12 h 36"/>
                  <a:gd name="T6" fmla="*/ 24 w 24"/>
                  <a:gd name="T7" fmla="*/ 0 h 36"/>
                  <a:gd name="T8" fmla="*/ 24 w 24"/>
                  <a:gd name="T9" fmla="*/ 22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4" h="36">
                    <a:moveTo>
                      <a:pt x="24" y="22"/>
                    </a:moveTo>
                    <a:lnTo>
                      <a:pt x="0" y="36"/>
                    </a:lnTo>
                    <a:lnTo>
                      <a:pt x="0" y="12"/>
                    </a:lnTo>
                    <a:lnTo>
                      <a:pt x="24" y="0"/>
                    </a:lnTo>
                    <a:lnTo>
                      <a:pt x="24" y="22"/>
                    </a:lnTo>
                    <a:close/>
                  </a:path>
                </a:pathLst>
              </a:custGeom>
              <a:solidFill>
                <a:srgbClr val="83BE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  <p:sp>
          <p:nvSpPr>
            <p:cNvPr id="11" name="Freeform: Shape 10" descr="80b59546-48ef-494c-96d3-74c0a876cc8b"/>
            <p:cNvSpPr/>
            <p:nvPr/>
          </p:nvSpPr>
          <p:spPr>
            <a:xfrm>
              <a:off x="0" y="2760236"/>
              <a:ext cx="1192356" cy="4097763"/>
            </a:xfrm>
            <a:custGeom>
              <a:avLst/>
              <a:gdLst>
                <a:gd name="connsiteX0" fmla="*/ 0 w 12192000"/>
                <a:gd name="connsiteY0" fmla="*/ 0 h 6857999"/>
                <a:gd name="connsiteX1" fmla="*/ 12192000 w 12192000"/>
                <a:gd name="connsiteY1" fmla="*/ 0 h 6857999"/>
                <a:gd name="connsiteX2" fmla="*/ 12192000 w 12192000"/>
                <a:gd name="connsiteY2" fmla="*/ 6858000 h 6857999"/>
                <a:gd name="connsiteX3" fmla="*/ 0 w 12192000"/>
                <a:gd name="connsiteY3" fmla="*/ 6858000 h 685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6857999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  <a:alpha val="54000"/>
              </a:schemeClr>
            </a:solidFill>
            <a:ln w="199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grpSp>
          <p:nvGrpSpPr>
            <p:cNvPr id="12" name="Group 11" descr="67cbb381-16a9-4a27-9da2-98cddd41300a"/>
            <p:cNvGrpSpPr/>
            <p:nvPr/>
          </p:nvGrpSpPr>
          <p:grpSpPr>
            <a:xfrm>
              <a:off x="5105996" y="4736238"/>
              <a:ext cx="645212" cy="650119"/>
              <a:chOff x="5107888" y="4736238"/>
              <a:chExt cx="645212" cy="650119"/>
            </a:xfrm>
          </p:grpSpPr>
          <p:sp>
            <p:nvSpPr>
              <p:cNvPr id="13" name="Rectangle 12" descr="e0c36311-be69-4960-a7ab-bae40cc45096"/>
              <p:cNvSpPr/>
              <p:nvPr/>
            </p:nvSpPr>
            <p:spPr>
              <a:xfrm rot="5400000">
                <a:off x="5105434" y="4738692"/>
                <a:ext cx="650119" cy="64521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279400" dist="88900" dir="5400000" algn="t" rotWithShape="0">
                  <a:srgbClr val="485ABE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" name="Isosceles Triangle 13" descr="6ee31361-db62-415f-85e4-166f63cc9a97"/>
              <p:cNvSpPr/>
              <p:nvPr/>
            </p:nvSpPr>
            <p:spPr>
              <a:xfrm rot="5400000">
                <a:off x="5356037" y="4955649"/>
                <a:ext cx="245107" cy="211299"/>
              </a:xfrm>
              <a:prstGeom prst="triangl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2" name="Title 1" descr="148c98f2-74e6-47b2-9bbb-78a5c4d6871e"/>
          <p:cNvSpPr>
            <a:spLocks noGrp="1"/>
          </p:cNvSpPr>
          <p:nvPr>
            <p:ph type="title" hasCustomPrompt="1"/>
          </p:nvPr>
        </p:nvSpPr>
        <p:spPr>
          <a:xfrm>
            <a:off x="654050" y="2441601"/>
            <a:ext cx="5435600" cy="987399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 altLang="zh-CN"/>
              <a:t>Click to add title</a:t>
            </a:r>
            <a:endParaRPr lang="en-US"/>
          </a:p>
        </p:txBody>
      </p:sp>
      <p:sp>
        <p:nvSpPr>
          <p:cNvPr id="3" name="Text Placeholder 2" descr="f0548bd5-916f-4fdb-b600-5975fdeb51bb"/>
          <p:cNvSpPr>
            <a:spLocks noGrp="1"/>
          </p:cNvSpPr>
          <p:nvPr>
            <p:ph type="body" idx="1" hasCustomPrompt="1"/>
          </p:nvPr>
        </p:nvSpPr>
        <p:spPr>
          <a:xfrm>
            <a:off x="660400" y="3429000"/>
            <a:ext cx="5435600" cy="2705100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add text</a:t>
            </a:r>
            <a:endParaRPr lang="zh-CN" altLang="en-US"/>
          </a:p>
        </p:txBody>
      </p:sp>
      <p:sp>
        <p:nvSpPr>
          <p:cNvPr id="4" name="Date Placeholder 3" descr="95633549-5802-4073-ad6f-3257e160e77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25592-9C3F-48AB-9A3F-F2A64B129A6F}" type="datetimeFigureOut">
              <a:rPr lang="en-US" smtClean="0"/>
            </a:fld>
            <a:endParaRPr lang="en-US"/>
          </a:p>
        </p:txBody>
      </p:sp>
      <p:sp>
        <p:nvSpPr>
          <p:cNvPr id="5" name="Footer Placeholder 4" descr="bda7520b-97d5-4112-a45c-bb3157d16d2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descr="d7943bed-7a9f-4e6b-9d93-986aea5020ae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  <p:hf hd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76398703-853e-4dfb-a61f-6163fe6ad629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altLang="zh-CN"/>
              <a:t>Click to add title</a:t>
            </a:r>
            <a:endParaRPr lang="en-US"/>
          </a:p>
        </p:txBody>
      </p:sp>
      <p:sp>
        <p:nvSpPr>
          <p:cNvPr id="3" name="Date Placeholder 2" descr="330f5344-66ba-4a6d-9697-b4a5057b270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25592-9C3F-48AB-9A3F-F2A64B129A6F}" type="datetimeFigureOut">
              <a:rPr lang="en-US" smtClean="0"/>
            </a:fld>
            <a:endParaRPr lang="en-US"/>
          </a:p>
        </p:txBody>
      </p:sp>
      <p:sp>
        <p:nvSpPr>
          <p:cNvPr id="4" name="Footer Placeholder 3" descr="1e25a036-0179-4e5e-b4b5-4799c8cc546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 descr="9c932681-4e34-41b4-8138-f603db2d1dae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 descr="60978d1d-316b-4efc-8945-b0779b0d159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25592-9C3F-48AB-9A3F-F2A64B129A6F}" type="datetimeFigureOut">
              <a:rPr lang="en-US" smtClean="0"/>
            </a:fld>
            <a:endParaRPr lang="en-US"/>
          </a:p>
        </p:txBody>
      </p:sp>
      <p:sp>
        <p:nvSpPr>
          <p:cNvPr id="3" name="Footer Placeholder 2" descr="66e5dfcb-859a-46e3-be0a-0d59cae322d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 descr="9ea43d0e-cdf8-4fa9-8adb-46e21b4291e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matchingName="Closing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 descr="d6449e69-bd68-4c2b-8e65-3526084edce4"/>
          <p:cNvGrpSpPr/>
          <p:nvPr/>
        </p:nvGrpSpPr>
        <p:grpSpPr>
          <a:xfrm flipH="1">
            <a:off x="0" y="0"/>
            <a:ext cx="12191999" cy="6858000"/>
            <a:chOff x="0" y="0"/>
            <a:chExt cx="12191999" cy="6858000"/>
          </a:xfrm>
        </p:grpSpPr>
        <p:sp>
          <p:nvSpPr>
            <p:cNvPr id="6" name="Freeform: Shape 5" descr="e4d18977-0c3c-4390-8bea-3d9ba2772715"/>
            <p:cNvSpPr/>
            <p:nvPr/>
          </p:nvSpPr>
          <p:spPr>
            <a:xfrm>
              <a:off x="0" y="1"/>
              <a:ext cx="5509372" cy="6857999"/>
            </a:xfrm>
            <a:custGeom>
              <a:avLst/>
              <a:gdLst>
                <a:gd name="connsiteX0" fmla="*/ 0 w 12192000"/>
                <a:gd name="connsiteY0" fmla="*/ 0 h 6857999"/>
                <a:gd name="connsiteX1" fmla="*/ 12192000 w 12192000"/>
                <a:gd name="connsiteY1" fmla="*/ 0 h 6857999"/>
                <a:gd name="connsiteX2" fmla="*/ 12192000 w 12192000"/>
                <a:gd name="connsiteY2" fmla="*/ 6858000 h 6857999"/>
                <a:gd name="connsiteX3" fmla="*/ 0 w 12192000"/>
                <a:gd name="connsiteY3" fmla="*/ 6858000 h 685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6857999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  <a:alpha val="30000"/>
              </a:schemeClr>
            </a:solidFill>
            <a:ln w="199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" name="Freeform: Shape 6" descr="3113e5da-f13d-4ece-aac2-1ece5da2200e"/>
            <p:cNvSpPr/>
            <p:nvPr/>
          </p:nvSpPr>
          <p:spPr>
            <a:xfrm>
              <a:off x="5101538" y="0"/>
              <a:ext cx="7090461" cy="6857999"/>
            </a:xfrm>
            <a:custGeom>
              <a:avLst/>
              <a:gdLst>
                <a:gd name="connsiteX0" fmla="*/ 0 w 12192000"/>
                <a:gd name="connsiteY0" fmla="*/ 0 h 6857999"/>
                <a:gd name="connsiteX1" fmla="*/ 12192000 w 12192000"/>
                <a:gd name="connsiteY1" fmla="*/ 0 h 6857999"/>
                <a:gd name="connsiteX2" fmla="*/ 12192000 w 12192000"/>
                <a:gd name="connsiteY2" fmla="*/ 6858000 h 6857999"/>
                <a:gd name="connsiteX3" fmla="*/ 0 w 12192000"/>
                <a:gd name="connsiteY3" fmla="*/ 6858000 h 685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6857999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accent1"/>
            </a:solidFill>
            <a:ln w="199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grpSp>
          <p:nvGrpSpPr>
            <p:cNvPr id="8" name="Group 7" descr="693e4c4a-8ad1-4597-8c85-b168fb2db00a"/>
            <p:cNvGrpSpPr/>
            <p:nvPr/>
          </p:nvGrpSpPr>
          <p:grpSpPr>
            <a:xfrm>
              <a:off x="6172403" y="703534"/>
              <a:ext cx="5280246" cy="5919288"/>
              <a:chOff x="4171953" y="1273166"/>
              <a:chExt cx="3843338" cy="4308450"/>
            </a:xfrm>
          </p:grpSpPr>
          <p:grpSp>
            <p:nvGrpSpPr>
              <p:cNvPr id="13" name="Group 12" descr="88134d75-1f66-4a48-b823-f2f882d6d752"/>
              <p:cNvGrpSpPr/>
              <p:nvPr/>
            </p:nvGrpSpPr>
            <p:grpSpPr>
              <a:xfrm>
                <a:off x="4171953" y="1620827"/>
                <a:ext cx="3563940" cy="3960789"/>
                <a:chOff x="2628" y="1021"/>
                <a:chExt cx="2245" cy="2495"/>
              </a:xfrm>
            </p:grpSpPr>
            <p:sp>
              <p:nvSpPr>
                <p:cNvPr id="109" name="Freeform: Shape 108" descr="9eb6cb49-16fa-4e40-8a5b-3adae320bc3c"/>
                <p:cNvSpPr/>
                <p:nvPr/>
              </p:nvSpPr>
              <p:spPr bwMode="auto">
                <a:xfrm>
                  <a:off x="2628" y="2263"/>
                  <a:ext cx="1846" cy="1003"/>
                </a:xfrm>
                <a:custGeom>
                  <a:avLst/>
                  <a:gdLst>
                    <a:gd name="T0" fmla="*/ 985 w 1846"/>
                    <a:gd name="T1" fmla="*/ 0 h 1003"/>
                    <a:gd name="T2" fmla="*/ 0 w 1846"/>
                    <a:gd name="T3" fmla="*/ 568 h 1003"/>
                    <a:gd name="T4" fmla="*/ 666 w 1846"/>
                    <a:gd name="T5" fmla="*/ 951 h 1003"/>
                    <a:gd name="T6" fmla="*/ 952 w 1846"/>
                    <a:gd name="T7" fmla="*/ 951 h 1003"/>
                    <a:gd name="T8" fmla="*/ 1037 w 1846"/>
                    <a:gd name="T9" fmla="*/ 1003 h 1003"/>
                    <a:gd name="T10" fmla="*/ 1185 w 1846"/>
                    <a:gd name="T11" fmla="*/ 1003 h 1003"/>
                    <a:gd name="T12" fmla="*/ 1351 w 1846"/>
                    <a:gd name="T13" fmla="*/ 906 h 1003"/>
                    <a:gd name="T14" fmla="*/ 1237 w 1846"/>
                    <a:gd name="T15" fmla="*/ 841 h 1003"/>
                    <a:gd name="T16" fmla="*/ 1846 w 1846"/>
                    <a:gd name="T17" fmla="*/ 490 h 1003"/>
                    <a:gd name="T18" fmla="*/ 985 w 1846"/>
                    <a:gd name="T19" fmla="*/ 0 h 100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846" h="1003">
                      <a:moveTo>
                        <a:pt x="985" y="0"/>
                      </a:moveTo>
                      <a:lnTo>
                        <a:pt x="0" y="568"/>
                      </a:lnTo>
                      <a:lnTo>
                        <a:pt x="666" y="951"/>
                      </a:lnTo>
                      <a:lnTo>
                        <a:pt x="952" y="951"/>
                      </a:lnTo>
                      <a:lnTo>
                        <a:pt x="1037" y="1003"/>
                      </a:lnTo>
                      <a:lnTo>
                        <a:pt x="1185" y="1003"/>
                      </a:lnTo>
                      <a:lnTo>
                        <a:pt x="1351" y="906"/>
                      </a:lnTo>
                      <a:lnTo>
                        <a:pt x="1237" y="841"/>
                      </a:lnTo>
                      <a:lnTo>
                        <a:pt x="1846" y="490"/>
                      </a:lnTo>
                      <a:lnTo>
                        <a:pt x="985" y="0"/>
                      </a:lnTo>
                      <a:close/>
                    </a:path>
                  </a:pathLst>
                </a:custGeom>
                <a:solidFill>
                  <a:srgbClr val="285CD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10" name="Freeform: Shape 109" descr="f84bf0fd-3a35-468a-a857-8dc0a8a08fdb"/>
                <p:cNvSpPr/>
                <p:nvPr/>
              </p:nvSpPr>
              <p:spPr bwMode="auto">
                <a:xfrm>
                  <a:off x="3344" y="3116"/>
                  <a:ext cx="916" cy="164"/>
                </a:xfrm>
                <a:custGeom>
                  <a:avLst/>
                  <a:gdLst>
                    <a:gd name="T0" fmla="*/ 906 w 916"/>
                    <a:gd name="T1" fmla="*/ 88 h 164"/>
                    <a:gd name="T2" fmla="*/ 916 w 916"/>
                    <a:gd name="T3" fmla="*/ 69 h 164"/>
                    <a:gd name="T4" fmla="*/ 159 w 916"/>
                    <a:gd name="T5" fmla="*/ 0 h 164"/>
                    <a:gd name="T6" fmla="*/ 126 w 916"/>
                    <a:gd name="T7" fmla="*/ 17 h 164"/>
                    <a:gd name="T8" fmla="*/ 659 w 916"/>
                    <a:gd name="T9" fmla="*/ 67 h 164"/>
                    <a:gd name="T10" fmla="*/ 559 w 916"/>
                    <a:gd name="T11" fmla="*/ 124 h 164"/>
                    <a:gd name="T12" fmla="*/ 31 w 916"/>
                    <a:gd name="T13" fmla="*/ 76 h 164"/>
                    <a:gd name="T14" fmla="*/ 0 w 916"/>
                    <a:gd name="T15" fmla="*/ 93 h 164"/>
                    <a:gd name="T16" fmla="*/ 778 w 916"/>
                    <a:gd name="T17" fmla="*/ 164 h 164"/>
                    <a:gd name="T18" fmla="*/ 787 w 916"/>
                    <a:gd name="T19" fmla="*/ 145 h 164"/>
                    <a:gd name="T20" fmla="*/ 709 w 916"/>
                    <a:gd name="T21" fmla="*/ 138 h 164"/>
                    <a:gd name="T22" fmla="*/ 811 w 916"/>
                    <a:gd name="T23" fmla="*/ 79 h 164"/>
                    <a:gd name="T24" fmla="*/ 906 w 916"/>
                    <a:gd name="T25" fmla="*/ 88 h 164"/>
                    <a:gd name="T26" fmla="*/ 683 w 916"/>
                    <a:gd name="T27" fmla="*/ 136 h 164"/>
                    <a:gd name="T28" fmla="*/ 585 w 916"/>
                    <a:gd name="T29" fmla="*/ 126 h 164"/>
                    <a:gd name="T30" fmla="*/ 687 w 916"/>
                    <a:gd name="T31" fmla="*/ 69 h 164"/>
                    <a:gd name="T32" fmla="*/ 782 w 916"/>
                    <a:gd name="T33" fmla="*/ 76 h 164"/>
                    <a:gd name="T34" fmla="*/ 683 w 916"/>
                    <a:gd name="T35" fmla="*/ 136 h 16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916" h="164">
                      <a:moveTo>
                        <a:pt x="906" y="88"/>
                      </a:moveTo>
                      <a:lnTo>
                        <a:pt x="916" y="69"/>
                      </a:lnTo>
                      <a:lnTo>
                        <a:pt x="159" y="0"/>
                      </a:lnTo>
                      <a:lnTo>
                        <a:pt x="126" y="17"/>
                      </a:lnTo>
                      <a:lnTo>
                        <a:pt x="659" y="67"/>
                      </a:lnTo>
                      <a:lnTo>
                        <a:pt x="559" y="124"/>
                      </a:lnTo>
                      <a:lnTo>
                        <a:pt x="31" y="76"/>
                      </a:lnTo>
                      <a:lnTo>
                        <a:pt x="0" y="93"/>
                      </a:lnTo>
                      <a:lnTo>
                        <a:pt x="778" y="164"/>
                      </a:lnTo>
                      <a:lnTo>
                        <a:pt x="787" y="145"/>
                      </a:lnTo>
                      <a:lnTo>
                        <a:pt x="709" y="138"/>
                      </a:lnTo>
                      <a:lnTo>
                        <a:pt x="811" y="79"/>
                      </a:lnTo>
                      <a:lnTo>
                        <a:pt x="906" y="88"/>
                      </a:lnTo>
                      <a:close/>
                      <a:moveTo>
                        <a:pt x="683" y="136"/>
                      </a:moveTo>
                      <a:lnTo>
                        <a:pt x="585" y="126"/>
                      </a:lnTo>
                      <a:lnTo>
                        <a:pt x="687" y="69"/>
                      </a:lnTo>
                      <a:lnTo>
                        <a:pt x="782" y="76"/>
                      </a:lnTo>
                      <a:lnTo>
                        <a:pt x="683" y="136"/>
                      </a:lnTo>
                      <a:close/>
                    </a:path>
                  </a:pathLst>
                </a:custGeom>
                <a:solidFill>
                  <a:srgbClr val="093D89">
                    <a:alpha val="46000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11" name="Freeform: Shape 110" descr="39b61427-392d-4fe4-8acc-524cdf465a36"/>
                <p:cNvSpPr/>
                <p:nvPr/>
              </p:nvSpPr>
              <p:spPr bwMode="auto">
                <a:xfrm>
                  <a:off x="2940" y="3169"/>
                  <a:ext cx="238" cy="168"/>
                </a:xfrm>
                <a:custGeom>
                  <a:avLst/>
                  <a:gdLst>
                    <a:gd name="T0" fmla="*/ 100 w 100"/>
                    <a:gd name="T1" fmla="*/ 29 h 71"/>
                    <a:gd name="T2" fmla="*/ 71 w 100"/>
                    <a:gd name="T3" fmla="*/ 0 h 71"/>
                    <a:gd name="T4" fmla="*/ 0 w 100"/>
                    <a:gd name="T5" fmla="*/ 42 h 71"/>
                    <a:gd name="T6" fmla="*/ 51 w 100"/>
                    <a:gd name="T7" fmla="*/ 71 h 71"/>
                    <a:gd name="T8" fmla="*/ 96 w 100"/>
                    <a:gd name="T9" fmla="*/ 71 h 71"/>
                    <a:gd name="T10" fmla="*/ 82 w 100"/>
                    <a:gd name="T11" fmla="*/ 29 h 71"/>
                    <a:gd name="T12" fmla="*/ 100 w 100"/>
                    <a:gd name="T13" fmla="*/ 29 h 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71">
                      <a:moveTo>
                        <a:pt x="100" y="29"/>
                      </a:moveTo>
                      <a:cubicBezTo>
                        <a:pt x="91" y="20"/>
                        <a:pt x="81" y="9"/>
                        <a:pt x="71" y="0"/>
                      </a:cubicBezTo>
                      <a:cubicBezTo>
                        <a:pt x="0" y="42"/>
                        <a:pt x="0" y="42"/>
                        <a:pt x="0" y="42"/>
                      </a:cubicBezTo>
                      <a:cubicBezTo>
                        <a:pt x="51" y="71"/>
                        <a:pt x="51" y="71"/>
                        <a:pt x="51" y="71"/>
                      </a:cubicBezTo>
                      <a:cubicBezTo>
                        <a:pt x="96" y="71"/>
                        <a:pt x="96" y="71"/>
                        <a:pt x="96" y="71"/>
                      </a:cubicBezTo>
                      <a:cubicBezTo>
                        <a:pt x="82" y="29"/>
                        <a:pt x="82" y="29"/>
                        <a:pt x="82" y="29"/>
                      </a:cubicBezTo>
                      <a:lnTo>
                        <a:pt x="100" y="29"/>
                      </a:lnTo>
                      <a:close/>
                    </a:path>
                  </a:pathLst>
                </a:custGeom>
                <a:solidFill>
                  <a:srgbClr val="093D8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12" name="Freeform: Shape 111" descr="bc0bb1ef-3157-48ef-bcda-44fead46f493"/>
                <p:cNvSpPr/>
                <p:nvPr/>
              </p:nvSpPr>
              <p:spPr bwMode="auto">
                <a:xfrm>
                  <a:off x="4704" y="3002"/>
                  <a:ext cx="107" cy="100"/>
                </a:xfrm>
                <a:custGeom>
                  <a:avLst/>
                  <a:gdLst>
                    <a:gd name="T0" fmla="*/ 107 w 107"/>
                    <a:gd name="T1" fmla="*/ 0 h 100"/>
                    <a:gd name="T2" fmla="*/ 0 w 107"/>
                    <a:gd name="T3" fmla="*/ 62 h 100"/>
                    <a:gd name="T4" fmla="*/ 67 w 107"/>
                    <a:gd name="T5" fmla="*/ 100 h 100"/>
                    <a:gd name="T6" fmla="*/ 98 w 107"/>
                    <a:gd name="T7" fmla="*/ 100 h 100"/>
                    <a:gd name="T8" fmla="*/ 107 w 107"/>
                    <a:gd name="T9" fmla="*/ 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7" h="100">
                      <a:moveTo>
                        <a:pt x="107" y="0"/>
                      </a:moveTo>
                      <a:lnTo>
                        <a:pt x="0" y="62"/>
                      </a:lnTo>
                      <a:lnTo>
                        <a:pt x="67" y="100"/>
                      </a:lnTo>
                      <a:lnTo>
                        <a:pt x="98" y="100"/>
                      </a:lnTo>
                      <a:lnTo>
                        <a:pt x="107" y="0"/>
                      </a:lnTo>
                      <a:close/>
                    </a:path>
                  </a:pathLst>
                </a:custGeom>
                <a:solidFill>
                  <a:srgbClr val="2F62E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13" name="Freeform: Shape 112" descr="69ebb2c4-d2ac-45d1-b8a5-5139b562f8c7"/>
                <p:cNvSpPr/>
                <p:nvPr/>
              </p:nvSpPr>
              <p:spPr bwMode="auto">
                <a:xfrm>
                  <a:off x="3737" y="3378"/>
                  <a:ext cx="145" cy="138"/>
                </a:xfrm>
                <a:custGeom>
                  <a:avLst/>
                  <a:gdLst>
                    <a:gd name="T0" fmla="*/ 145 w 145"/>
                    <a:gd name="T1" fmla="*/ 0 h 138"/>
                    <a:gd name="T2" fmla="*/ 0 w 145"/>
                    <a:gd name="T3" fmla="*/ 85 h 138"/>
                    <a:gd name="T4" fmla="*/ 92 w 145"/>
                    <a:gd name="T5" fmla="*/ 138 h 138"/>
                    <a:gd name="T6" fmla="*/ 133 w 145"/>
                    <a:gd name="T7" fmla="*/ 138 h 138"/>
                    <a:gd name="T8" fmla="*/ 145 w 145"/>
                    <a:gd name="T9" fmla="*/ 0 h 1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5" h="138">
                      <a:moveTo>
                        <a:pt x="145" y="0"/>
                      </a:moveTo>
                      <a:lnTo>
                        <a:pt x="0" y="85"/>
                      </a:lnTo>
                      <a:lnTo>
                        <a:pt x="92" y="138"/>
                      </a:lnTo>
                      <a:lnTo>
                        <a:pt x="133" y="138"/>
                      </a:lnTo>
                      <a:lnTo>
                        <a:pt x="145" y="0"/>
                      </a:lnTo>
                      <a:close/>
                    </a:path>
                  </a:pathLst>
                </a:custGeom>
                <a:solidFill>
                  <a:srgbClr val="2F62E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14" name="Freeform: Shape 113" descr="fb631bd8-aaf9-43be-b3d8-26237b2789f4"/>
                <p:cNvSpPr/>
                <p:nvPr/>
              </p:nvSpPr>
              <p:spPr bwMode="auto">
                <a:xfrm>
                  <a:off x="4516" y="2729"/>
                  <a:ext cx="134" cy="128"/>
                </a:xfrm>
                <a:custGeom>
                  <a:avLst/>
                  <a:gdLst>
                    <a:gd name="T0" fmla="*/ 134 w 134"/>
                    <a:gd name="T1" fmla="*/ 0 h 128"/>
                    <a:gd name="T2" fmla="*/ 0 w 134"/>
                    <a:gd name="T3" fmla="*/ 76 h 128"/>
                    <a:gd name="T4" fmla="*/ 93 w 134"/>
                    <a:gd name="T5" fmla="*/ 128 h 128"/>
                    <a:gd name="T6" fmla="*/ 134 w 134"/>
                    <a:gd name="T7" fmla="*/ 128 h 128"/>
                    <a:gd name="T8" fmla="*/ 134 w 134"/>
                    <a:gd name="T9" fmla="*/ 0 h 1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4" h="128">
                      <a:moveTo>
                        <a:pt x="134" y="0"/>
                      </a:moveTo>
                      <a:lnTo>
                        <a:pt x="0" y="76"/>
                      </a:lnTo>
                      <a:lnTo>
                        <a:pt x="93" y="128"/>
                      </a:lnTo>
                      <a:lnTo>
                        <a:pt x="134" y="128"/>
                      </a:lnTo>
                      <a:lnTo>
                        <a:pt x="134" y="0"/>
                      </a:lnTo>
                      <a:close/>
                    </a:path>
                  </a:pathLst>
                </a:custGeom>
                <a:solidFill>
                  <a:srgbClr val="2F62E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15" name="Freeform: Shape 114" descr="9b143952-5fd8-49ac-b906-1014f286cbc7"/>
                <p:cNvSpPr/>
                <p:nvPr/>
              </p:nvSpPr>
              <p:spPr bwMode="auto">
                <a:xfrm>
                  <a:off x="2702" y="2627"/>
                  <a:ext cx="136" cy="131"/>
                </a:xfrm>
                <a:custGeom>
                  <a:avLst/>
                  <a:gdLst>
                    <a:gd name="T0" fmla="*/ 133 w 136"/>
                    <a:gd name="T1" fmla="*/ 0 h 131"/>
                    <a:gd name="T2" fmla="*/ 0 w 136"/>
                    <a:gd name="T3" fmla="*/ 76 h 131"/>
                    <a:gd name="T4" fmla="*/ 95 w 136"/>
                    <a:gd name="T5" fmla="*/ 131 h 131"/>
                    <a:gd name="T6" fmla="*/ 136 w 136"/>
                    <a:gd name="T7" fmla="*/ 131 h 131"/>
                    <a:gd name="T8" fmla="*/ 133 w 136"/>
                    <a:gd name="T9" fmla="*/ 0 h 1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6" h="131">
                      <a:moveTo>
                        <a:pt x="133" y="0"/>
                      </a:moveTo>
                      <a:lnTo>
                        <a:pt x="0" y="76"/>
                      </a:lnTo>
                      <a:lnTo>
                        <a:pt x="95" y="131"/>
                      </a:lnTo>
                      <a:lnTo>
                        <a:pt x="136" y="131"/>
                      </a:lnTo>
                      <a:lnTo>
                        <a:pt x="133" y="0"/>
                      </a:lnTo>
                      <a:close/>
                    </a:path>
                  </a:pathLst>
                </a:custGeom>
                <a:solidFill>
                  <a:srgbClr val="2F62E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16" name="Freeform: Shape 115" descr="12dcdc40-8c5d-4e03-af75-d01619be7eb6"/>
                <p:cNvSpPr/>
                <p:nvPr/>
              </p:nvSpPr>
              <p:spPr bwMode="auto">
                <a:xfrm>
                  <a:off x="2747" y="2665"/>
                  <a:ext cx="91" cy="93"/>
                </a:xfrm>
                <a:custGeom>
                  <a:avLst/>
                  <a:gdLst>
                    <a:gd name="T0" fmla="*/ 91 w 91"/>
                    <a:gd name="T1" fmla="*/ 93 h 93"/>
                    <a:gd name="T2" fmla="*/ 0 w 91"/>
                    <a:gd name="T3" fmla="*/ 40 h 93"/>
                    <a:gd name="T4" fmla="*/ 0 w 91"/>
                    <a:gd name="T5" fmla="*/ 0 h 93"/>
                    <a:gd name="T6" fmla="*/ 91 w 91"/>
                    <a:gd name="T7" fmla="*/ 52 h 93"/>
                    <a:gd name="T8" fmla="*/ 91 w 91"/>
                    <a:gd name="T9" fmla="*/ 93 h 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1" h="93">
                      <a:moveTo>
                        <a:pt x="91" y="93"/>
                      </a:moveTo>
                      <a:lnTo>
                        <a:pt x="0" y="40"/>
                      </a:lnTo>
                      <a:lnTo>
                        <a:pt x="0" y="0"/>
                      </a:lnTo>
                      <a:lnTo>
                        <a:pt x="91" y="52"/>
                      </a:lnTo>
                      <a:lnTo>
                        <a:pt x="91" y="93"/>
                      </a:lnTo>
                      <a:close/>
                    </a:path>
                  </a:pathLst>
                </a:custGeom>
                <a:solidFill>
                  <a:srgbClr val="0647A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17" name="Freeform: Shape 116" descr="d78fc23d-3c2c-4b48-8bc1-74542f8a62ea"/>
                <p:cNvSpPr/>
                <p:nvPr/>
              </p:nvSpPr>
              <p:spPr bwMode="auto">
                <a:xfrm>
                  <a:off x="2838" y="2634"/>
                  <a:ext cx="142" cy="124"/>
                </a:xfrm>
                <a:custGeom>
                  <a:avLst/>
                  <a:gdLst>
                    <a:gd name="T0" fmla="*/ 142 w 142"/>
                    <a:gd name="T1" fmla="*/ 40 h 124"/>
                    <a:gd name="T2" fmla="*/ 0 w 142"/>
                    <a:gd name="T3" fmla="*/ 124 h 124"/>
                    <a:gd name="T4" fmla="*/ 0 w 142"/>
                    <a:gd name="T5" fmla="*/ 83 h 124"/>
                    <a:gd name="T6" fmla="*/ 142 w 142"/>
                    <a:gd name="T7" fmla="*/ 0 h 124"/>
                    <a:gd name="T8" fmla="*/ 142 w 142"/>
                    <a:gd name="T9" fmla="*/ 40 h 12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2" h="124">
                      <a:moveTo>
                        <a:pt x="142" y="40"/>
                      </a:moveTo>
                      <a:lnTo>
                        <a:pt x="0" y="124"/>
                      </a:lnTo>
                      <a:lnTo>
                        <a:pt x="0" y="83"/>
                      </a:lnTo>
                      <a:lnTo>
                        <a:pt x="142" y="0"/>
                      </a:lnTo>
                      <a:lnTo>
                        <a:pt x="142" y="40"/>
                      </a:lnTo>
                      <a:close/>
                    </a:path>
                  </a:pathLst>
                </a:custGeom>
                <a:solidFill>
                  <a:srgbClr val="1C64D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18" name="Freeform: Shape 117" descr="24844e1b-e2bc-4191-986e-2a5ab67f3b27"/>
                <p:cNvSpPr/>
                <p:nvPr/>
              </p:nvSpPr>
              <p:spPr bwMode="auto">
                <a:xfrm>
                  <a:off x="2747" y="2582"/>
                  <a:ext cx="233" cy="135"/>
                </a:xfrm>
                <a:custGeom>
                  <a:avLst/>
                  <a:gdLst>
                    <a:gd name="T0" fmla="*/ 91 w 233"/>
                    <a:gd name="T1" fmla="*/ 135 h 135"/>
                    <a:gd name="T2" fmla="*/ 0 w 233"/>
                    <a:gd name="T3" fmla="*/ 83 h 135"/>
                    <a:gd name="T4" fmla="*/ 143 w 233"/>
                    <a:gd name="T5" fmla="*/ 0 h 135"/>
                    <a:gd name="T6" fmla="*/ 233 w 233"/>
                    <a:gd name="T7" fmla="*/ 52 h 135"/>
                    <a:gd name="T8" fmla="*/ 91 w 233"/>
                    <a:gd name="T9" fmla="*/ 135 h 1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33" h="135">
                      <a:moveTo>
                        <a:pt x="91" y="135"/>
                      </a:moveTo>
                      <a:lnTo>
                        <a:pt x="0" y="83"/>
                      </a:lnTo>
                      <a:lnTo>
                        <a:pt x="143" y="0"/>
                      </a:lnTo>
                      <a:lnTo>
                        <a:pt x="233" y="52"/>
                      </a:lnTo>
                      <a:lnTo>
                        <a:pt x="91" y="135"/>
                      </a:lnTo>
                      <a:close/>
                    </a:path>
                  </a:pathLst>
                </a:custGeom>
                <a:solidFill>
                  <a:srgbClr val="2D83EE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19" name="Freeform: Shape 118" descr="b35c37ef-8c40-4edd-9f8d-308654b426bc"/>
                <p:cNvSpPr/>
                <p:nvPr/>
              </p:nvSpPr>
              <p:spPr bwMode="auto">
                <a:xfrm>
                  <a:off x="4735" y="3036"/>
                  <a:ext cx="67" cy="66"/>
                </a:xfrm>
                <a:custGeom>
                  <a:avLst/>
                  <a:gdLst>
                    <a:gd name="T0" fmla="*/ 67 w 67"/>
                    <a:gd name="T1" fmla="*/ 66 h 66"/>
                    <a:gd name="T2" fmla="*/ 0 w 67"/>
                    <a:gd name="T3" fmla="*/ 28 h 66"/>
                    <a:gd name="T4" fmla="*/ 0 w 67"/>
                    <a:gd name="T5" fmla="*/ 0 h 66"/>
                    <a:gd name="T6" fmla="*/ 67 w 67"/>
                    <a:gd name="T7" fmla="*/ 38 h 66"/>
                    <a:gd name="T8" fmla="*/ 67 w 67"/>
                    <a:gd name="T9" fmla="*/ 66 h 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6">
                      <a:moveTo>
                        <a:pt x="67" y="66"/>
                      </a:moveTo>
                      <a:lnTo>
                        <a:pt x="0" y="28"/>
                      </a:lnTo>
                      <a:lnTo>
                        <a:pt x="0" y="0"/>
                      </a:lnTo>
                      <a:lnTo>
                        <a:pt x="67" y="38"/>
                      </a:lnTo>
                      <a:lnTo>
                        <a:pt x="67" y="66"/>
                      </a:lnTo>
                      <a:close/>
                    </a:path>
                  </a:pathLst>
                </a:custGeom>
                <a:solidFill>
                  <a:srgbClr val="0647A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20" name="Freeform: Shape 119" descr="834ace85-0327-494c-96bd-91102286d4f7"/>
                <p:cNvSpPr/>
                <p:nvPr/>
              </p:nvSpPr>
              <p:spPr bwMode="auto">
                <a:xfrm>
                  <a:off x="4802" y="3033"/>
                  <a:ext cx="71" cy="69"/>
                </a:xfrm>
                <a:custGeom>
                  <a:avLst/>
                  <a:gdLst>
                    <a:gd name="T0" fmla="*/ 71 w 71"/>
                    <a:gd name="T1" fmla="*/ 29 h 69"/>
                    <a:gd name="T2" fmla="*/ 0 w 71"/>
                    <a:gd name="T3" fmla="*/ 69 h 69"/>
                    <a:gd name="T4" fmla="*/ 0 w 71"/>
                    <a:gd name="T5" fmla="*/ 41 h 69"/>
                    <a:gd name="T6" fmla="*/ 71 w 71"/>
                    <a:gd name="T7" fmla="*/ 0 h 69"/>
                    <a:gd name="T8" fmla="*/ 71 w 71"/>
                    <a:gd name="T9" fmla="*/ 29 h 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1" h="69">
                      <a:moveTo>
                        <a:pt x="71" y="29"/>
                      </a:moveTo>
                      <a:lnTo>
                        <a:pt x="0" y="69"/>
                      </a:lnTo>
                      <a:lnTo>
                        <a:pt x="0" y="41"/>
                      </a:lnTo>
                      <a:lnTo>
                        <a:pt x="71" y="0"/>
                      </a:lnTo>
                      <a:lnTo>
                        <a:pt x="71" y="29"/>
                      </a:lnTo>
                      <a:close/>
                    </a:path>
                  </a:pathLst>
                </a:custGeom>
                <a:solidFill>
                  <a:srgbClr val="1C64D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21" name="Freeform: Shape 120" descr="17f1f86c-403d-4206-a0b4-0894366c0089"/>
                <p:cNvSpPr/>
                <p:nvPr/>
              </p:nvSpPr>
              <p:spPr bwMode="auto">
                <a:xfrm>
                  <a:off x="4735" y="2995"/>
                  <a:ext cx="138" cy="79"/>
                </a:xfrm>
                <a:custGeom>
                  <a:avLst/>
                  <a:gdLst>
                    <a:gd name="T0" fmla="*/ 67 w 138"/>
                    <a:gd name="T1" fmla="*/ 79 h 79"/>
                    <a:gd name="T2" fmla="*/ 0 w 138"/>
                    <a:gd name="T3" fmla="*/ 41 h 79"/>
                    <a:gd name="T4" fmla="*/ 71 w 138"/>
                    <a:gd name="T5" fmla="*/ 0 h 79"/>
                    <a:gd name="T6" fmla="*/ 138 w 138"/>
                    <a:gd name="T7" fmla="*/ 38 h 79"/>
                    <a:gd name="T8" fmla="*/ 67 w 138"/>
                    <a:gd name="T9" fmla="*/ 79 h 7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8" h="79">
                      <a:moveTo>
                        <a:pt x="67" y="79"/>
                      </a:moveTo>
                      <a:lnTo>
                        <a:pt x="0" y="41"/>
                      </a:lnTo>
                      <a:lnTo>
                        <a:pt x="71" y="0"/>
                      </a:lnTo>
                      <a:lnTo>
                        <a:pt x="138" y="38"/>
                      </a:lnTo>
                      <a:lnTo>
                        <a:pt x="67" y="79"/>
                      </a:lnTo>
                      <a:close/>
                    </a:path>
                  </a:pathLst>
                </a:custGeom>
                <a:solidFill>
                  <a:srgbClr val="2D83EE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22" name="Freeform: Shape 121" descr="90481cfe-e36c-4973-9682-e2ad34b7f6ca"/>
                <p:cNvSpPr/>
                <p:nvPr/>
              </p:nvSpPr>
              <p:spPr bwMode="auto">
                <a:xfrm>
                  <a:off x="3779" y="3425"/>
                  <a:ext cx="91" cy="91"/>
                </a:xfrm>
                <a:custGeom>
                  <a:avLst/>
                  <a:gdLst>
                    <a:gd name="T0" fmla="*/ 91 w 91"/>
                    <a:gd name="T1" fmla="*/ 91 h 91"/>
                    <a:gd name="T2" fmla="*/ 0 w 91"/>
                    <a:gd name="T3" fmla="*/ 38 h 91"/>
                    <a:gd name="T4" fmla="*/ 0 w 91"/>
                    <a:gd name="T5" fmla="*/ 0 h 91"/>
                    <a:gd name="T6" fmla="*/ 91 w 91"/>
                    <a:gd name="T7" fmla="*/ 50 h 91"/>
                    <a:gd name="T8" fmla="*/ 91 w 91"/>
                    <a:gd name="T9" fmla="*/ 91 h 9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1" h="91">
                      <a:moveTo>
                        <a:pt x="91" y="91"/>
                      </a:moveTo>
                      <a:lnTo>
                        <a:pt x="0" y="38"/>
                      </a:lnTo>
                      <a:lnTo>
                        <a:pt x="0" y="0"/>
                      </a:lnTo>
                      <a:lnTo>
                        <a:pt x="91" y="50"/>
                      </a:lnTo>
                      <a:lnTo>
                        <a:pt x="91" y="91"/>
                      </a:lnTo>
                      <a:close/>
                    </a:path>
                  </a:pathLst>
                </a:custGeom>
                <a:solidFill>
                  <a:srgbClr val="0647A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23" name="Freeform: Shape 122" descr="fef9da9d-53e2-4127-96f7-6a1a67393c68"/>
                <p:cNvSpPr/>
                <p:nvPr/>
              </p:nvSpPr>
              <p:spPr bwMode="auto">
                <a:xfrm>
                  <a:off x="3870" y="3420"/>
                  <a:ext cx="97" cy="96"/>
                </a:xfrm>
                <a:custGeom>
                  <a:avLst/>
                  <a:gdLst>
                    <a:gd name="T0" fmla="*/ 97 w 97"/>
                    <a:gd name="T1" fmla="*/ 39 h 96"/>
                    <a:gd name="T2" fmla="*/ 0 w 97"/>
                    <a:gd name="T3" fmla="*/ 96 h 96"/>
                    <a:gd name="T4" fmla="*/ 0 w 97"/>
                    <a:gd name="T5" fmla="*/ 55 h 96"/>
                    <a:gd name="T6" fmla="*/ 97 w 97"/>
                    <a:gd name="T7" fmla="*/ 0 h 96"/>
                    <a:gd name="T8" fmla="*/ 97 w 97"/>
                    <a:gd name="T9" fmla="*/ 3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7" h="96">
                      <a:moveTo>
                        <a:pt x="97" y="39"/>
                      </a:moveTo>
                      <a:lnTo>
                        <a:pt x="0" y="96"/>
                      </a:lnTo>
                      <a:lnTo>
                        <a:pt x="0" y="55"/>
                      </a:lnTo>
                      <a:lnTo>
                        <a:pt x="97" y="0"/>
                      </a:lnTo>
                      <a:lnTo>
                        <a:pt x="97" y="39"/>
                      </a:lnTo>
                      <a:close/>
                    </a:path>
                  </a:pathLst>
                </a:custGeom>
                <a:solidFill>
                  <a:srgbClr val="1C64D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24" name="Freeform: Shape 123" descr="995fcf30-54b5-47f7-8c2c-c68e8b4ccdfa"/>
                <p:cNvSpPr/>
                <p:nvPr/>
              </p:nvSpPr>
              <p:spPr bwMode="auto">
                <a:xfrm>
                  <a:off x="3779" y="3368"/>
                  <a:ext cx="188" cy="107"/>
                </a:xfrm>
                <a:custGeom>
                  <a:avLst/>
                  <a:gdLst>
                    <a:gd name="T0" fmla="*/ 91 w 188"/>
                    <a:gd name="T1" fmla="*/ 107 h 107"/>
                    <a:gd name="T2" fmla="*/ 0 w 188"/>
                    <a:gd name="T3" fmla="*/ 57 h 107"/>
                    <a:gd name="T4" fmla="*/ 98 w 188"/>
                    <a:gd name="T5" fmla="*/ 0 h 107"/>
                    <a:gd name="T6" fmla="*/ 188 w 188"/>
                    <a:gd name="T7" fmla="*/ 52 h 107"/>
                    <a:gd name="T8" fmla="*/ 91 w 188"/>
                    <a:gd name="T9" fmla="*/ 107 h 10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88" h="107">
                      <a:moveTo>
                        <a:pt x="91" y="107"/>
                      </a:moveTo>
                      <a:lnTo>
                        <a:pt x="0" y="57"/>
                      </a:lnTo>
                      <a:lnTo>
                        <a:pt x="98" y="0"/>
                      </a:lnTo>
                      <a:lnTo>
                        <a:pt x="188" y="52"/>
                      </a:lnTo>
                      <a:lnTo>
                        <a:pt x="91" y="107"/>
                      </a:lnTo>
                      <a:close/>
                    </a:path>
                  </a:pathLst>
                </a:custGeom>
                <a:solidFill>
                  <a:srgbClr val="2D83EE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25" name="Freeform: Shape 124" descr="395e65d0-70df-4e4a-b432-5316718339ac"/>
                <p:cNvSpPr/>
                <p:nvPr/>
              </p:nvSpPr>
              <p:spPr bwMode="auto">
                <a:xfrm>
                  <a:off x="3052" y="3169"/>
                  <a:ext cx="116" cy="168"/>
                </a:xfrm>
                <a:custGeom>
                  <a:avLst/>
                  <a:gdLst>
                    <a:gd name="T0" fmla="*/ 116 w 116"/>
                    <a:gd name="T1" fmla="*/ 168 h 168"/>
                    <a:gd name="T2" fmla="*/ 0 w 116"/>
                    <a:gd name="T3" fmla="*/ 99 h 168"/>
                    <a:gd name="T4" fmla="*/ 0 w 116"/>
                    <a:gd name="T5" fmla="*/ 0 h 168"/>
                    <a:gd name="T6" fmla="*/ 116 w 116"/>
                    <a:gd name="T7" fmla="*/ 66 h 168"/>
                    <a:gd name="T8" fmla="*/ 116 w 116"/>
                    <a:gd name="T9" fmla="*/ 168 h 1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15" h="168">
                      <a:moveTo>
                        <a:pt x="116" y="168"/>
                      </a:moveTo>
                      <a:lnTo>
                        <a:pt x="0" y="99"/>
                      </a:lnTo>
                      <a:lnTo>
                        <a:pt x="0" y="0"/>
                      </a:lnTo>
                      <a:lnTo>
                        <a:pt x="116" y="66"/>
                      </a:lnTo>
                      <a:lnTo>
                        <a:pt x="116" y="168"/>
                      </a:lnTo>
                      <a:close/>
                    </a:path>
                  </a:pathLst>
                </a:custGeom>
                <a:solidFill>
                  <a:srgbClr val="0647A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26" name="Freeform: Shape 125" descr="0ab58dc6-7849-4e70-b603-a421700a706e"/>
                <p:cNvSpPr/>
                <p:nvPr/>
              </p:nvSpPr>
              <p:spPr bwMode="auto">
                <a:xfrm>
                  <a:off x="3168" y="3128"/>
                  <a:ext cx="186" cy="209"/>
                </a:xfrm>
                <a:custGeom>
                  <a:avLst/>
                  <a:gdLst>
                    <a:gd name="T0" fmla="*/ 0 w 186"/>
                    <a:gd name="T1" fmla="*/ 107 h 209"/>
                    <a:gd name="T2" fmla="*/ 0 w 186"/>
                    <a:gd name="T3" fmla="*/ 209 h 209"/>
                    <a:gd name="T4" fmla="*/ 186 w 186"/>
                    <a:gd name="T5" fmla="*/ 102 h 209"/>
                    <a:gd name="T6" fmla="*/ 186 w 186"/>
                    <a:gd name="T7" fmla="*/ 0 h 209"/>
                    <a:gd name="T8" fmla="*/ 0 w 186"/>
                    <a:gd name="T9" fmla="*/ 107 h 20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86" h="209">
                      <a:moveTo>
                        <a:pt x="0" y="107"/>
                      </a:moveTo>
                      <a:lnTo>
                        <a:pt x="0" y="209"/>
                      </a:lnTo>
                      <a:lnTo>
                        <a:pt x="186" y="102"/>
                      </a:lnTo>
                      <a:lnTo>
                        <a:pt x="186" y="0"/>
                      </a:lnTo>
                      <a:lnTo>
                        <a:pt x="0" y="107"/>
                      </a:lnTo>
                      <a:close/>
                    </a:path>
                  </a:pathLst>
                </a:custGeom>
                <a:solidFill>
                  <a:srgbClr val="1C64D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27" name="Freeform: Shape 126" descr="86b7ba64-796d-4461-bb97-a11230a56fcc"/>
                <p:cNvSpPr/>
                <p:nvPr/>
              </p:nvSpPr>
              <p:spPr bwMode="auto">
                <a:xfrm>
                  <a:off x="3052" y="3062"/>
                  <a:ext cx="302" cy="173"/>
                </a:xfrm>
                <a:custGeom>
                  <a:avLst/>
                  <a:gdLst>
                    <a:gd name="T0" fmla="*/ 116 w 302"/>
                    <a:gd name="T1" fmla="*/ 173 h 173"/>
                    <a:gd name="T2" fmla="*/ 0 w 302"/>
                    <a:gd name="T3" fmla="*/ 107 h 173"/>
                    <a:gd name="T4" fmla="*/ 185 w 302"/>
                    <a:gd name="T5" fmla="*/ 0 h 173"/>
                    <a:gd name="T6" fmla="*/ 302 w 302"/>
                    <a:gd name="T7" fmla="*/ 66 h 173"/>
                    <a:gd name="T8" fmla="*/ 116 w 302"/>
                    <a:gd name="T9" fmla="*/ 173 h 17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02" h="173">
                      <a:moveTo>
                        <a:pt x="116" y="173"/>
                      </a:moveTo>
                      <a:lnTo>
                        <a:pt x="0" y="107"/>
                      </a:lnTo>
                      <a:lnTo>
                        <a:pt x="185" y="0"/>
                      </a:lnTo>
                      <a:lnTo>
                        <a:pt x="302" y="66"/>
                      </a:lnTo>
                      <a:lnTo>
                        <a:pt x="116" y="173"/>
                      </a:lnTo>
                      <a:close/>
                    </a:path>
                  </a:pathLst>
                </a:custGeom>
                <a:solidFill>
                  <a:srgbClr val="2D83EE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28" name="Freeform: Shape 127" descr="06ea99ca-b0c5-4473-9318-18ef7502b69e"/>
                <p:cNvSpPr/>
                <p:nvPr/>
              </p:nvSpPr>
              <p:spPr bwMode="auto">
                <a:xfrm>
                  <a:off x="4559" y="2767"/>
                  <a:ext cx="91" cy="90"/>
                </a:xfrm>
                <a:custGeom>
                  <a:avLst/>
                  <a:gdLst>
                    <a:gd name="T0" fmla="*/ 91 w 91"/>
                    <a:gd name="T1" fmla="*/ 90 h 90"/>
                    <a:gd name="T2" fmla="*/ 0 w 91"/>
                    <a:gd name="T3" fmla="*/ 38 h 90"/>
                    <a:gd name="T4" fmla="*/ 0 w 91"/>
                    <a:gd name="T5" fmla="*/ 0 h 90"/>
                    <a:gd name="T6" fmla="*/ 91 w 91"/>
                    <a:gd name="T7" fmla="*/ 52 h 90"/>
                    <a:gd name="T8" fmla="*/ 91 w 91"/>
                    <a:gd name="T9" fmla="*/ 90 h 9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1" h="90">
                      <a:moveTo>
                        <a:pt x="91" y="90"/>
                      </a:moveTo>
                      <a:lnTo>
                        <a:pt x="0" y="38"/>
                      </a:lnTo>
                      <a:lnTo>
                        <a:pt x="0" y="0"/>
                      </a:lnTo>
                      <a:lnTo>
                        <a:pt x="91" y="52"/>
                      </a:lnTo>
                      <a:lnTo>
                        <a:pt x="91" y="90"/>
                      </a:lnTo>
                      <a:close/>
                    </a:path>
                  </a:pathLst>
                </a:custGeom>
                <a:solidFill>
                  <a:srgbClr val="0647A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29" name="Freeform: Shape 128" descr="9a349b95-f0d7-45c4-936f-05804d21179c"/>
                <p:cNvSpPr/>
                <p:nvPr/>
              </p:nvSpPr>
              <p:spPr bwMode="auto">
                <a:xfrm>
                  <a:off x="4650" y="2736"/>
                  <a:ext cx="145" cy="121"/>
                </a:xfrm>
                <a:custGeom>
                  <a:avLst/>
                  <a:gdLst>
                    <a:gd name="T0" fmla="*/ 145 w 145"/>
                    <a:gd name="T1" fmla="*/ 41 h 121"/>
                    <a:gd name="T2" fmla="*/ 0 w 145"/>
                    <a:gd name="T3" fmla="*/ 121 h 121"/>
                    <a:gd name="T4" fmla="*/ 0 w 145"/>
                    <a:gd name="T5" fmla="*/ 83 h 121"/>
                    <a:gd name="T6" fmla="*/ 145 w 145"/>
                    <a:gd name="T7" fmla="*/ 0 h 121"/>
                    <a:gd name="T8" fmla="*/ 145 w 145"/>
                    <a:gd name="T9" fmla="*/ 41 h 1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5" h="120">
                      <a:moveTo>
                        <a:pt x="145" y="41"/>
                      </a:moveTo>
                      <a:lnTo>
                        <a:pt x="0" y="121"/>
                      </a:lnTo>
                      <a:lnTo>
                        <a:pt x="0" y="83"/>
                      </a:lnTo>
                      <a:lnTo>
                        <a:pt x="145" y="0"/>
                      </a:lnTo>
                      <a:lnTo>
                        <a:pt x="145" y="41"/>
                      </a:lnTo>
                      <a:close/>
                    </a:path>
                  </a:pathLst>
                </a:custGeom>
                <a:solidFill>
                  <a:srgbClr val="1C64D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30" name="Freeform: Shape 129" descr="bac5ff01-51a5-4917-a077-343ac28340af"/>
                <p:cNvSpPr/>
                <p:nvPr/>
              </p:nvSpPr>
              <p:spPr bwMode="auto">
                <a:xfrm>
                  <a:off x="4559" y="2684"/>
                  <a:ext cx="236" cy="135"/>
                </a:xfrm>
                <a:custGeom>
                  <a:avLst/>
                  <a:gdLst>
                    <a:gd name="T0" fmla="*/ 91 w 236"/>
                    <a:gd name="T1" fmla="*/ 135 h 135"/>
                    <a:gd name="T2" fmla="*/ 0 w 236"/>
                    <a:gd name="T3" fmla="*/ 83 h 135"/>
                    <a:gd name="T4" fmla="*/ 143 w 236"/>
                    <a:gd name="T5" fmla="*/ 0 h 135"/>
                    <a:gd name="T6" fmla="*/ 236 w 236"/>
                    <a:gd name="T7" fmla="*/ 52 h 135"/>
                    <a:gd name="T8" fmla="*/ 91 w 236"/>
                    <a:gd name="T9" fmla="*/ 135 h 1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36" h="135">
                      <a:moveTo>
                        <a:pt x="91" y="135"/>
                      </a:moveTo>
                      <a:lnTo>
                        <a:pt x="0" y="83"/>
                      </a:lnTo>
                      <a:lnTo>
                        <a:pt x="143" y="0"/>
                      </a:lnTo>
                      <a:lnTo>
                        <a:pt x="236" y="52"/>
                      </a:lnTo>
                      <a:lnTo>
                        <a:pt x="91" y="135"/>
                      </a:lnTo>
                      <a:close/>
                    </a:path>
                  </a:pathLst>
                </a:custGeom>
                <a:solidFill>
                  <a:srgbClr val="2D83EE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31" name="Freeform: Shape 130" descr="6d5e6aac-bdd7-43a4-83d2-a3448275aa41"/>
                <p:cNvSpPr/>
                <p:nvPr/>
              </p:nvSpPr>
              <p:spPr bwMode="auto">
                <a:xfrm>
                  <a:off x="3725" y="1976"/>
                  <a:ext cx="294" cy="169"/>
                </a:xfrm>
                <a:custGeom>
                  <a:avLst/>
                  <a:gdLst>
                    <a:gd name="T0" fmla="*/ 147 w 294"/>
                    <a:gd name="T1" fmla="*/ 169 h 169"/>
                    <a:gd name="T2" fmla="*/ 0 w 294"/>
                    <a:gd name="T3" fmla="*/ 83 h 169"/>
                    <a:gd name="T4" fmla="*/ 147 w 294"/>
                    <a:gd name="T5" fmla="*/ 0 h 169"/>
                    <a:gd name="T6" fmla="*/ 294 w 294"/>
                    <a:gd name="T7" fmla="*/ 83 h 169"/>
                    <a:gd name="T8" fmla="*/ 147 w 294"/>
                    <a:gd name="T9" fmla="*/ 169 h 1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4" h="169">
                      <a:moveTo>
                        <a:pt x="147" y="169"/>
                      </a:moveTo>
                      <a:lnTo>
                        <a:pt x="0" y="83"/>
                      </a:lnTo>
                      <a:lnTo>
                        <a:pt x="147" y="0"/>
                      </a:lnTo>
                      <a:lnTo>
                        <a:pt x="294" y="83"/>
                      </a:lnTo>
                      <a:lnTo>
                        <a:pt x="147" y="169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32" name="Freeform: Shape 131" descr="5e9f6491-cafd-4607-85e8-7626048f2146"/>
                <p:cNvSpPr/>
                <p:nvPr/>
              </p:nvSpPr>
              <p:spPr bwMode="auto">
                <a:xfrm>
                  <a:off x="3725" y="2059"/>
                  <a:ext cx="147" cy="245"/>
                </a:xfrm>
                <a:custGeom>
                  <a:avLst/>
                  <a:gdLst>
                    <a:gd name="T0" fmla="*/ 147 w 147"/>
                    <a:gd name="T1" fmla="*/ 245 h 245"/>
                    <a:gd name="T2" fmla="*/ 0 w 147"/>
                    <a:gd name="T3" fmla="*/ 159 h 245"/>
                    <a:gd name="T4" fmla="*/ 0 w 147"/>
                    <a:gd name="T5" fmla="*/ 0 h 245"/>
                    <a:gd name="T6" fmla="*/ 147 w 147"/>
                    <a:gd name="T7" fmla="*/ 86 h 245"/>
                    <a:gd name="T8" fmla="*/ 147 w 147"/>
                    <a:gd name="T9" fmla="*/ 245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245"/>
                      </a:moveTo>
                      <a:lnTo>
                        <a:pt x="0" y="159"/>
                      </a:lnTo>
                      <a:lnTo>
                        <a:pt x="0" y="0"/>
                      </a:lnTo>
                      <a:lnTo>
                        <a:pt x="147" y="86"/>
                      </a:lnTo>
                      <a:lnTo>
                        <a:pt x="147" y="245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33" name="Freeform: Shape 132" descr="8438dc9f-c500-4d2c-a4b8-a2c7cf5d3209"/>
                <p:cNvSpPr/>
                <p:nvPr/>
              </p:nvSpPr>
              <p:spPr bwMode="auto">
                <a:xfrm>
                  <a:off x="3872" y="2059"/>
                  <a:ext cx="147" cy="245"/>
                </a:xfrm>
                <a:custGeom>
                  <a:avLst/>
                  <a:gdLst>
                    <a:gd name="T0" fmla="*/ 147 w 147"/>
                    <a:gd name="T1" fmla="*/ 159 h 245"/>
                    <a:gd name="T2" fmla="*/ 0 w 147"/>
                    <a:gd name="T3" fmla="*/ 245 h 245"/>
                    <a:gd name="T4" fmla="*/ 0 w 147"/>
                    <a:gd name="T5" fmla="*/ 86 h 245"/>
                    <a:gd name="T6" fmla="*/ 147 w 147"/>
                    <a:gd name="T7" fmla="*/ 0 h 245"/>
                    <a:gd name="T8" fmla="*/ 147 w 147"/>
                    <a:gd name="T9" fmla="*/ 159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159"/>
                      </a:moveTo>
                      <a:lnTo>
                        <a:pt x="0" y="245"/>
                      </a:lnTo>
                      <a:lnTo>
                        <a:pt x="0" y="86"/>
                      </a:lnTo>
                      <a:lnTo>
                        <a:pt x="147" y="0"/>
                      </a:lnTo>
                      <a:lnTo>
                        <a:pt x="147" y="159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34" name="Freeform: Shape 133" descr="d695c2e9-b2d2-4cb7-a676-dd0363579023"/>
                <p:cNvSpPr/>
                <p:nvPr/>
              </p:nvSpPr>
              <p:spPr bwMode="auto">
                <a:xfrm>
                  <a:off x="3889" y="2071"/>
                  <a:ext cx="297" cy="169"/>
                </a:xfrm>
                <a:custGeom>
                  <a:avLst/>
                  <a:gdLst>
                    <a:gd name="T0" fmla="*/ 147 w 297"/>
                    <a:gd name="T1" fmla="*/ 169 h 169"/>
                    <a:gd name="T2" fmla="*/ 0 w 297"/>
                    <a:gd name="T3" fmla="*/ 85 h 169"/>
                    <a:gd name="T4" fmla="*/ 147 w 297"/>
                    <a:gd name="T5" fmla="*/ 0 h 169"/>
                    <a:gd name="T6" fmla="*/ 297 w 297"/>
                    <a:gd name="T7" fmla="*/ 85 h 169"/>
                    <a:gd name="T8" fmla="*/ 147 w 297"/>
                    <a:gd name="T9" fmla="*/ 169 h 1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7" h="169">
                      <a:moveTo>
                        <a:pt x="147" y="169"/>
                      </a:moveTo>
                      <a:lnTo>
                        <a:pt x="0" y="85"/>
                      </a:lnTo>
                      <a:lnTo>
                        <a:pt x="147" y="0"/>
                      </a:lnTo>
                      <a:lnTo>
                        <a:pt x="297" y="85"/>
                      </a:lnTo>
                      <a:lnTo>
                        <a:pt x="147" y="169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35" name="Freeform: Shape 134" descr="57afcda7-7824-41e6-aa0f-0f1ba51a93ca"/>
                <p:cNvSpPr/>
                <p:nvPr/>
              </p:nvSpPr>
              <p:spPr bwMode="auto">
                <a:xfrm>
                  <a:off x="3889" y="2156"/>
                  <a:ext cx="147" cy="243"/>
                </a:xfrm>
                <a:custGeom>
                  <a:avLst/>
                  <a:gdLst>
                    <a:gd name="T0" fmla="*/ 147 w 147"/>
                    <a:gd name="T1" fmla="*/ 243 h 243"/>
                    <a:gd name="T2" fmla="*/ 0 w 147"/>
                    <a:gd name="T3" fmla="*/ 157 h 243"/>
                    <a:gd name="T4" fmla="*/ 0 w 147"/>
                    <a:gd name="T5" fmla="*/ 0 h 243"/>
                    <a:gd name="T6" fmla="*/ 147 w 147"/>
                    <a:gd name="T7" fmla="*/ 84 h 243"/>
                    <a:gd name="T8" fmla="*/ 147 w 147"/>
                    <a:gd name="T9" fmla="*/ 243 h 2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3">
                      <a:moveTo>
                        <a:pt x="147" y="243"/>
                      </a:moveTo>
                      <a:lnTo>
                        <a:pt x="0" y="157"/>
                      </a:lnTo>
                      <a:lnTo>
                        <a:pt x="0" y="0"/>
                      </a:lnTo>
                      <a:lnTo>
                        <a:pt x="147" y="84"/>
                      </a:lnTo>
                      <a:lnTo>
                        <a:pt x="147" y="243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36" name="Freeform: Shape 135" descr="b1af6b96-4f20-49af-a439-a51fbd6ab0e9"/>
                <p:cNvSpPr/>
                <p:nvPr/>
              </p:nvSpPr>
              <p:spPr bwMode="auto">
                <a:xfrm>
                  <a:off x="4036" y="2156"/>
                  <a:ext cx="150" cy="243"/>
                </a:xfrm>
                <a:custGeom>
                  <a:avLst/>
                  <a:gdLst>
                    <a:gd name="T0" fmla="*/ 150 w 150"/>
                    <a:gd name="T1" fmla="*/ 157 h 243"/>
                    <a:gd name="T2" fmla="*/ 0 w 150"/>
                    <a:gd name="T3" fmla="*/ 243 h 243"/>
                    <a:gd name="T4" fmla="*/ 0 w 150"/>
                    <a:gd name="T5" fmla="*/ 84 h 243"/>
                    <a:gd name="T6" fmla="*/ 150 w 150"/>
                    <a:gd name="T7" fmla="*/ 0 h 243"/>
                    <a:gd name="T8" fmla="*/ 150 w 150"/>
                    <a:gd name="T9" fmla="*/ 157 h 2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50" h="243">
                      <a:moveTo>
                        <a:pt x="150" y="157"/>
                      </a:moveTo>
                      <a:lnTo>
                        <a:pt x="0" y="243"/>
                      </a:lnTo>
                      <a:lnTo>
                        <a:pt x="0" y="84"/>
                      </a:lnTo>
                      <a:lnTo>
                        <a:pt x="150" y="0"/>
                      </a:lnTo>
                      <a:lnTo>
                        <a:pt x="150" y="157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37" name="Freeform: Shape 136" descr="3b37b171-2af6-44c2-9e68-4124a9a793b9"/>
                <p:cNvSpPr/>
                <p:nvPr/>
              </p:nvSpPr>
              <p:spPr bwMode="auto">
                <a:xfrm>
                  <a:off x="4055" y="2166"/>
                  <a:ext cx="295" cy="171"/>
                </a:xfrm>
                <a:custGeom>
                  <a:avLst/>
                  <a:gdLst>
                    <a:gd name="T0" fmla="*/ 148 w 295"/>
                    <a:gd name="T1" fmla="*/ 171 h 171"/>
                    <a:gd name="T2" fmla="*/ 0 w 295"/>
                    <a:gd name="T3" fmla="*/ 85 h 171"/>
                    <a:gd name="T4" fmla="*/ 148 w 295"/>
                    <a:gd name="T5" fmla="*/ 0 h 171"/>
                    <a:gd name="T6" fmla="*/ 295 w 295"/>
                    <a:gd name="T7" fmla="*/ 85 h 171"/>
                    <a:gd name="T8" fmla="*/ 148 w 295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71">
                      <a:moveTo>
                        <a:pt x="148" y="171"/>
                      </a:moveTo>
                      <a:lnTo>
                        <a:pt x="0" y="85"/>
                      </a:lnTo>
                      <a:lnTo>
                        <a:pt x="148" y="0"/>
                      </a:lnTo>
                      <a:lnTo>
                        <a:pt x="295" y="85"/>
                      </a:lnTo>
                      <a:lnTo>
                        <a:pt x="148" y="17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38" name="Freeform: Shape 137" descr="46c42746-1eb3-4af6-b631-cb9a71a8d5a3"/>
                <p:cNvSpPr/>
                <p:nvPr/>
              </p:nvSpPr>
              <p:spPr bwMode="auto">
                <a:xfrm>
                  <a:off x="4055" y="2251"/>
                  <a:ext cx="148" cy="245"/>
                </a:xfrm>
                <a:custGeom>
                  <a:avLst/>
                  <a:gdLst>
                    <a:gd name="T0" fmla="*/ 148 w 148"/>
                    <a:gd name="T1" fmla="*/ 245 h 245"/>
                    <a:gd name="T2" fmla="*/ 0 w 148"/>
                    <a:gd name="T3" fmla="*/ 160 h 245"/>
                    <a:gd name="T4" fmla="*/ 0 w 148"/>
                    <a:gd name="T5" fmla="*/ 0 h 245"/>
                    <a:gd name="T6" fmla="*/ 148 w 148"/>
                    <a:gd name="T7" fmla="*/ 86 h 245"/>
                    <a:gd name="T8" fmla="*/ 148 w 148"/>
                    <a:gd name="T9" fmla="*/ 245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5">
                      <a:moveTo>
                        <a:pt x="148" y="245"/>
                      </a:moveTo>
                      <a:lnTo>
                        <a:pt x="0" y="160"/>
                      </a:lnTo>
                      <a:lnTo>
                        <a:pt x="0" y="0"/>
                      </a:lnTo>
                      <a:lnTo>
                        <a:pt x="148" y="86"/>
                      </a:lnTo>
                      <a:lnTo>
                        <a:pt x="148" y="245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39" name="Freeform: Shape 138" descr="5a100933-f586-4dc9-9020-a679a093f732"/>
                <p:cNvSpPr/>
                <p:nvPr/>
              </p:nvSpPr>
              <p:spPr bwMode="auto">
                <a:xfrm>
                  <a:off x="4203" y="2251"/>
                  <a:ext cx="147" cy="245"/>
                </a:xfrm>
                <a:custGeom>
                  <a:avLst/>
                  <a:gdLst>
                    <a:gd name="T0" fmla="*/ 147 w 147"/>
                    <a:gd name="T1" fmla="*/ 160 h 245"/>
                    <a:gd name="T2" fmla="*/ 0 w 147"/>
                    <a:gd name="T3" fmla="*/ 245 h 245"/>
                    <a:gd name="T4" fmla="*/ 0 w 147"/>
                    <a:gd name="T5" fmla="*/ 86 h 245"/>
                    <a:gd name="T6" fmla="*/ 147 w 147"/>
                    <a:gd name="T7" fmla="*/ 0 h 245"/>
                    <a:gd name="T8" fmla="*/ 147 w 147"/>
                    <a:gd name="T9" fmla="*/ 160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160"/>
                      </a:moveTo>
                      <a:lnTo>
                        <a:pt x="0" y="245"/>
                      </a:lnTo>
                      <a:lnTo>
                        <a:pt x="0" y="86"/>
                      </a:lnTo>
                      <a:lnTo>
                        <a:pt x="147" y="0"/>
                      </a:lnTo>
                      <a:lnTo>
                        <a:pt x="147" y="160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40" name="Freeform: Shape 139" descr="7be4c99a-efce-4684-a03c-a704536d4f15"/>
                <p:cNvSpPr/>
                <p:nvPr/>
              </p:nvSpPr>
              <p:spPr bwMode="auto">
                <a:xfrm>
                  <a:off x="4222" y="2261"/>
                  <a:ext cx="294" cy="171"/>
                </a:xfrm>
                <a:custGeom>
                  <a:avLst/>
                  <a:gdLst>
                    <a:gd name="T0" fmla="*/ 147 w 294"/>
                    <a:gd name="T1" fmla="*/ 171 h 171"/>
                    <a:gd name="T2" fmla="*/ 0 w 294"/>
                    <a:gd name="T3" fmla="*/ 86 h 171"/>
                    <a:gd name="T4" fmla="*/ 147 w 294"/>
                    <a:gd name="T5" fmla="*/ 0 h 171"/>
                    <a:gd name="T6" fmla="*/ 294 w 294"/>
                    <a:gd name="T7" fmla="*/ 86 h 171"/>
                    <a:gd name="T8" fmla="*/ 147 w 294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4" h="171">
                      <a:moveTo>
                        <a:pt x="147" y="171"/>
                      </a:moveTo>
                      <a:lnTo>
                        <a:pt x="0" y="86"/>
                      </a:lnTo>
                      <a:lnTo>
                        <a:pt x="147" y="0"/>
                      </a:lnTo>
                      <a:lnTo>
                        <a:pt x="294" y="86"/>
                      </a:lnTo>
                      <a:lnTo>
                        <a:pt x="147" y="17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41" name="Freeform: Shape 140" descr="93ce1095-fbc6-498e-8646-87aee143484a"/>
                <p:cNvSpPr/>
                <p:nvPr/>
              </p:nvSpPr>
              <p:spPr bwMode="auto">
                <a:xfrm>
                  <a:off x="4222" y="2347"/>
                  <a:ext cx="147" cy="244"/>
                </a:xfrm>
                <a:custGeom>
                  <a:avLst/>
                  <a:gdLst>
                    <a:gd name="T0" fmla="*/ 147 w 147"/>
                    <a:gd name="T1" fmla="*/ 244 h 244"/>
                    <a:gd name="T2" fmla="*/ 0 w 147"/>
                    <a:gd name="T3" fmla="*/ 159 h 244"/>
                    <a:gd name="T4" fmla="*/ 0 w 147"/>
                    <a:gd name="T5" fmla="*/ 0 h 244"/>
                    <a:gd name="T6" fmla="*/ 147 w 147"/>
                    <a:gd name="T7" fmla="*/ 85 h 244"/>
                    <a:gd name="T8" fmla="*/ 147 w 147"/>
                    <a:gd name="T9" fmla="*/ 244 h 2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4">
                      <a:moveTo>
                        <a:pt x="147" y="244"/>
                      </a:moveTo>
                      <a:lnTo>
                        <a:pt x="0" y="159"/>
                      </a:lnTo>
                      <a:lnTo>
                        <a:pt x="0" y="0"/>
                      </a:lnTo>
                      <a:lnTo>
                        <a:pt x="147" y="85"/>
                      </a:lnTo>
                      <a:lnTo>
                        <a:pt x="147" y="244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42" name="Freeform: Shape 141" descr="21c540bb-a62f-41fb-bf99-64f2af9347af"/>
                <p:cNvSpPr/>
                <p:nvPr/>
              </p:nvSpPr>
              <p:spPr bwMode="auto">
                <a:xfrm>
                  <a:off x="4369" y="2347"/>
                  <a:ext cx="147" cy="244"/>
                </a:xfrm>
                <a:custGeom>
                  <a:avLst/>
                  <a:gdLst>
                    <a:gd name="T0" fmla="*/ 147 w 147"/>
                    <a:gd name="T1" fmla="*/ 159 h 244"/>
                    <a:gd name="T2" fmla="*/ 0 w 147"/>
                    <a:gd name="T3" fmla="*/ 244 h 244"/>
                    <a:gd name="T4" fmla="*/ 0 w 147"/>
                    <a:gd name="T5" fmla="*/ 85 h 244"/>
                    <a:gd name="T6" fmla="*/ 147 w 147"/>
                    <a:gd name="T7" fmla="*/ 0 h 244"/>
                    <a:gd name="T8" fmla="*/ 147 w 147"/>
                    <a:gd name="T9" fmla="*/ 159 h 2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4">
                      <a:moveTo>
                        <a:pt x="147" y="159"/>
                      </a:moveTo>
                      <a:lnTo>
                        <a:pt x="0" y="244"/>
                      </a:lnTo>
                      <a:lnTo>
                        <a:pt x="0" y="85"/>
                      </a:lnTo>
                      <a:lnTo>
                        <a:pt x="147" y="0"/>
                      </a:lnTo>
                      <a:lnTo>
                        <a:pt x="147" y="159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43" name="Freeform: Shape 142" descr="a6b0a194-966b-4066-859e-75f524886cd9"/>
                <p:cNvSpPr/>
                <p:nvPr/>
              </p:nvSpPr>
              <p:spPr bwMode="auto">
                <a:xfrm>
                  <a:off x="3558" y="2071"/>
                  <a:ext cx="295" cy="171"/>
                </a:xfrm>
                <a:custGeom>
                  <a:avLst/>
                  <a:gdLst>
                    <a:gd name="T0" fmla="*/ 148 w 295"/>
                    <a:gd name="T1" fmla="*/ 171 h 171"/>
                    <a:gd name="T2" fmla="*/ 0 w 295"/>
                    <a:gd name="T3" fmla="*/ 85 h 171"/>
                    <a:gd name="T4" fmla="*/ 148 w 295"/>
                    <a:gd name="T5" fmla="*/ 0 h 171"/>
                    <a:gd name="T6" fmla="*/ 295 w 295"/>
                    <a:gd name="T7" fmla="*/ 85 h 171"/>
                    <a:gd name="T8" fmla="*/ 148 w 295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71">
                      <a:moveTo>
                        <a:pt x="148" y="171"/>
                      </a:moveTo>
                      <a:lnTo>
                        <a:pt x="0" y="85"/>
                      </a:lnTo>
                      <a:lnTo>
                        <a:pt x="148" y="0"/>
                      </a:lnTo>
                      <a:lnTo>
                        <a:pt x="295" y="85"/>
                      </a:lnTo>
                      <a:lnTo>
                        <a:pt x="148" y="17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44" name="Freeform: Shape 143" descr="93071ae8-e3bd-41c2-9159-6b6e4a75bc0e"/>
                <p:cNvSpPr/>
                <p:nvPr/>
              </p:nvSpPr>
              <p:spPr bwMode="auto">
                <a:xfrm>
                  <a:off x="3558" y="2156"/>
                  <a:ext cx="148" cy="243"/>
                </a:xfrm>
                <a:custGeom>
                  <a:avLst/>
                  <a:gdLst>
                    <a:gd name="T0" fmla="*/ 148 w 148"/>
                    <a:gd name="T1" fmla="*/ 243 h 243"/>
                    <a:gd name="T2" fmla="*/ 0 w 148"/>
                    <a:gd name="T3" fmla="*/ 160 h 243"/>
                    <a:gd name="T4" fmla="*/ 0 w 148"/>
                    <a:gd name="T5" fmla="*/ 0 h 243"/>
                    <a:gd name="T6" fmla="*/ 148 w 148"/>
                    <a:gd name="T7" fmla="*/ 86 h 243"/>
                    <a:gd name="T8" fmla="*/ 148 w 148"/>
                    <a:gd name="T9" fmla="*/ 243 h 2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3">
                      <a:moveTo>
                        <a:pt x="148" y="243"/>
                      </a:moveTo>
                      <a:lnTo>
                        <a:pt x="0" y="160"/>
                      </a:lnTo>
                      <a:lnTo>
                        <a:pt x="0" y="0"/>
                      </a:lnTo>
                      <a:lnTo>
                        <a:pt x="148" y="86"/>
                      </a:lnTo>
                      <a:lnTo>
                        <a:pt x="148" y="243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45" name="Freeform: Shape 144" descr="208f0063-8095-4869-9d41-2391427f5e87"/>
                <p:cNvSpPr/>
                <p:nvPr/>
              </p:nvSpPr>
              <p:spPr bwMode="auto">
                <a:xfrm>
                  <a:off x="3706" y="2156"/>
                  <a:ext cx="147" cy="243"/>
                </a:xfrm>
                <a:custGeom>
                  <a:avLst/>
                  <a:gdLst>
                    <a:gd name="T0" fmla="*/ 147 w 147"/>
                    <a:gd name="T1" fmla="*/ 160 h 243"/>
                    <a:gd name="T2" fmla="*/ 0 w 147"/>
                    <a:gd name="T3" fmla="*/ 243 h 243"/>
                    <a:gd name="T4" fmla="*/ 0 w 147"/>
                    <a:gd name="T5" fmla="*/ 86 h 243"/>
                    <a:gd name="T6" fmla="*/ 147 w 147"/>
                    <a:gd name="T7" fmla="*/ 0 h 243"/>
                    <a:gd name="T8" fmla="*/ 147 w 147"/>
                    <a:gd name="T9" fmla="*/ 160 h 2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3">
                      <a:moveTo>
                        <a:pt x="147" y="160"/>
                      </a:moveTo>
                      <a:lnTo>
                        <a:pt x="0" y="243"/>
                      </a:lnTo>
                      <a:lnTo>
                        <a:pt x="0" y="86"/>
                      </a:lnTo>
                      <a:lnTo>
                        <a:pt x="147" y="0"/>
                      </a:lnTo>
                      <a:lnTo>
                        <a:pt x="147" y="160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46" name="Freeform: Shape 145" descr="d160e6d9-e7d3-4fb9-bd0e-198dfea0540e"/>
                <p:cNvSpPr/>
                <p:nvPr/>
              </p:nvSpPr>
              <p:spPr bwMode="auto">
                <a:xfrm>
                  <a:off x="3722" y="2166"/>
                  <a:ext cx="295" cy="171"/>
                </a:xfrm>
                <a:custGeom>
                  <a:avLst/>
                  <a:gdLst>
                    <a:gd name="T0" fmla="*/ 148 w 295"/>
                    <a:gd name="T1" fmla="*/ 171 h 171"/>
                    <a:gd name="T2" fmla="*/ 0 w 295"/>
                    <a:gd name="T3" fmla="*/ 85 h 171"/>
                    <a:gd name="T4" fmla="*/ 148 w 295"/>
                    <a:gd name="T5" fmla="*/ 0 h 171"/>
                    <a:gd name="T6" fmla="*/ 295 w 295"/>
                    <a:gd name="T7" fmla="*/ 85 h 171"/>
                    <a:gd name="T8" fmla="*/ 148 w 295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71">
                      <a:moveTo>
                        <a:pt x="148" y="171"/>
                      </a:moveTo>
                      <a:lnTo>
                        <a:pt x="0" y="85"/>
                      </a:lnTo>
                      <a:lnTo>
                        <a:pt x="148" y="0"/>
                      </a:lnTo>
                      <a:lnTo>
                        <a:pt x="295" y="85"/>
                      </a:lnTo>
                      <a:lnTo>
                        <a:pt x="148" y="17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47" name="Freeform: Shape 146" descr="cfffc3da-ebc4-45e1-8926-46cd09c3c420"/>
                <p:cNvSpPr/>
                <p:nvPr/>
              </p:nvSpPr>
              <p:spPr bwMode="auto">
                <a:xfrm>
                  <a:off x="3722" y="2251"/>
                  <a:ext cx="148" cy="245"/>
                </a:xfrm>
                <a:custGeom>
                  <a:avLst/>
                  <a:gdLst>
                    <a:gd name="T0" fmla="*/ 148 w 148"/>
                    <a:gd name="T1" fmla="*/ 245 h 245"/>
                    <a:gd name="T2" fmla="*/ 0 w 148"/>
                    <a:gd name="T3" fmla="*/ 160 h 245"/>
                    <a:gd name="T4" fmla="*/ 0 w 148"/>
                    <a:gd name="T5" fmla="*/ 0 h 245"/>
                    <a:gd name="T6" fmla="*/ 148 w 148"/>
                    <a:gd name="T7" fmla="*/ 86 h 245"/>
                    <a:gd name="T8" fmla="*/ 148 w 148"/>
                    <a:gd name="T9" fmla="*/ 245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5">
                      <a:moveTo>
                        <a:pt x="148" y="245"/>
                      </a:moveTo>
                      <a:lnTo>
                        <a:pt x="0" y="160"/>
                      </a:lnTo>
                      <a:lnTo>
                        <a:pt x="0" y="0"/>
                      </a:lnTo>
                      <a:lnTo>
                        <a:pt x="148" y="86"/>
                      </a:lnTo>
                      <a:lnTo>
                        <a:pt x="148" y="245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48" name="Freeform: Shape 147" descr="27392958-b5c7-44c3-ad8e-6d20dff141e8"/>
                <p:cNvSpPr/>
                <p:nvPr/>
              </p:nvSpPr>
              <p:spPr bwMode="auto">
                <a:xfrm>
                  <a:off x="3870" y="2251"/>
                  <a:ext cx="147" cy="245"/>
                </a:xfrm>
                <a:custGeom>
                  <a:avLst/>
                  <a:gdLst>
                    <a:gd name="T0" fmla="*/ 147 w 147"/>
                    <a:gd name="T1" fmla="*/ 160 h 245"/>
                    <a:gd name="T2" fmla="*/ 0 w 147"/>
                    <a:gd name="T3" fmla="*/ 245 h 245"/>
                    <a:gd name="T4" fmla="*/ 0 w 147"/>
                    <a:gd name="T5" fmla="*/ 86 h 245"/>
                    <a:gd name="T6" fmla="*/ 147 w 147"/>
                    <a:gd name="T7" fmla="*/ 0 h 245"/>
                    <a:gd name="T8" fmla="*/ 147 w 147"/>
                    <a:gd name="T9" fmla="*/ 160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160"/>
                      </a:moveTo>
                      <a:lnTo>
                        <a:pt x="0" y="245"/>
                      </a:lnTo>
                      <a:lnTo>
                        <a:pt x="0" y="86"/>
                      </a:lnTo>
                      <a:lnTo>
                        <a:pt x="147" y="0"/>
                      </a:lnTo>
                      <a:lnTo>
                        <a:pt x="147" y="160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49" name="Freeform: Shape 148" descr="43dfb8e0-4c08-450c-8081-0a5385aa74a6"/>
                <p:cNvSpPr/>
                <p:nvPr/>
              </p:nvSpPr>
              <p:spPr bwMode="auto">
                <a:xfrm>
                  <a:off x="3889" y="2263"/>
                  <a:ext cx="295" cy="169"/>
                </a:xfrm>
                <a:custGeom>
                  <a:avLst/>
                  <a:gdLst>
                    <a:gd name="T0" fmla="*/ 147 w 295"/>
                    <a:gd name="T1" fmla="*/ 169 h 169"/>
                    <a:gd name="T2" fmla="*/ 0 w 295"/>
                    <a:gd name="T3" fmla="*/ 84 h 169"/>
                    <a:gd name="T4" fmla="*/ 147 w 295"/>
                    <a:gd name="T5" fmla="*/ 0 h 169"/>
                    <a:gd name="T6" fmla="*/ 295 w 295"/>
                    <a:gd name="T7" fmla="*/ 84 h 169"/>
                    <a:gd name="T8" fmla="*/ 147 w 295"/>
                    <a:gd name="T9" fmla="*/ 169 h 1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69">
                      <a:moveTo>
                        <a:pt x="147" y="169"/>
                      </a:moveTo>
                      <a:lnTo>
                        <a:pt x="0" y="84"/>
                      </a:lnTo>
                      <a:lnTo>
                        <a:pt x="147" y="0"/>
                      </a:lnTo>
                      <a:lnTo>
                        <a:pt x="295" y="84"/>
                      </a:lnTo>
                      <a:lnTo>
                        <a:pt x="147" y="169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50" name="Freeform: Shape 149" descr="16c93904-3e38-4d6a-b451-8ffe0cb781a5"/>
                <p:cNvSpPr/>
                <p:nvPr/>
              </p:nvSpPr>
              <p:spPr bwMode="auto">
                <a:xfrm>
                  <a:off x="3889" y="2347"/>
                  <a:ext cx="147" cy="244"/>
                </a:xfrm>
                <a:custGeom>
                  <a:avLst/>
                  <a:gdLst>
                    <a:gd name="T0" fmla="*/ 147 w 147"/>
                    <a:gd name="T1" fmla="*/ 244 h 244"/>
                    <a:gd name="T2" fmla="*/ 0 w 147"/>
                    <a:gd name="T3" fmla="*/ 159 h 244"/>
                    <a:gd name="T4" fmla="*/ 0 w 147"/>
                    <a:gd name="T5" fmla="*/ 0 h 244"/>
                    <a:gd name="T6" fmla="*/ 147 w 147"/>
                    <a:gd name="T7" fmla="*/ 85 h 244"/>
                    <a:gd name="T8" fmla="*/ 147 w 147"/>
                    <a:gd name="T9" fmla="*/ 244 h 2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4">
                      <a:moveTo>
                        <a:pt x="147" y="244"/>
                      </a:moveTo>
                      <a:lnTo>
                        <a:pt x="0" y="159"/>
                      </a:lnTo>
                      <a:lnTo>
                        <a:pt x="0" y="0"/>
                      </a:lnTo>
                      <a:lnTo>
                        <a:pt x="147" y="85"/>
                      </a:lnTo>
                      <a:lnTo>
                        <a:pt x="147" y="244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51" name="Freeform: Shape 150" descr="324be6ff-95a3-423a-8eb5-ec694b2fa8ae"/>
                <p:cNvSpPr/>
                <p:nvPr/>
              </p:nvSpPr>
              <p:spPr bwMode="auto">
                <a:xfrm>
                  <a:off x="4036" y="2347"/>
                  <a:ext cx="148" cy="244"/>
                </a:xfrm>
                <a:custGeom>
                  <a:avLst/>
                  <a:gdLst>
                    <a:gd name="T0" fmla="*/ 148 w 148"/>
                    <a:gd name="T1" fmla="*/ 159 h 244"/>
                    <a:gd name="T2" fmla="*/ 0 w 148"/>
                    <a:gd name="T3" fmla="*/ 244 h 244"/>
                    <a:gd name="T4" fmla="*/ 0 w 148"/>
                    <a:gd name="T5" fmla="*/ 85 h 244"/>
                    <a:gd name="T6" fmla="*/ 148 w 148"/>
                    <a:gd name="T7" fmla="*/ 0 h 244"/>
                    <a:gd name="T8" fmla="*/ 148 w 148"/>
                    <a:gd name="T9" fmla="*/ 159 h 2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4">
                      <a:moveTo>
                        <a:pt x="148" y="159"/>
                      </a:moveTo>
                      <a:lnTo>
                        <a:pt x="0" y="244"/>
                      </a:lnTo>
                      <a:lnTo>
                        <a:pt x="0" y="85"/>
                      </a:lnTo>
                      <a:lnTo>
                        <a:pt x="148" y="0"/>
                      </a:lnTo>
                      <a:lnTo>
                        <a:pt x="148" y="159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52" name="Freeform: Shape 151" descr="370706ee-5055-4664-8158-ecb9c7fb9a55"/>
                <p:cNvSpPr/>
                <p:nvPr/>
              </p:nvSpPr>
              <p:spPr bwMode="auto">
                <a:xfrm>
                  <a:off x="4148" y="2411"/>
                  <a:ext cx="295" cy="171"/>
                </a:xfrm>
                <a:custGeom>
                  <a:avLst/>
                  <a:gdLst>
                    <a:gd name="T0" fmla="*/ 147 w 295"/>
                    <a:gd name="T1" fmla="*/ 171 h 171"/>
                    <a:gd name="T2" fmla="*/ 0 w 295"/>
                    <a:gd name="T3" fmla="*/ 85 h 171"/>
                    <a:gd name="T4" fmla="*/ 147 w 295"/>
                    <a:gd name="T5" fmla="*/ 0 h 171"/>
                    <a:gd name="T6" fmla="*/ 295 w 295"/>
                    <a:gd name="T7" fmla="*/ 85 h 171"/>
                    <a:gd name="T8" fmla="*/ 147 w 295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71">
                      <a:moveTo>
                        <a:pt x="147" y="171"/>
                      </a:moveTo>
                      <a:lnTo>
                        <a:pt x="0" y="85"/>
                      </a:lnTo>
                      <a:lnTo>
                        <a:pt x="147" y="0"/>
                      </a:lnTo>
                      <a:lnTo>
                        <a:pt x="295" y="85"/>
                      </a:lnTo>
                      <a:lnTo>
                        <a:pt x="147" y="171"/>
                      </a:lnTo>
                      <a:close/>
                    </a:path>
                  </a:pathLst>
                </a:custGeom>
                <a:solidFill>
                  <a:srgbClr val="2D83EE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53" name="Freeform: Shape 152" descr="05ab02a6-21b7-479d-acf7-0ea950c71bce"/>
                <p:cNvSpPr/>
                <p:nvPr/>
              </p:nvSpPr>
              <p:spPr bwMode="auto">
                <a:xfrm>
                  <a:off x="4148" y="2496"/>
                  <a:ext cx="147" cy="245"/>
                </a:xfrm>
                <a:custGeom>
                  <a:avLst/>
                  <a:gdLst>
                    <a:gd name="T0" fmla="*/ 147 w 147"/>
                    <a:gd name="T1" fmla="*/ 245 h 245"/>
                    <a:gd name="T2" fmla="*/ 0 w 147"/>
                    <a:gd name="T3" fmla="*/ 159 h 245"/>
                    <a:gd name="T4" fmla="*/ 0 w 147"/>
                    <a:gd name="T5" fmla="*/ 0 h 245"/>
                    <a:gd name="T6" fmla="*/ 147 w 147"/>
                    <a:gd name="T7" fmla="*/ 86 h 245"/>
                    <a:gd name="T8" fmla="*/ 147 w 147"/>
                    <a:gd name="T9" fmla="*/ 245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245"/>
                      </a:moveTo>
                      <a:lnTo>
                        <a:pt x="0" y="159"/>
                      </a:lnTo>
                      <a:lnTo>
                        <a:pt x="0" y="0"/>
                      </a:lnTo>
                      <a:lnTo>
                        <a:pt x="147" y="86"/>
                      </a:lnTo>
                      <a:lnTo>
                        <a:pt x="147" y="245"/>
                      </a:lnTo>
                      <a:close/>
                    </a:path>
                  </a:pathLst>
                </a:custGeom>
                <a:solidFill>
                  <a:srgbClr val="0647A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54" name="Freeform: Shape 153" descr="634802d9-6f96-425b-acc9-0df37b9d09d6"/>
                <p:cNvSpPr/>
                <p:nvPr/>
              </p:nvSpPr>
              <p:spPr bwMode="auto">
                <a:xfrm>
                  <a:off x="4295" y="2496"/>
                  <a:ext cx="148" cy="245"/>
                </a:xfrm>
                <a:custGeom>
                  <a:avLst/>
                  <a:gdLst>
                    <a:gd name="T0" fmla="*/ 148 w 148"/>
                    <a:gd name="T1" fmla="*/ 159 h 245"/>
                    <a:gd name="T2" fmla="*/ 0 w 148"/>
                    <a:gd name="T3" fmla="*/ 245 h 245"/>
                    <a:gd name="T4" fmla="*/ 0 w 148"/>
                    <a:gd name="T5" fmla="*/ 86 h 245"/>
                    <a:gd name="T6" fmla="*/ 148 w 148"/>
                    <a:gd name="T7" fmla="*/ 0 h 245"/>
                    <a:gd name="T8" fmla="*/ 148 w 148"/>
                    <a:gd name="T9" fmla="*/ 159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5">
                      <a:moveTo>
                        <a:pt x="148" y="159"/>
                      </a:moveTo>
                      <a:lnTo>
                        <a:pt x="0" y="245"/>
                      </a:lnTo>
                      <a:lnTo>
                        <a:pt x="0" y="86"/>
                      </a:lnTo>
                      <a:lnTo>
                        <a:pt x="148" y="0"/>
                      </a:lnTo>
                      <a:lnTo>
                        <a:pt x="148" y="159"/>
                      </a:lnTo>
                      <a:close/>
                    </a:path>
                  </a:pathLst>
                </a:custGeom>
                <a:solidFill>
                  <a:srgbClr val="1C64D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55" name="Freeform: Shape 154" descr="04f052c9-72b2-4c4f-808a-b8dff9d37c22"/>
                <p:cNvSpPr/>
                <p:nvPr/>
              </p:nvSpPr>
              <p:spPr bwMode="auto">
                <a:xfrm>
                  <a:off x="3392" y="2166"/>
                  <a:ext cx="295" cy="171"/>
                </a:xfrm>
                <a:custGeom>
                  <a:avLst/>
                  <a:gdLst>
                    <a:gd name="T0" fmla="*/ 147 w 295"/>
                    <a:gd name="T1" fmla="*/ 171 h 171"/>
                    <a:gd name="T2" fmla="*/ 0 w 295"/>
                    <a:gd name="T3" fmla="*/ 85 h 171"/>
                    <a:gd name="T4" fmla="*/ 147 w 295"/>
                    <a:gd name="T5" fmla="*/ 0 h 171"/>
                    <a:gd name="T6" fmla="*/ 295 w 295"/>
                    <a:gd name="T7" fmla="*/ 85 h 171"/>
                    <a:gd name="T8" fmla="*/ 147 w 295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71">
                      <a:moveTo>
                        <a:pt x="147" y="171"/>
                      </a:moveTo>
                      <a:lnTo>
                        <a:pt x="0" y="85"/>
                      </a:lnTo>
                      <a:lnTo>
                        <a:pt x="147" y="0"/>
                      </a:lnTo>
                      <a:lnTo>
                        <a:pt x="295" y="85"/>
                      </a:lnTo>
                      <a:lnTo>
                        <a:pt x="147" y="17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56" name="Freeform: Shape 155" descr="127a17c0-f793-4a5e-829a-055c5d730e95"/>
                <p:cNvSpPr/>
                <p:nvPr/>
              </p:nvSpPr>
              <p:spPr bwMode="auto">
                <a:xfrm>
                  <a:off x="3392" y="2251"/>
                  <a:ext cx="147" cy="245"/>
                </a:xfrm>
                <a:custGeom>
                  <a:avLst/>
                  <a:gdLst>
                    <a:gd name="T0" fmla="*/ 147 w 147"/>
                    <a:gd name="T1" fmla="*/ 245 h 245"/>
                    <a:gd name="T2" fmla="*/ 0 w 147"/>
                    <a:gd name="T3" fmla="*/ 160 h 245"/>
                    <a:gd name="T4" fmla="*/ 0 w 147"/>
                    <a:gd name="T5" fmla="*/ 0 h 245"/>
                    <a:gd name="T6" fmla="*/ 147 w 147"/>
                    <a:gd name="T7" fmla="*/ 86 h 245"/>
                    <a:gd name="T8" fmla="*/ 147 w 147"/>
                    <a:gd name="T9" fmla="*/ 245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245"/>
                      </a:moveTo>
                      <a:lnTo>
                        <a:pt x="0" y="160"/>
                      </a:lnTo>
                      <a:lnTo>
                        <a:pt x="0" y="0"/>
                      </a:lnTo>
                      <a:lnTo>
                        <a:pt x="147" y="86"/>
                      </a:lnTo>
                      <a:lnTo>
                        <a:pt x="147" y="245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57" name="Freeform: Shape 156" descr="ec3cc23c-8a53-46c4-b12c-c03ff75e97ae"/>
                <p:cNvSpPr/>
                <p:nvPr/>
              </p:nvSpPr>
              <p:spPr bwMode="auto">
                <a:xfrm>
                  <a:off x="3539" y="2251"/>
                  <a:ext cx="148" cy="245"/>
                </a:xfrm>
                <a:custGeom>
                  <a:avLst/>
                  <a:gdLst>
                    <a:gd name="T0" fmla="*/ 148 w 148"/>
                    <a:gd name="T1" fmla="*/ 160 h 245"/>
                    <a:gd name="T2" fmla="*/ 0 w 148"/>
                    <a:gd name="T3" fmla="*/ 245 h 245"/>
                    <a:gd name="T4" fmla="*/ 0 w 148"/>
                    <a:gd name="T5" fmla="*/ 86 h 245"/>
                    <a:gd name="T6" fmla="*/ 148 w 148"/>
                    <a:gd name="T7" fmla="*/ 0 h 245"/>
                    <a:gd name="T8" fmla="*/ 148 w 148"/>
                    <a:gd name="T9" fmla="*/ 160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5">
                      <a:moveTo>
                        <a:pt x="148" y="160"/>
                      </a:moveTo>
                      <a:lnTo>
                        <a:pt x="0" y="245"/>
                      </a:lnTo>
                      <a:lnTo>
                        <a:pt x="0" y="86"/>
                      </a:lnTo>
                      <a:lnTo>
                        <a:pt x="148" y="0"/>
                      </a:lnTo>
                      <a:lnTo>
                        <a:pt x="148" y="160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58" name="Freeform: Shape 157" descr="01787261-f86f-4076-95de-599a1bb80c21"/>
                <p:cNvSpPr/>
                <p:nvPr/>
              </p:nvSpPr>
              <p:spPr bwMode="auto">
                <a:xfrm>
                  <a:off x="3556" y="2263"/>
                  <a:ext cx="295" cy="169"/>
                </a:xfrm>
                <a:custGeom>
                  <a:avLst/>
                  <a:gdLst>
                    <a:gd name="T0" fmla="*/ 147 w 295"/>
                    <a:gd name="T1" fmla="*/ 169 h 169"/>
                    <a:gd name="T2" fmla="*/ 0 w 295"/>
                    <a:gd name="T3" fmla="*/ 86 h 169"/>
                    <a:gd name="T4" fmla="*/ 147 w 295"/>
                    <a:gd name="T5" fmla="*/ 0 h 169"/>
                    <a:gd name="T6" fmla="*/ 295 w 295"/>
                    <a:gd name="T7" fmla="*/ 86 h 169"/>
                    <a:gd name="T8" fmla="*/ 147 w 295"/>
                    <a:gd name="T9" fmla="*/ 169 h 1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69">
                      <a:moveTo>
                        <a:pt x="147" y="169"/>
                      </a:moveTo>
                      <a:lnTo>
                        <a:pt x="0" y="86"/>
                      </a:lnTo>
                      <a:lnTo>
                        <a:pt x="147" y="0"/>
                      </a:lnTo>
                      <a:lnTo>
                        <a:pt x="295" y="86"/>
                      </a:lnTo>
                      <a:lnTo>
                        <a:pt x="147" y="169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59" name="Freeform: Shape 158" descr="d43cdc04-bc23-4b82-a9e7-2343b85b4809"/>
                <p:cNvSpPr/>
                <p:nvPr/>
              </p:nvSpPr>
              <p:spPr bwMode="auto">
                <a:xfrm>
                  <a:off x="3556" y="2349"/>
                  <a:ext cx="147" cy="242"/>
                </a:xfrm>
                <a:custGeom>
                  <a:avLst/>
                  <a:gdLst>
                    <a:gd name="T0" fmla="*/ 147 w 147"/>
                    <a:gd name="T1" fmla="*/ 242 h 242"/>
                    <a:gd name="T2" fmla="*/ 0 w 147"/>
                    <a:gd name="T3" fmla="*/ 157 h 242"/>
                    <a:gd name="T4" fmla="*/ 0 w 147"/>
                    <a:gd name="T5" fmla="*/ 0 h 242"/>
                    <a:gd name="T6" fmla="*/ 147 w 147"/>
                    <a:gd name="T7" fmla="*/ 83 h 242"/>
                    <a:gd name="T8" fmla="*/ 147 w 147"/>
                    <a:gd name="T9" fmla="*/ 242 h 2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1">
                      <a:moveTo>
                        <a:pt x="147" y="242"/>
                      </a:moveTo>
                      <a:lnTo>
                        <a:pt x="0" y="157"/>
                      </a:lnTo>
                      <a:lnTo>
                        <a:pt x="0" y="0"/>
                      </a:lnTo>
                      <a:lnTo>
                        <a:pt x="147" y="83"/>
                      </a:lnTo>
                      <a:lnTo>
                        <a:pt x="147" y="242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60" name="Freeform: Shape 159" descr="c8ee6cf5-9633-4454-95d9-d8d1cfcd78d6"/>
                <p:cNvSpPr/>
                <p:nvPr/>
              </p:nvSpPr>
              <p:spPr bwMode="auto">
                <a:xfrm>
                  <a:off x="3703" y="2349"/>
                  <a:ext cx="148" cy="242"/>
                </a:xfrm>
                <a:custGeom>
                  <a:avLst/>
                  <a:gdLst>
                    <a:gd name="T0" fmla="*/ 148 w 148"/>
                    <a:gd name="T1" fmla="*/ 157 h 242"/>
                    <a:gd name="T2" fmla="*/ 0 w 148"/>
                    <a:gd name="T3" fmla="*/ 242 h 242"/>
                    <a:gd name="T4" fmla="*/ 0 w 148"/>
                    <a:gd name="T5" fmla="*/ 83 h 242"/>
                    <a:gd name="T6" fmla="*/ 148 w 148"/>
                    <a:gd name="T7" fmla="*/ 0 h 242"/>
                    <a:gd name="T8" fmla="*/ 148 w 148"/>
                    <a:gd name="T9" fmla="*/ 157 h 2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1">
                      <a:moveTo>
                        <a:pt x="148" y="157"/>
                      </a:moveTo>
                      <a:lnTo>
                        <a:pt x="0" y="242"/>
                      </a:lnTo>
                      <a:lnTo>
                        <a:pt x="0" y="83"/>
                      </a:lnTo>
                      <a:lnTo>
                        <a:pt x="148" y="0"/>
                      </a:lnTo>
                      <a:lnTo>
                        <a:pt x="148" y="157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61" name="Freeform: Shape 160" descr="3ff940fa-f822-4da4-a90e-1a938d912538"/>
                <p:cNvSpPr/>
                <p:nvPr/>
              </p:nvSpPr>
              <p:spPr bwMode="auto">
                <a:xfrm>
                  <a:off x="3722" y="2358"/>
                  <a:ext cx="295" cy="171"/>
                </a:xfrm>
                <a:custGeom>
                  <a:avLst/>
                  <a:gdLst>
                    <a:gd name="T0" fmla="*/ 148 w 295"/>
                    <a:gd name="T1" fmla="*/ 171 h 171"/>
                    <a:gd name="T2" fmla="*/ 0 w 295"/>
                    <a:gd name="T3" fmla="*/ 86 h 171"/>
                    <a:gd name="T4" fmla="*/ 148 w 295"/>
                    <a:gd name="T5" fmla="*/ 0 h 171"/>
                    <a:gd name="T6" fmla="*/ 295 w 295"/>
                    <a:gd name="T7" fmla="*/ 86 h 171"/>
                    <a:gd name="T8" fmla="*/ 148 w 295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71">
                      <a:moveTo>
                        <a:pt x="148" y="171"/>
                      </a:moveTo>
                      <a:lnTo>
                        <a:pt x="0" y="86"/>
                      </a:lnTo>
                      <a:lnTo>
                        <a:pt x="148" y="0"/>
                      </a:lnTo>
                      <a:lnTo>
                        <a:pt x="295" y="86"/>
                      </a:lnTo>
                      <a:lnTo>
                        <a:pt x="148" y="17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62" name="Freeform: Shape 161" descr="e42f62f4-58ac-48cb-bd34-4e68a7dcac94"/>
                <p:cNvSpPr/>
                <p:nvPr/>
              </p:nvSpPr>
              <p:spPr bwMode="auto">
                <a:xfrm>
                  <a:off x="3722" y="2444"/>
                  <a:ext cx="148" cy="242"/>
                </a:xfrm>
                <a:custGeom>
                  <a:avLst/>
                  <a:gdLst>
                    <a:gd name="T0" fmla="*/ 148 w 148"/>
                    <a:gd name="T1" fmla="*/ 242 h 242"/>
                    <a:gd name="T2" fmla="*/ 0 w 148"/>
                    <a:gd name="T3" fmla="*/ 159 h 242"/>
                    <a:gd name="T4" fmla="*/ 0 w 148"/>
                    <a:gd name="T5" fmla="*/ 0 h 242"/>
                    <a:gd name="T6" fmla="*/ 148 w 148"/>
                    <a:gd name="T7" fmla="*/ 85 h 242"/>
                    <a:gd name="T8" fmla="*/ 148 w 148"/>
                    <a:gd name="T9" fmla="*/ 242 h 2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1">
                      <a:moveTo>
                        <a:pt x="148" y="242"/>
                      </a:moveTo>
                      <a:lnTo>
                        <a:pt x="0" y="159"/>
                      </a:lnTo>
                      <a:lnTo>
                        <a:pt x="0" y="0"/>
                      </a:lnTo>
                      <a:lnTo>
                        <a:pt x="148" y="85"/>
                      </a:lnTo>
                      <a:lnTo>
                        <a:pt x="148" y="242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63" name="Freeform: Shape 162" descr="9464c796-c846-4898-a849-61bf938830ba"/>
                <p:cNvSpPr/>
                <p:nvPr/>
              </p:nvSpPr>
              <p:spPr bwMode="auto">
                <a:xfrm>
                  <a:off x="3870" y="2444"/>
                  <a:ext cx="147" cy="242"/>
                </a:xfrm>
                <a:custGeom>
                  <a:avLst/>
                  <a:gdLst>
                    <a:gd name="T0" fmla="*/ 147 w 147"/>
                    <a:gd name="T1" fmla="*/ 159 h 242"/>
                    <a:gd name="T2" fmla="*/ 0 w 147"/>
                    <a:gd name="T3" fmla="*/ 242 h 242"/>
                    <a:gd name="T4" fmla="*/ 0 w 147"/>
                    <a:gd name="T5" fmla="*/ 85 h 242"/>
                    <a:gd name="T6" fmla="*/ 147 w 147"/>
                    <a:gd name="T7" fmla="*/ 0 h 242"/>
                    <a:gd name="T8" fmla="*/ 147 w 147"/>
                    <a:gd name="T9" fmla="*/ 159 h 2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1">
                      <a:moveTo>
                        <a:pt x="147" y="159"/>
                      </a:moveTo>
                      <a:lnTo>
                        <a:pt x="0" y="242"/>
                      </a:lnTo>
                      <a:lnTo>
                        <a:pt x="0" y="85"/>
                      </a:lnTo>
                      <a:lnTo>
                        <a:pt x="147" y="0"/>
                      </a:lnTo>
                      <a:lnTo>
                        <a:pt x="147" y="159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64" name="Freeform: Shape 163" descr="cb6a566d-ebd7-4ee9-a366-5066fb358e8f"/>
                <p:cNvSpPr/>
                <p:nvPr/>
              </p:nvSpPr>
              <p:spPr bwMode="auto">
                <a:xfrm>
                  <a:off x="3889" y="2453"/>
                  <a:ext cx="295" cy="172"/>
                </a:xfrm>
                <a:custGeom>
                  <a:avLst/>
                  <a:gdLst>
                    <a:gd name="T0" fmla="*/ 147 w 295"/>
                    <a:gd name="T1" fmla="*/ 172 h 172"/>
                    <a:gd name="T2" fmla="*/ 0 w 295"/>
                    <a:gd name="T3" fmla="*/ 86 h 172"/>
                    <a:gd name="T4" fmla="*/ 147 w 295"/>
                    <a:gd name="T5" fmla="*/ 0 h 172"/>
                    <a:gd name="T6" fmla="*/ 295 w 295"/>
                    <a:gd name="T7" fmla="*/ 86 h 172"/>
                    <a:gd name="T8" fmla="*/ 147 w 295"/>
                    <a:gd name="T9" fmla="*/ 172 h 17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72">
                      <a:moveTo>
                        <a:pt x="147" y="172"/>
                      </a:moveTo>
                      <a:lnTo>
                        <a:pt x="0" y="86"/>
                      </a:lnTo>
                      <a:lnTo>
                        <a:pt x="147" y="0"/>
                      </a:lnTo>
                      <a:lnTo>
                        <a:pt x="295" y="86"/>
                      </a:lnTo>
                      <a:lnTo>
                        <a:pt x="147" y="172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65" name="Freeform: Shape 164" descr="84480b4b-7c12-4bf0-8f72-974e5b0ddda9"/>
                <p:cNvSpPr/>
                <p:nvPr/>
              </p:nvSpPr>
              <p:spPr bwMode="auto">
                <a:xfrm>
                  <a:off x="3889" y="2539"/>
                  <a:ext cx="147" cy="245"/>
                </a:xfrm>
                <a:custGeom>
                  <a:avLst/>
                  <a:gdLst>
                    <a:gd name="T0" fmla="*/ 147 w 147"/>
                    <a:gd name="T1" fmla="*/ 245 h 245"/>
                    <a:gd name="T2" fmla="*/ 0 w 147"/>
                    <a:gd name="T3" fmla="*/ 159 h 245"/>
                    <a:gd name="T4" fmla="*/ 0 w 147"/>
                    <a:gd name="T5" fmla="*/ 0 h 245"/>
                    <a:gd name="T6" fmla="*/ 147 w 147"/>
                    <a:gd name="T7" fmla="*/ 86 h 245"/>
                    <a:gd name="T8" fmla="*/ 147 w 147"/>
                    <a:gd name="T9" fmla="*/ 245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245"/>
                      </a:moveTo>
                      <a:lnTo>
                        <a:pt x="0" y="159"/>
                      </a:lnTo>
                      <a:lnTo>
                        <a:pt x="0" y="0"/>
                      </a:lnTo>
                      <a:lnTo>
                        <a:pt x="147" y="86"/>
                      </a:lnTo>
                      <a:lnTo>
                        <a:pt x="147" y="245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66" name="Freeform: Shape 165" descr="cd49b32a-5b15-4072-80a7-48bf2bd6249b"/>
                <p:cNvSpPr/>
                <p:nvPr/>
              </p:nvSpPr>
              <p:spPr bwMode="auto">
                <a:xfrm>
                  <a:off x="4036" y="2539"/>
                  <a:ext cx="148" cy="245"/>
                </a:xfrm>
                <a:custGeom>
                  <a:avLst/>
                  <a:gdLst>
                    <a:gd name="T0" fmla="*/ 148 w 148"/>
                    <a:gd name="T1" fmla="*/ 159 h 245"/>
                    <a:gd name="T2" fmla="*/ 0 w 148"/>
                    <a:gd name="T3" fmla="*/ 245 h 245"/>
                    <a:gd name="T4" fmla="*/ 0 w 148"/>
                    <a:gd name="T5" fmla="*/ 86 h 245"/>
                    <a:gd name="T6" fmla="*/ 148 w 148"/>
                    <a:gd name="T7" fmla="*/ 0 h 245"/>
                    <a:gd name="T8" fmla="*/ 148 w 148"/>
                    <a:gd name="T9" fmla="*/ 159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5">
                      <a:moveTo>
                        <a:pt x="148" y="159"/>
                      </a:moveTo>
                      <a:lnTo>
                        <a:pt x="0" y="245"/>
                      </a:lnTo>
                      <a:lnTo>
                        <a:pt x="0" y="86"/>
                      </a:lnTo>
                      <a:lnTo>
                        <a:pt x="148" y="0"/>
                      </a:lnTo>
                      <a:lnTo>
                        <a:pt x="148" y="159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67" name="Freeform: Shape 166" descr="f5cb12fb-3089-4f92-8f1d-893a7f7a2d17"/>
                <p:cNvSpPr/>
                <p:nvPr/>
              </p:nvSpPr>
              <p:spPr bwMode="auto">
                <a:xfrm>
                  <a:off x="3225" y="2263"/>
                  <a:ext cx="295" cy="169"/>
                </a:xfrm>
                <a:custGeom>
                  <a:avLst/>
                  <a:gdLst>
                    <a:gd name="T0" fmla="*/ 148 w 295"/>
                    <a:gd name="T1" fmla="*/ 169 h 169"/>
                    <a:gd name="T2" fmla="*/ 0 w 295"/>
                    <a:gd name="T3" fmla="*/ 86 h 169"/>
                    <a:gd name="T4" fmla="*/ 148 w 295"/>
                    <a:gd name="T5" fmla="*/ 0 h 169"/>
                    <a:gd name="T6" fmla="*/ 295 w 295"/>
                    <a:gd name="T7" fmla="*/ 86 h 169"/>
                    <a:gd name="T8" fmla="*/ 148 w 295"/>
                    <a:gd name="T9" fmla="*/ 169 h 1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69">
                      <a:moveTo>
                        <a:pt x="148" y="169"/>
                      </a:moveTo>
                      <a:lnTo>
                        <a:pt x="0" y="86"/>
                      </a:lnTo>
                      <a:lnTo>
                        <a:pt x="148" y="0"/>
                      </a:lnTo>
                      <a:lnTo>
                        <a:pt x="295" y="86"/>
                      </a:lnTo>
                      <a:lnTo>
                        <a:pt x="148" y="169"/>
                      </a:lnTo>
                      <a:close/>
                    </a:path>
                  </a:pathLst>
                </a:custGeom>
                <a:solidFill>
                  <a:srgbClr val="BCB5A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68" name="Freeform: Shape 167" descr="31626b4c-7ca3-4bc0-8753-424776d56094"/>
                <p:cNvSpPr/>
                <p:nvPr/>
              </p:nvSpPr>
              <p:spPr bwMode="auto">
                <a:xfrm>
                  <a:off x="3225" y="2349"/>
                  <a:ext cx="148" cy="242"/>
                </a:xfrm>
                <a:custGeom>
                  <a:avLst/>
                  <a:gdLst>
                    <a:gd name="T0" fmla="*/ 148 w 148"/>
                    <a:gd name="T1" fmla="*/ 242 h 242"/>
                    <a:gd name="T2" fmla="*/ 0 w 148"/>
                    <a:gd name="T3" fmla="*/ 157 h 242"/>
                    <a:gd name="T4" fmla="*/ 0 w 148"/>
                    <a:gd name="T5" fmla="*/ 0 h 242"/>
                    <a:gd name="T6" fmla="*/ 148 w 148"/>
                    <a:gd name="T7" fmla="*/ 83 h 242"/>
                    <a:gd name="T8" fmla="*/ 148 w 148"/>
                    <a:gd name="T9" fmla="*/ 242 h 2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1">
                      <a:moveTo>
                        <a:pt x="148" y="242"/>
                      </a:moveTo>
                      <a:lnTo>
                        <a:pt x="0" y="157"/>
                      </a:lnTo>
                      <a:lnTo>
                        <a:pt x="0" y="0"/>
                      </a:lnTo>
                      <a:lnTo>
                        <a:pt x="148" y="83"/>
                      </a:lnTo>
                      <a:lnTo>
                        <a:pt x="148" y="242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69" name="Freeform: Shape 168" descr="29e0f69d-a942-4a07-bb87-f7b1694d97eb"/>
                <p:cNvSpPr/>
                <p:nvPr/>
              </p:nvSpPr>
              <p:spPr bwMode="auto">
                <a:xfrm>
                  <a:off x="3373" y="2349"/>
                  <a:ext cx="147" cy="242"/>
                </a:xfrm>
                <a:custGeom>
                  <a:avLst/>
                  <a:gdLst>
                    <a:gd name="T0" fmla="*/ 147 w 147"/>
                    <a:gd name="T1" fmla="*/ 157 h 242"/>
                    <a:gd name="T2" fmla="*/ 0 w 147"/>
                    <a:gd name="T3" fmla="*/ 242 h 242"/>
                    <a:gd name="T4" fmla="*/ 0 w 147"/>
                    <a:gd name="T5" fmla="*/ 83 h 242"/>
                    <a:gd name="T6" fmla="*/ 147 w 147"/>
                    <a:gd name="T7" fmla="*/ 0 h 242"/>
                    <a:gd name="T8" fmla="*/ 147 w 147"/>
                    <a:gd name="T9" fmla="*/ 157 h 2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1">
                      <a:moveTo>
                        <a:pt x="147" y="157"/>
                      </a:moveTo>
                      <a:lnTo>
                        <a:pt x="0" y="242"/>
                      </a:lnTo>
                      <a:lnTo>
                        <a:pt x="0" y="83"/>
                      </a:lnTo>
                      <a:lnTo>
                        <a:pt x="147" y="0"/>
                      </a:lnTo>
                      <a:lnTo>
                        <a:pt x="147" y="157"/>
                      </a:lnTo>
                      <a:close/>
                    </a:path>
                  </a:pathLst>
                </a:custGeom>
                <a:solidFill>
                  <a:srgbClr val="A29D9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70" name="Freeform: Shape 169" descr="1a1b12cc-ed4d-4924-8aa0-4af20bb44693"/>
                <p:cNvSpPr/>
                <p:nvPr/>
              </p:nvSpPr>
              <p:spPr bwMode="auto">
                <a:xfrm>
                  <a:off x="3389" y="2358"/>
                  <a:ext cx="295" cy="171"/>
                </a:xfrm>
                <a:custGeom>
                  <a:avLst/>
                  <a:gdLst>
                    <a:gd name="T0" fmla="*/ 148 w 295"/>
                    <a:gd name="T1" fmla="*/ 171 h 171"/>
                    <a:gd name="T2" fmla="*/ 0 w 295"/>
                    <a:gd name="T3" fmla="*/ 86 h 171"/>
                    <a:gd name="T4" fmla="*/ 148 w 295"/>
                    <a:gd name="T5" fmla="*/ 0 h 171"/>
                    <a:gd name="T6" fmla="*/ 295 w 295"/>
                    <a:gd name="T7" fmla="*/ 86 h 171"/>
                    <a:gd name="T8" fmla="*/ 148 w 295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71">
                      <a:moveTo>
                        <a:pt x="148" y="171"/>
                      </a:moveTo>
                      <a:lnTo>
                        <a:pt x="0" y="86"/>
                      </a:lnTo>
                      <a:lnTo>
                        <a:pt x="148" y="0"/>
                      </a:lnTo>
                      <a:lnTo>
                        <a:pt x="295" y="86"/>
                      </a:lnTo>
                      <a:lnTo>
                        <a:pt x="148" y="171"/>
                      </a:lnTo>
                      <a:close/>
                    </a:path>
                  </a:pathLst>
                </a:custGeom>
                <a:solidFill>
                  <a:srgbClr val="BCB5A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71" name="Freeform: Shape 170" descr="0b06d5db-743a-4de6-b27d-388f6d9e3b09"/>
                <p:cNvSpPr/>
                <p:nvPr/>
              </p:nvSpPr>
              <p:spPr bwMode="auto">
                <a:xfrm>
                  <a:off x="3389" y="2444"/>
                  <a:ext cx="148" cy="245"/>
                </a:xfrm>
                <a:custGeom>
                  <a:avLst/>
                  <a:gdLst>
                    <a:gd name="T0" fmla="*/ 148 w 148"/>
                    <a:gd name="T1" fmla="*/ 245 h 245"/>
                    <a:gd name="T2" fmla="*/ 0 w 148"/>
                    <a:gd name="T3" fmla="*/ 159 h 245"/>
                    <a:gd name="T4" fmla="*/ 0 w 148"/>
                    <a:gd name="T5" fmla="*/ 0 h 245"/>
                    <a:gd name="T6" fmla="*/ 148 w 148"/>
                    <a:gd name="T7" fmla="*/ 85 h 245"/>
                    <a:gd name="T8" fmla="*/ 148 w 148"/>
                    <a:gd name="T9" fmla="*/ 245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5">
                      <a:moveTo>
                        <a:pt x="148" y="245"/>
                      </a:moveTo>
                      <a:lnTo>
                        <a:pt x="0" y="159"/>
                      </a:lnTo>
                      <a:lnTo>
                        <a:pt x="0" y="0"/>
                      </a:lnTo>
                      <a:lnTo>
                        <a:pt x="148" y="85"/>
                      </a:lnTo>
                      <a:lnTo>
                        <a:pt x="148" y="245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72" name="Freeform: Shape 171" descr="a92c8ea1-5799-48e6-9fa1-765abb41b918"/>
                <p:cNvSpPr/>
                <p:nvPr/>
              </p:nvSpPr>
              <p:spPr bwMode="auto">
                <a:xfrm>
                  <a:off x="3537" y="2444"/>
                  <a:ext cx="147" cy="245"/>
                </a:xfrm>
                <a:custGeom>
                  <a:avLst/>
                  <a:gdLst>
                    <a:gd name="T0" fmla="*/ 147 w 147"/>
                    <a:gd name="T1" fmla="*/ 159 h 245"/>
                    <a:gd name="T2" fmla="*/ 0 w 147"/>
                    <a:gd name="T3" fmla="*/ 245 h 245"/>
                    <a:gd name="T4" fmla="*/ 0 w 147"/>
                    <a:gd name="T5" fmla="*/ 85 h 245"/>
                    <a:gd name="T6" fmla="*/ 147 w 147"/>
                    <a:gd name="T7" fmla="*/ 0 h 245"/>
                    <a:gd name="T8" fmla="*/ 147 w 147"/>
                    <a:gd name="T9" fmla="*/ 159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159"/>
                      </a:moveTo>
                      <a:lnTo>
                        <a:pt x="0" y="245"/>
                      </a:lnTo>
                      <a:lnTo>
                        <a:pt x="0" y="85"/>
                      </a:lnTo>
                      <a:lnTo>
                        <a:pt x="147" y="0"/>
                      </a:lnTo>
                      <a:lnTo>
                        <a:pt x="147" y="159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73" name="Freeform: Shape 172" descr="81b87040-9414-4fb7-aeba-cf49ccf0fd55"/>
                <p:cNvSpPr/>
                <p:nvPr/>
              </p:nvSpPr>
              <p:spPr bwMode="auto">
                <a:xfrm>
                  <a:off x="3556" y="2453"/>
                  <a:ext cx="295" cy="172"/>
                </a:xfrm>
                <a:custGeom>
                  <a:avLst/>
                  <a:gdLst>
                    <a:gd name="T0" fmla="*/ 147 w 295"/>
                    <a:gd name="T1" fmla="*/ 172 h 172"/>
                    <a:gd name="T2" fmla="*/ 0 w 295"/>
                    <a:gd name="T3" fmla="*/ 86 h 172"/>
                    <a:gd name="T4" fmla="*/ 147 w 295"/>
                    <a:gd name="T5" fmla="*/ 0 h 172"/>
                    <a:gd name="T6" fmla="*/ 295 w 295"/>
                    <a:gd name="T7" fmla="*/ 86 h 172"/>
                    <a:gd name="T8" fmla="*/ 147 w 295"/>
                    <a:gd name="T9" fmla="*/ 172 h 17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72">
                      <a:moveTo>
                        <a:pt x="147" y="172"/>
                      </a:moveTo>
                      <a:lnTo>
                        <a:pt x="0" y="86"/>
                      </a:lnTo>
                      <a:lnTo>
                        <a:pt x="147" y="0"/>
                      </a:lnTo>
                      <a:lnTo>
                        <a:pt x="295" y="86"/>
                      </a:lnTo>
                      <a:lnTo>
                        <a:pt x="147" y="172"/>
                      </a:lnTo>
                      <a:close/>
                    </a:path>
                  </a:pathLst>
                </a:custGeom>
                <a:solidFill>
                  <a:srgbClr val="BCB5A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74" name="Freeform: Shape 173" descr="03fa427b-613f-4ada-b1d1-2a9f6df9d53f"/>
                <p:cNvSpPr/>
                <p:nvPr/>
              </p:nvSpPr>
              <p:spPr bwMode="auto">
                <a:xfrm>
                  <a:off x="3556" y="2539"/>
                  <a:ext cx="147" cy="245"/>
                </a:xfrm>
                <a:custGeom>
                  <a:avLst/>
                  <a:gdLst>
                    <a:gd name="T0" fmla="*/ 147 w 147"/>
                    <a:gd name="T1" fmla="*/ 245 h 245"/>
                    <a:gd name="T2" fmla="*/ 0 w 147"/>
                    <a:gd name="T3" fmla="*/ 159 h 245"/>
                    <a:gd name="T4" fmla="*/ 0 w 147"/>
                    <a:gd name="T5" fmla="*/ 0 h 245"/>
                    <a:gd name="T6" fmla="*/ 147 w 147"/>
                    <a:gd name="T7" fmla="*/ 86 h 245"/>
                    <a:gd name="T8" fmla="*/ 147 w 147"/>
                    <a:gd name="T9" fmla="*/ 245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245"/>
                      </a:moveTo>
                      <a:lnTo>
                        <a:pt x="0" y="159"/>
                      </a:lnTo>
                      <a:lnTo>
                        <a:pt x="0" y="0"/>
                      </a:lnTo>
                      <a:lnTo>
                        <a:pt x="147" y="86"/>
                      </a:lnTo>
                      <a:lnTo>
                        <a:pt x="147" y="245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75" name="Freeform: Shape 174" descr="708ad02c-1d8f-4a55-961a-12338118270c"/>
                <p:cNvSpPr/>
                <p:nvPr/>
              </p:nvSpPr>
              <p:spPr bwMode="auto">
                <a:xfrm>
                  <a:off x="3703" y="2539"/>
                  <a:ext cx="148" cy="245"/>
                </a:xfrm>
                <a:custGeom>
                  <a:avLst/>
                  <a:gdLst>
                    <a:gd name="T0" fmla="*/ 148 w 148"/>
                    <a:gd name="T1" fmla="*/ 159 h 245"/>
                    <a:gd name="T2" fmla="*/ 0 w 148"/>
                    <a:gd name="T3" fmla="*/ 245 h 245"/>
                    <a:gd name="T4" fmla="*/ 0 w 148"/>
                    <a:gd name="T5" fmla="*/ 86 h 245"/>
                    <a:gd name="T6" fmla="*/ 148 w 148"/>
                    <a:gd name="T7" fmla="*/ 0 h 245"/>
                    <a:gd name="T8" fmla="*/ 148 w 148"/>
                    <a:gd name="T9" fmla="*/ 159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5">
                      <a:moveTo>
                        <a:pt x="148" y="159"/>
                      </a:moveTo>
                      <a:lnTo>
                        <a:pt x="0" y="245"/>
                      </a:lnTo>
                      <a:lnTo>
                        <a:pt x="0" y="86"/>
                      </a:lnTo>
                      <a:lnTo>
                        <a:pt x="148" y="0"/>
                      </a:lnTo>
                      <a:lnTo>
                        <a:pt x="148" y="159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76" name="Freeform: Shape 175" descr="8d47079c-5fbc-4072-b8a4-d338acc640e8"/>
                <p:cNvSpPr/>
                <p:nvPr/>
              </p:nvSpPr>
              <p:spPr bwMode="auto">
                <a:xfrm>
                  <a:off x="3722" y="2670"/>
                  <a:ext cx="295" cy="168"/>
                </a:xfrm>
                <a:custGeom>
                  <a:avLst/>
                  <a:gdLst>
                    <a:gd name="T0" fmla="*/ 148 w 295"/>
                    <a:gd name="T1" fmla="*/ 168 h 168"/>
                    <a:gd name="T2" fmla="*/ 0 w 295"/>
                    <a:gd name="T3" fmla="*/ 83 h 168"/>
                    <a:gd name="T4" fmla="*/ 148 w 295"/>
                    <a:gd name="T5" fmla="*/ 0 h 168"/>
                    <a:gd name="T6" fmla="*/ 295 w 295"/>
                    <a:gd name="T7" fmla="*/ 83 h 168"/>
                    <a:gd name="T8" fmla="*/ 148 w 295"/>
                    <a:gd name="T9" fmla="*/ 168 h 1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68">
                      <a:moveTo>
                        <a:pt x="148" y="168"/>
                      </a:moveTo>
                      <a:lnTo>
                        <a:pt x="0" y="83"/>
                      </a:lnTo>
                      <a:lnTo>
                        <a:pt x="148" y="0"/>
                      </a:lnTo>
                      <a:lnTo>
                        <a:pt x="295" y="83"/>
                      </a:lnTo>
                      <a:lnTo>
                        <a:pt x="148" y="168"/>
                      </a:lnTo>
                      <a:close/>
                    </a:path>
                  </a:pathLst>
                </a:custGeom>
                <a:solidFill>
                  <a:srgbClr val="2D83EE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77" name="Freeform: Shape 176" descr="602c65a0-abe2-4da3-a8ea-d53c2bd32118"/>
                <p:cNvSpPr/>
                <p:nvPr/>
              </p:nvSpPr>
              <p:spPr bwMode="auto">
                <a:xfrm>
                  <a:off x="3722" y="2753"/>
                  <a:ext cx="148" cy="245"/>
                </a:xfrm>
                <a:custGeom>
                  <a:avLst/>
                  <a:gdLst>
                    <a:gd name="T0" fmla="*/ 148 w 148"/>
                    <a:gd name="T1" fmla="*/ 245 h 245"/>
                    <a:gd name="T2" fmla="*/ 0 w 148"/>
                    <a:gd name="T3" fmla="*/ 159 h 245"/>
                    <a:gd name="T4" fmla="*/ 0 w 148"/>
                    <a:gd name="T5" fmla="*/ 0 h 245"/>
                    <a:gd name="T6" fmla="*/ 148 w 148"/>
                    <a:gd name="T7" fmla="*/ 85 h 245"/>
                    <a:gd name="T8" fmla="*/ 148 w 148"/>
                    <a:gd name="T9" fmla="*/ 245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5">
                      <a:moveTo>
                        <a:pt x="148" y="245"/>
                      </a:moveTo>
                      <a:lnTo>
                        <a:pt x="0" y="159"/>
                      </a:lnTo>
                      <a:lnTo>
                        <a:pt x="0" y="0"/>
                      </a:lnTo>
                      <a:lnTo>
                        <a:pt x="148" y="85"/>
                      </a:lnTo>
                      <a:lnTo>
                        <a:pt x="148" y="245"/>
                      </a:lnTo>
                      <a:close/>
                    </a:path>
                  </a:pathLst>
                </a:custGeom>
                <a:solidFill>
                  <a:srgbClr val="0647A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78" name="Freeform: Shape 177" descr="b235754b-cb57-4b7f-9711-d320c8b287d8"/>
                <p:cNvSpPr/>
                <p:nvPr/>
              </p:nvSpPr>
              <p:spPr bwMode="auto">
                <a:xfrm>
                  <a:off x="3870" y="2753"/>
                  <a:ext cx="147" cy="245"/>
                </a:xfrm>
                <a:custGeom>
                  <a:avLst/>
                  <a:gdLst>
                    <a:gd name="T0" fmla="*/ 147 w 147"/>
                    <a:gd name="T1" fmla="*/ 159 h 245"/>
                    <a:gd name="T2" fmla="*/ 0 w 147"/>
                    <a:gd name="T3" fmla="*/ 245 h 245"/>
                    <a:gd name="T4" fmla="*/ 0 w 147"/>
                    <a:gd name="T5" fmla="*/ 85 h 245"/>
                    <a:gd name="T6" fmla="*/ 147 w 147"/>
                    <a:gd name="T7" fmla="*/ 0 h 245"/>
                    <a:gd name="T8" fmla="*/ 147 w 147"/>
                    <a:gd name="T9" fmla="*/ 159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159"/>
                      </a:moveTo>
                      <a:lnTo>
                        <a:pt x="0" y="245"/>
                      </a:lnTo>
                      <a:lnTo>
                        <a:pt x="0" y="85"/>
                      </a:lnTo>
                      <a:lnTo>
                        <a:pt x="147" y="0"/>
                      </a:lnTo>
                      <a:lnTo>
                        <a:pt x="147" y="159"/>
                      </a:lnTo>
                      <a:close/>
                    </a:path>
                  </a:pathLst>
                </a:custGeom>
                <a:solidFill>
                  <a:srgbClr val="1C64D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79" name="Freeform: Shape 178" descr="05906a20-f8d2-423a-b6d3-35f1713efd94"/>
                <p:cNvSpPr/>
                <p:nvPr/>
              </p:nvSpPr>
              <p:spPr bwMode="auto">
                <a:xfrm>
                  <a:off x="3725" y="1793"/>
                  <a:ext cx="294" cy="171"/>
                </a:xfrm>
                <a:custGeom>
                  <a:avLst/>
                  <a:gdLst>
                    <a:gd name="T0" fmla="*/ 147 w 294"/>
                    <a:gd name="T1" fmla="*/ 171 h 171"/>
                    <a:gd name="T2" fmla="*/ 0 w 294"/>
                    <a:gd name="T3" fmla="*/ 85 h 171"/>
                    <a:gd name="T4" fmla="*/ 147 w 294"/>
                    <a:gd name="T5" fmla="*/ 0 h 171"/>
                    <a:gd name="T6" fmla="*/ 294 w 294"/>
                    <a:gd name="T7" fmla="*/ 85 h 171"/>
                    <a:gd name="T8" fmla="*/ 147 w 294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4" h="171">
                      <a:moveTo>
                        <a:pt x="147" y="171"/>
                      </a:moveTo>
                      <a:lnTo>
                        <a:pt x="0" y="85"/>
                      </a:lnTo>
                      <a:lnTo>
                        <a:pt x="147" y="0"/>
                      </a:lnTo>
                      <a:lnTo>
                        <a:pt x="294" y="85"/>
                      </a:lnTo>
                      <a:lnTo>
                        <a:pt x="147" y="17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80" name="Freeform: Shape 179" descr="de9128c0-194c-477b-b52e-5e8847cb7154"/>
                <p:cNvSpPr/>
                <p:nvPr/>
              </p:nvSpPr>
              <p:spPr bwMode="auto">
                <a:xfrm>
                  <a:off x="3725" y="1878"/>
                  <a:ext cx="147" cy="245"/>
                </a:xfrm>
                <a:custGeom>
                  <a:avLst/>
                  <a:gdLst>
                    <a:gd name="T0" fmla="*/ 147 w 147"/>
                    <a:gd name="T1" fmla="*/ 245 h 245"/>
                    <a:gd name="T2" fmla="*/ 0 w 147"/>
                    <a:gd name="T3" fmla="*/ 160 h 245"/>
                    <a:gd name="T4" fmla="*/ 0 w 147"/>
                    <a:gd name="T5" fmla="*/ 0 h 245"/>
                    <a:gd name="T6" fmla="*/ 147 w 147"/>
                    <a:gd name="T7" fmla="*/ 86 h 245"/>
                    <a:gd name="T8" fmla="*/ 147 w 147"/>
                    <a:gd name="T9" fmla="*/ 245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245"/>
                      </a:moveTo>
                      <a:lnTo>
                        <a:pt x="0" y="160"/>
                      </a:lnTo>
                      <a:lnTo>
                        <a:pt x="0" y="0"/>
                      </a:lnTo>
                      <a:lnTo>
                        <a:pt x="147" y="86"/>
                      </a:lnTo>
                      <a:lnTo>
                        <a:pt x="147" y="245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81" name="Freeform: Shape 180" descr="bdf6a6bb-0698-4731-ab31-e3e5f957ee52"/>
                <p:cNvSpPr/>
                <p:nvPr/>
              </p:nvSpPr>
              <p:spPr bwMode="auto">
                <a:xfrm>
                  <a:off x="3872" y="1878"/>
                  <a:ext cx="147" cy="245"/>
                </a:xfrm>
                <a:custGeom>
                  <a:avLst/>
                  <a:gdLst>
                    <a:gd name="T0" fmla="*/ 147 w 147"/>
                    <a:gd name="T1" fmla="*/ 160 h 245"/>
                    <a:gd name="T2" fmla="*/ 0 w 147"/>
                    <a:gd name="T3" fmla="*/ 245 h 245"/>
                    <a:gd name="T4" fmla="*/ 0 w 147"/>
                    <a:gd name="T5" fmla="*/ 86 h 245"/>
                    <a:gd name="T6" fmla="*/ 147 w 147"/>
                    <a:gd name="T7" fmla="*/ 0 h 245"/>
                    <a:gd name="T8" fmla="*/ 147 w 147"/>
                    <a:gd name="T9" fmla="*/ 160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160"/>
                      </a:moveTo>
                      <a:lnTo>
                        <a:pt x="0" y="245"/>
                      </a:lnTo>
                      <a:lnTo>
                        <a:pt x="0" y="86"/>
                      </a:lnTo>
                      <a:lnTo>
                        <a:pt x="147" y="0"/>
                      </a:lnTo>
                      <a:lnTo>
                        <a:pt x="147" y="160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82" name="Freeform: Shape 181" descr="65a4bb83-91cb-4ce3-8e07-818e2befbbe0"/>
                <p:cNvSpPr/>
                <p:nvPr/>
              </p:nvSpPr>
              <p:spPr bwMode="auto">
                <a:xfrm>
                  <a:off x="3889" y="1890"/>
                  <a:ext cx="297" cy="169"/>
                </a:xfrm>
                <a:custGeom>
                  <a:avLst/>
                  <a:gdLst>
                    <a:gd name="T0" fmla="*/ 147 w 297"/>
                    <a:gd name="T1" fmla="*/ 169 h 169"/>
                    <a:gd name="T2" fmla="*/ 0 w 297"/>
                    <a:gd name="T3" fmla="*/ 86 h 169"/>
                    <a:gd name="T4" fmla="*/ 147 w 297"/>
                    <a:gd name="T5" fmla="*/ 0 h 169"/>
                    <a:gd name="T6" fmla="*/ 297 w 297"/>
                    <a:gd name="T7" fmla="*/ 86 h 169"/>
                    <a:gd name="T8" fmla="*/ 147 w 297"/>
                    <a:gd name="T9" fmla="*/ 169 h 1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7" h="169">
                      <a:moveTo>
                        <a:pt x="147" y="169"/>
                      </a:moveTo>
                      <a:lnTo>
                        <a:pt x="0" y="86"/>
                      </a:lnTo>
                      <a:lnTo>
                        <a:pt x="147" y="0"/>
                      </a:lnTo>
                      <a:lnTo>
                        <a:pt x="297" y="86"/>
                      </a:lnTo>
                      <a:lnTo>
                        <a:pt x="147" y="169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83" name="Freeform: Shape 182" descr="5c59cc35-1f42-45ae-882a-9ed82473bc1b"/>
                <p:cNvSpPr/>
                <p:nvPr/>
              </p:nvSpPr>
              <p:spPr bwMode="auto">
                <a:xfrm>
                  <a:off x="3889" y="1976"/>
                  <a:ext cx="147" cy="242"/>
                </a:xfrm>
                <a:custGeom>
                  <a:avLst/>
                  <a:gdLst>
                    <a:gd name="T0" fmla="*/ 147 w 147"/>
                    <a:gd name="T1" fmla="*/ 242 h 242"/>
                    <a:gd name="T2" fmla="*/ 0 w 147"/>
                    <a:gd name="T3" fmla="*/ 157 h 242"/>
                    <a:gd name="T4" fmla="*/ 0 w 147"/>
                    <a:gd name="T5" fmla="*/ 0 h 242"/>
                    <a:gd name="T6" fmla="*/ 147 w 147"/>
                    <a:gd name="T7" fmla="*/ 83 h 242"/>
                    <a:gd name="T8" fmla="*/ 147 w 147"/>
                    <a:gd name="T9" fmla="*/ 242 h 2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1">
                      <a:moveTo>
                        <a:pt x="147" y="242"/>
                      </a:moveTo>
                      <a:lnTo>
                        <a:pt x="0" y="157"/>
                      </a:lnTo>
                      <a:lnTo>
                        <a:pt x="0" y="0"/>
                      </a:lnTo>
                      <a:lnTo>
                        <a:pt x="147" y="83"/>
                      </a:lnTo>
                      <a:lnTo>
                        <a:pt x="147" y="242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84" name="Freeform: Shape 183" descr="fd7490ae-ab86-4262-aa8f-3c33570a8c06"/>
                <p:cNvSpPr/>
                <p:nvPr/>
              </p:nvSpPr>
              <p:spPr bwMode="auto">
                <a:xfrm>
                  <a:off x="4036" y="1976"/>
                  <a:ext cx="150" cy="242"/>
                </a:xfrm>
                <a:custGeom>
                  <a:avLst/>
                  <a:gdLst>
                    <a:gd name="T0" fmla="*/ 150 w 150"/>
                    <a:gd name="T1" fmla="*/ 157 h 242"/>
                    <a:gd name="T2" fmla="*/ 0 w 150"/>
                    <a:gd name="T3" fmla="*/ 242 h 242"/>
                    <a:gd name="T4" fmla="*/ 0 w 150"/>
                    <a:gd name="T5" fmla="*/ 83 h 242"/>
                    <a:gd name="T6" fmla="*/ 150 w 150"/>
                    <a:gd name="T7" fmla="*/ 0 h 242"/>
                    <a:gd name="T8" fmla="*/ 150 w 150"/>
                    <a:gd name="T9" fmla="*/ 157 h 2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50" h="241">
                      <a:moveTo>
                        <a:pt x="150" y="157"/>
                      </a:moveTo>
                      <a:lnTo>
                        <a:pt x="0" y="242"/>
                      </a:lnTo>
                      <a:lnTo>
                        <a:pt x="0" y="83"/>
                      </a:lnTo>
                      <a:lnTo>
                        <a:pt x="150" y="0"/>
                      </a:lnTo>
                      <a:lnTo>
                        <a:pt x="150" y="157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85" name="Freeform: Shape 184" descr="00fcc07b-4ec6-47aa-9699-9707cf405098"/>
                <p:cNvSpPr/>
                <p:nvPr/>
              </p:nvSpPr>
              <p:spPr bwMode="auto">
                <a:xfrm>
                  <a:off x="4055" y="1985"/>
                  <a:ext cx="295" cy="171"/>
                </a:xfrm>
                <a:custGeom>
                  <a:avLst/>
                  <a:gdLst>
                    <a:gd name="T0" fmla="*/ 148 w 295"/>
                    <a:gd name="T1" fmla="*/ 171 h 171"/>
                    <a:gd name="T2" fmla="*/ 0 w 295"/>
                    <a:gd name="T3" fmla="*/ 86 h 171"/>
                    <a:gd name="T4" fmla="*/ 148 w 295"/>
                    <a:gd name="T5" fmla="*/ 0 h 171"/>
                    <a:gd name="T6" fmla="*/ 295 w 295"/>
                    <a:gd name="T7" fmla="*/ 86 h 171"/>
                    <a:gd name="T8" fmla="*/ 148 w 295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71">
                      <a:moveTo>
                        <a:pt x="148" y="171"/>
                      </a:moveTo>
                      <a:lnTo>
                        <a:pt x="0" y="86"/>
                      </a:lnTo>
                      <a:lnTo>
                        <a:pt x="148" y="0"/>
                      </a:lnTo>
                      <a:lnTo>
                        <a:pt x="295" y="86"/>
                      </a:lnTo>
                      <a:lnTo>
                        <a:pt x="148" y="171"/>
                      </a:lnTo>
                      <a:close/>
                    </a:path>
                  </a:pathLst>
                </a:custGeom>
                <a:solidFill>
                  <a:srgbClr val="BCB5A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86" name="Freeform: Shape 185" descr="bdfc4380-e360-40be-8b70-2c6ab473b8c0"/>
                <p:cNvSpPr/>
                <p:nvPr/>
              </p:nvSpPr>
              <p:spPr bwMode="auto">
                <a:xfrm>
                  <a:off x="4055" y="2071"/>
                  <a:ext cx="148" cy="245"/>
                </a:xfrm>
                <a:custGeom>
                  <a:avLst/>
                  <a:gdLst>
                    <a:gd name="T0" fmla="*/ 148 w 148"/>
                    <a:gd name="T1" fmla="*/ 245 h 245"/>
                    <a:gd name="T2" fmla="*/ 0 w 148"/>
                    <a:gd name="T3" fmla="*/ 159 h 245"/>
                    <a:gd name="T4" fmla="*/ 0 w 148"/>
                    <a:gd name="T5" fmla="*/ 0 h 245"/>
                    <a:gd name="T6" fmla="*/ 148 w 148"/>
                    <a:gd name="T7" fmla="*/ 85 h 245"/>
                    <a:gd name="T8" fmla="*/ 148 w 148"/>
                    <a:gd name="T9" fmla="*/ 245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5">
                      <a:moveTo>
                        <a:pt x="148" y="245"/>
                      </a:moveTo>
                      <a:lnTo>
                        <a:pt x="0" y="159"/>
                      </a:lnTo>
                      <a:lnTo>
                        <a:pt x="0" y="0"/>
                      </a:lnTo>
                      <a:lnTo>
                        <a:pt x="148" y="85"/>
                      </a:lnTo>
                      <a:lnTo>
                        <a:pt x="148" y="245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87" name="Freeform: Shape 186" descr="06654c83-e4d9-429f-a2c6-4c840a34e1d5"/>
                <p:cNvSpPr/>
                <p:nvPr/>
              </p:nvSpPr>
              <p:spPr bwMode="auto">
                <a:xfrm>
                  <a:off x="4203" y="2071"/>
                  <a:ext cx="147" cy="245"/>
                </a:xfrm>
                <a:custGeom>
                  <a:avLst/>
                  <a:gdLst>
                    <a:gd name="T0" fmla="*/ 147 w 147"/>
                    <a:gd name="T1" fmla="*/ 159 h 245"/>
                    <a:gd name="T2" fmla="*/ 0 w 147"/>
                    <a:gd name="T3" fmla="*/ 245 h 245"/>
                    <a:gd name="T4" fmla="*/ 0 w 147"/>
                    <a:gd name="T5" fmla="*/ 85 h 245"/>
                    <a:gd name="T6" fmla="*/ 147 w 147"/>
                    <a:gd name="T7" fmla="*/ 0 h 245"/>
                    <a:gd name="T8" fmla="*/ 147 w 147"/>
                    <a:gd name="T9" fmla="*/ 159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159"/>
                      </a:moveTo>
                      <a:lnTo>
                        <a:pt x="0" y="245"/>
                      </a:lnTo>
                      <a:lnTo>
                        <a:pt x="0" y="85"/>
                      </a:lnTo>
                      <a:lnTo>
                        <a:pt x="147" y="0"/>
                      </a:lnTo>
                      <a:lnTo>
                        <a:pt x="147" y="159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88" name="Freeform: Shape 187" descr="cf9f4eea-7817-472f-a825-575933f2951e"/>
                <p:cNvSpPr/>
                <p:nvPr/>
              </p:nvSpPr>
              <p:spPr bwMode="auto">
                <a:xfrm>
                  <a:off x="4222" y="2080"/>
                  <a:ext cx="294" cy="171"/>
                </a:xfrm>
                <a:custGeom>
                  <a:avLst/>
                  <a:gdLst>
                    <a:gd name="T0" fmla="*/ 147 w 294"/>
                    <a:gd name="T1" fmla="*/ 171 h 171"/>
                    <a:gd name="T2" fmla="*/ 0 w 294"/>
                    <a:gd name="T3" fmla="*/ 86 h 171"/>
                    <a:gd name="T4" fmla="*/ 147 w 294"/>
                    <a:gd name="T5" fmla="*/ 0 h 171"/>
                    <a:gd name="T6" fmla="*/ 294 w 294"/>
                    <a:gd name="T7" fmla="*/ 86 h 171"/>
                    <a:gd name="T8" fmla="*/ 147 w 294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4" h="171">
                      <a:moveTo>
                        <a:pt x="147" y="171"/>
                      </a:moveTo>
                      <a:lnTo>
                        <a:pt x="0" y="86"/>
                      </a:lnTo>
                      <a:lnTo>
                        <a:pt x="147" y="0"/>
                      </a:lnTo>
                      <a:lnTo>
                        <a:pt x="294" y="86"/>
                      </a:lnTo>
                      <a:lnTo>
                        <a:pt x="147" y="17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89" name="Freeform: Shape 188" descr="62e7af36-4df8-4610-a0a9-5f6edce6fa5e"/>
                <p:cNvSpPr/>
                <p:nvPr/>
              </p:nvSpPr>
              <p:spPr bwMode="auto">
                <a:xfrm>
                  <a:off x="4222" y="2166"/>
                  <a:ext cx="147" cy="245"/>
                </a:xfrm>
                <a:custGeom>
                  <a:avLst/>
                  <a:gdLst>
                    <a:gd name="T0" fmla="*/ 147 w 147"/>
                    <a:gd name="T1" fmla="*/ 245 h 245"/>
                    <a:gd name="T2" fmla="*/ 0 w 147"/>
                    <a:gd name="T3" fmla="*/ 159 h 245"/>
                    <a:gd name="T4" fmla="*/ 0 w 147"/>
                    <a:gd name="T5" fmla="*/ 0 h 245"/>
                    <a:gd name="T6" fmla="*/ 147 w 147"/>
                    <a:gd name="T7" fmla="*/ 85 h 245"/>
                    <a:gd name="T8" fmla="*/ 147 w 147"/>
                    <a:gd name="T9" fmla="*/ 245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245"/>
                      </a:moveTo>
                      <a:lnTo>
                        <a:pt x="0" y="159"/>
                      </a:lnTo>
                      <a:lnTo>
                        <a:pt x="0" y="0"/>
                      </a:lnTo>
                      <a:lnTo>
                        <a:pt x="147" y="85"/>
                      </a:lnTo>
                      <a:lnTo>
                        <a:pt x="147" y="245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90" name="Freeform: Shape 189" descr="bd49152e-bc9c-4233-b705-9f8e3faa99bd"/>
                <p:cNvSpPr/>
                <p:nvPr/>
              </p:nvSpPr>
              <p:spPr bwMode="auto">
                <a:xfrm>
                  <a:off x="4369" y="2166"/>
                  <a:ext cx="147" cy="245"/>
                </a:xfrm>
                <a:custGeom>
                  <a:avLst/>
                  <a:gdLst>
                    <a:gd name="T0" fmla="*/ 147 w 147"/>
                    <a:gd name="T1" fmla="*/ 159 h 245"/>
                    <a:gd name="T2" fmla="*/ 0 w 147"/>
                    <a:gd name="T3" fmla="*/ 245 h 245"/>
                    <a:gd name="T4" fmla="*/ 0 w 147"/>
                    <a:gd name="T5" fmla="*/ 85 h 245"/>
                    <a:gd name="T6" fmla="*/ 147 w 147"/>
                    <a:gd name="T7" fmla="*/ 0 h 245"/>
                    <a:gd name="T8" fmla="*/ 147 w 147"/>
                    <a:gd name="T9" fmla="*/ 159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159"/>
                      </a:moveTo>
                      <a:lnTo>
                        <a:pt x="0" y="245"/>
                      </a:lnTo>
                      <a:lnTo>
                        <a:pt x="0" y="85"/>
                      </a:lnTo>
                      <a:lnTo>
                        <a:pt x="147" y="0"/>
                      </a:lnTo>
                      <a:lnTo>
                        <a:pt x="147" y="159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91" name="Freeform: Shape 190" descr="01932901-b19c-4fa9-8c1a-644aa16f591b"/>
                <p:cNvSpPr/>
                <p:nvPr/>
              </p:nvSpPr>
              <p:spPr bwMode="auto">
                <a:xfrm>
                  <a:off x="3558" y="1890"/>
                  <a:ext cx="295" cy="171"/>
                </a:xfrm>
                <a:custGeom>
                  <a:avLst/>
                  <a:gdLst>
                    <a:gd name="T0" fmla="*/ 148 w 295"/>
                    <a:gd name="T1" fmla="*/ 171 h 171"/>
                    <a:gd name="T2" fmla="*/ 0 w 295"/>
                    <a:gd name="T3" fmla="*/ 86 h 171"/>
                    <a:gd name="T4" fmla="*/ 148 w 295"/>
                    <a:gd name="T5" fmla="*/ 0 h 171"/>
                    <a:gd name="T6" fmla="*/ 295 w 295"/>
                    <a:gd name="T7" fmla="*/ 86 h 171"/>
                    <a:gd name="T8" fmla="*/ 148 w 295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71">
                      <a:moveTo>
                        <a:pt x="148" y="171"/>
                      </a:moveTo>
                      <a:lnTo>
                        <a:pt x="0" y="86"/>
                      </a:lnTo>
                      <a:lnTo>
                        <a:pt x="148" y="0"/>
                      </a:lnTo>
                      <a:lnTo>
                        <a:pt x="295" y="86"/>
                      </a:lnTo>
                      <a:lnTo>
                        <a:pt x="148" y="17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92" name="Freeform: Shape 191" descr="4186da01-77ff-4229-9061-54545d7e12f2"/>
                <p:cNvSpPr/>
                <p:nvPr/>
              </p:nvSpPr>
              <p:spPr bwMode="auto">
                <a:xfrm>
                  <a:off x="3558" y="1976"/>
                  <a:ext cx="148" cy="242"/>
                </a:xfrm>
                <a:custGeom>
                  <a:avLst/>
                  <a:gdLst>
                    <a:gd name="T0" fmla="*/ 148 w 148"/>
                    <a:gd name="T1" fmla="*/ 242 h 242"/>
                    <a:gd name="T2" fmla="*/ 0 w 148"/>
                    <a:gd name="T3" fmla="*/ 159 h 242"/>
                    <a:gd name="T4" fmla="*/ 0 w 148"/>
                    <a:gd name="T5" fmla="*/ 0 h 242"/>
                    <a:gd name="T6" fmla="*/ 148 w 148"/>
                    <a:gd name="T7" fmla="*/ 85 h 242"/>
                    <a:gd name="T8" fmla="*/ 148 w 148"/>
                    <a:gd name="T9" fmla="*/ 242 h 2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1">
                      <a:moveTo>
                        <a:pt x="148" y="242"/>
                      </a:moveTo>
                      <a:lnTo>
                        <a:pt x="0" y="159"/>
                      </a:lnTo>
                      <a:lnTo>
                        <a:pt x="0" y="0"/>
                      </a:lnTo>
                      <a:lnTo>
                        <a:pt x="148" y="85"/>
                      </a:lnTo>
                      <a:lnTo>
                        <a:pt x="148" y="242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93" name="Freeform: Shape 192" descr="42fcab24-f466-4e98-8043-66fce050c8f9"/>
                <p:cNvSpPr/>
                <p:nvPr/>
              </p:nvSpPr>
              <p:spPr bwMode="auto">
                <a:xfrm>
                  <a:off x="3706" y="1976"/>
                  <a:ext cx="147" cy="242"/>
                </a:xfrm>
                <a:custGeom>
                  <a:avLst/>
                  <a:gdLst>
                    <a:gd name="T0" fmla="*/ 147 w 147"/>
                    <a:gd name="T1" fmla="*/ 159 h 242"/>
                    <a:gd name="T2" fmla="*/ 0 w 147"/>
                    <a:gd name="T3" fmla="*/ 242 h 242"/>
                    <a:gd name="T4" fmla="*/ 0 w 147"/>
                    <a:gd name="T5" fmla="*/ 85 h 242"/>
                    <a:gd name="T6" fmla="*/ 147 w 147"/>
                    <a:gd name="T7" fmla="*/ 0 h 242"/>
                    <a:gd name="T8" fmla="*/ 147 w 147"/>
                    <a:gd name="T9" fmla="*/ 159 h 2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1">
                      <a:moveTo>
                        <a:pt x="147" y="159"/>
                      </a:moveTo>
                      <a:lnTo>
                        <a:pt x="0" y="242"/>
                      </a:lnTo>
                      <a:lnTo>
                        <a:pt x="0" y="85"/>
                      </a:lnTo>
                      <a:lnTo>
                        <a:pt x="147" y="0"/>
                      </a:lnTo>
                      <a:lnTo>
                        <a:pt x="147" y="159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94" name="Freeform: Shape 193" descr="8f5fa54b-c713-4d44-8b13-77a8e076ce04"/>
                <p:cNvSpPr/>
                <p:nvPr/>
              </p:nvSpPr>
              <p:spPr bwMode="auto">
                <a:xfrm>
                  <a:off x="3722" y="1985"/>
                  <a:ext cx="295" cy="171"/>
                </a:xfrm>
                <a:custGeom>
                  <a:avLst/>
                  <a:gdLst>
                    <a:gd name="T0" fmla="*/ 148 w 295"/>
                    <a:gd name="T1" fmla="*/ 171 h 171"/>
                    <a:gd name="T2" fmla="*/ 0 w 295"/>
                    <a:gd name="T3" fmla="*/ 86 h 171"/>
                    <a:gd name="T4" fmla="*/ 148 w 295"/>
                    <a:gd name="T5" fmla="*/ 0 h 171"/>
                    <a:gd name="T6" fmla="*/ 295 w 295"/>
                    <a:gd name="T7" fmla="*/ 86 h 171"/>
                    <a:gd name="T8" fmla="*/ 148 w 295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71">
                      <a:moveTo>
                        <a:pt x="148" y="171"/>
                      </a:moveTo>
                      <a:lnTo>
                        <a:pt x="0" y="86"/>
                      </a:lnTo>
                      <a:lnTo>
                        <a:pt x="148" y="0"/>
                      </a:lnTo>
                      <a:lnTo>
                        <a:pt x="295" y="86"/>
                      </a:lnTo>
                      <a:lnTo>
                        <a:pt x="148" y="17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95" name="Freeform: Shape 194" descr="086d088c-0aee-414c-a594-f53923cdb485"/>
                <p:cNvSpPr/>
                <p:nvPr/>
              </p:nvSpPr>
              <p:spPr bwMode="auto">
                <a:xfrm>
                  <a:off x="3722" y="2071"/>
                  <a:ext cx="148" cy="245"/>
                </a:xfrm>
                <a:custGeom>
                  <a:avLst/>
                  <a:gdLst>
                    <a:gd name="T0" fmla="*/ 148 w 148"/>
                    <a:gd name="T1" fmla="*/ 245 h 245"/>
                    <a:gd name="T2" fmla="*/ 0 w 148"/>
                    <a:gd name="T3" fmla="*/ 159 h 245"/>
                    <a:gd name="T4" fmla="*/ 0 w 148"/>
                    <a:gd name="T5" fmla="*/ 0 h 245"/>
                    <a:gd name="T6" fmla="*/ 148 w 148"/>
                    <a:gd name="T7" fmla="*/ 85 h 245"/>
                    <a:gd name="T8" fmla="*/ 148 w 148"/>
                    <a:gd name="T9" fmla="*/ 245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5">
                      <a:moveTo>
                        <a:pt x="148" y="245"/>
                      </a:moveTo>
                      <a:lnTo>
                        <a:pt x="0" y="159"/>
                      </a:lnTo>
                      <a:lnTo>
                        <a:pt x="0" y="0"/>
                      </a:lnTo>
                      <a:lnTo>
                        <a:pt x="148" y="85"/>
                      </a:lnTo>
                      <a:lnTo>
                        <a:pt x="148" y="245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96" name="Freeform: Shape 195" descr="ee2d1dab-d6ec-4b8e-9a02-0154c26389b2"/>
                <p:cNvSpPr/>
                <p:nvPr/>
              </p:nvSpPr>
              <p:spPr bwMode="auto">
                <a:xfrm>
                  <a:off x="3870" y="2071"/>
                  <a:ext cx="147" cy="245"/>
                </a:xfrm>
                <a:custGeom>
                  <a:avLst/>
                  <a:gdLst>
                    <a:gd name="T0" fmla="*/ 147 w 147"/>
                    <a:gd name="T1" fmla="*/ 159 h 245"/>
                    <a:gd name="T2" fmla="*/ 0 w 147"/>
                    <a:gd name="T3" fmla="*/ 245 h 245"/>
                    <a:gd name="T4" fmla="*/ 0 w 147"/>
                    <a:gd name="T5" fmla="*/ 85 h 245"/>
                    <a:gd name="T6" fmla="*/ 147 w 147"/>
                    <a:gd name="T7" fmla="*/ 0 h 245"/>
                    <a:gd name="T8" fmla="*/ 147 w 147"/>
                    <a:gd name="T9" fmla="*/ 159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159"/>
                      </a:moveTo>
                      <a:lnTo>
                        <a:pt x="0" y="245"/>
                      </a:lnTo>
                      <a:lnTo>
                        <a:pt x="0" y="85"/>
                      </a:lnTo>
                      <a:lnTo>
                        <a:pt x="147" y="0"/>
                      </a:lnTo>
                      <a:lnTo>
                        <a:pt x="147" y="159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97" name="Freeform: Shape 196" descr="3b516e0e-6933-441f-a1ba-0140de3ca7cd"/>
                <p:cNvSpPr/>
                <p:nvPr/>
              </p:nvSpPr>
              <p:spPr bwMode="auto">
                <a:xfrm>
                  <a:off x="3889" y="2083"/>
                  <a:ext cx="295" cy="168"/>
                </a:xfrm>
                <a:custGeom>
                  <a:avLst/>
                  <a:gdLst>
                    <a:gd name="T0" fmla="*/ 147 w 295"/>
                    <a:gd name="T1" fmla="*/ 168 h 168"/>
                    <a:gd name="T2" fmla="*/ 0 w 295"/>
                    <a:gd name="T3" fmla="*/ 83 h 168"/>
                    <a:gd name="T4" fmla="*/ 147 w 295"/>
                    <a:gd name="T5" fmla="*/ 0 h 168"/>
                    <a:gd name="T6" fmla="*/ 295 w 295"/>
                    <a:gd name="T7" fmla="*/ 83 h 168"/>
                    <a:gd name="T8" fmla="*/ 147 w 295"/>
                    <a:gd name="T9" fmla="*/ 168 h 1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68">
                      <a:moveTo>
                        <a:pt x="147" y="168"/>
                      </a:moveTo>
                      <a:lnTo>
                        <a:pt x="0" y="83"/>
                      </a:lnTo>
                      <a:lnTo>
                        <a:pt x="147" y="0"/>
                      </a:lnTo>
                      <a:lnTo>
                        <a:pt x="295" y="83"/>
                      </a:lnTo>
                      <a:lnTo>
                        <a:pt x="147" y="16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98" name="Freeform: Shape 197" descr="e4044242-d1c5-45dd-834f-fb7a2b2db727"/>
                <p:cNvSpPr/>
                <p:nvPr/>
              </p:nvSpPr>
              <p:spPr bwMode="auto">
                <a:xfrm>
                  <a:off x="3889" y="2166"/>
                  <a:ext cx="147" cy="245"/>
                </a:xfrm>
                <a:custGeom>
                  <a:avLst/>
                  <a:gdLst>
                    <a:gd name="T0" fmla="*/ 147 w 147"/>
                    <a:gd name="T1" fmla="*/ 245 h 245"/>
                    <a:gd name="T2" fmla="*/ 0 w 147"/>
                    <a:gd name="T3" fmla="*/ 159 h 245"/>
                    <a:gd name="T4" fmla="*/ 0 w 147"/>
                    <a:gd name="T5" fmla="*/ 0 h 245"/>
                    <a:gd name="T6" fmla="*/ 147 w 147"/>
                    <a:gd name="T7" fmla="*/ 85 h 245"/>
                    <a:gd name="T8" fmla="*/ 147 w 147"/>
                    <a:gd name="T9" fmla="*/ 245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245"/>
                      </a:moveTo>
                      <a:lnTo>
                        <a:pt x="0" y="159"/>
                      </a:lnTo>
                      <a:lnTo>
                        <a:pt x="0" y="0"/>
                      </a:lnTo>
                      <a:lnTo>
                        <a:pt x="147" y="85"/>
                      </a:lnTo>
                      <a:lnTo>
                        <a:pt x="147" y="245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99" name="Freeform: Shape 198" descr="9a9bd3f0-0bdf-4ee5-8602-26555735aa7b"/>
                <p:cNvSpPr/>
                <p:nvPr/>
              </p:nvSpPr>
              <p:spPr bwMode="auto">
                <a:xfrm>
                  <a:off x="4036" y="2166"/>
                  <a:ext cx="148" cy="245"/>
                </a:xfrm>
                <a:custGeom>
                  <a:avLst/>
                  <a:gdLst>
                    <a:gd name="T0" fmla="*/ 148 w 148"/>
                    <a:gd name="T1" fmla="*/ 159 h 245"/>
                    <a:gd name="T2" fmla="*/ 0 w 148"/>
                    <a:gd name="T3" fmla="*/ 245 h 245"/>
                    <a:gd name="T4" fmla="*/ 0 w 148"/>
                    <a:gd name="T5" fmla="*/ 85 h 245"/>
                    <a:gd name="T6" fmla="*/ 148 w 148"/>
                    <a:gd name="T7" fmla="*/ 0 h 245"/>
                    <a:gd name="T8" fmla="*/ 148 w 148"/>
                    <a:gd name="T9" fmla="*/ 159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5">
                      <a:moveTo>
                        <a:pt x="148" y="159"/>
                      </a:moveTo>
                      <a:lnTo>
                        <a:pt x="0" y="245"/>
                      </a:lnTo>
                      <a:lnTo>
                        <a:pt x="0" y="85"/>
                      </a:lnTo>
                      <a:lnTo>
                        <a:pt x="148" y="0"/>
                      </a:lnTo>
                      <a:lnTo>
                        <a:pt x="148" y="159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00" name="Freeform: Shape 199" descr="302ee8cd-4bc7-43fd-92ea-31b8ffccc66d"/>
                <p:cNvSpPr/>
                <p:nvPr/>
              </p:nvSpPr>
              <p:spPr bwMode="auto">
                <a:xfrm>
                  <a:off x="4055" y="2178"/>
                  <a:ext cx="295" cy="169"/>
                </a:xfrm>
                <a:custGeom>
                  <a:avLst/>
                  <a:gdLst>
                    <a:gd name="T0" fmla="*/ 148 w 295"/>
                    <a:gd name="T1" fmla="*/ 169 h 169"/>
                    <a:gd name="T2" fmla="*/ 0 w 295"/>
                    <a:gd name="T3" fmla="*/ 85 h 169"/>
                    <a:gd name="T4" fmla="*/ 148 w 295"/>
                    <a:gd name="T5" fmla="*/ 0 h 169"/>
                    <a:gd name="T6" fmla="*/ 295 w 295"/>
                    <a:gd name="T7" fmla="*/ 85 h 169"/>
                    <a:gd name="T8" fmla="*/ 148 w 295"/>
                    <a:gd name="T9" fmla="*/ 169 h 1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69">
                      <a:moveTo>
                        <a:pt x="148" y="169"/>
                      </a:moveTo>
                      <a:lnTo>
                        <a:pt x="0" y="85"/>
                      </a:lnTo>
                      <a:lnTo>
                        <a:pt x="148" y="0"/>
                      </a:lnTo>
                      <a:lnTo>
                        <a:pt x="295" y="85"/>
                      </a:lnTo>
                      <a:lnTo>
                        <a:pt x="148" y="169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01" name="Freeform: Shape 200" descr="093f7662-6d35-4268-9792-cc03b09a6937"/>
                <p:cNvSpPr/>
                <p:nvPr/>
              </p:nvSpPr>
              <p:spPr bwMode="auto">
                <a:xfrm>
                  <a:off x="4055" y="2263"/>
                  <a:ext cx="148" cy="243"/>
                </a:xfrm>
                <a:custGeom>
                  <a:avLst/>
                  <a:gdLst>
                    <a:gd name="T0" fmla="*/ 148 w 148"/>
                    <a:gd name="T1" fmla="*/ 243 h 243"/>
                    <a:gd name="T2" fmla="*/ 0 w 148"/>
                    <a:gd name="T3" fmla="*/ 157 h 243"/>
                    <a:gd name="T4" fmla="*/ 0 w 148"/>
                    <a:gd name="T5" fmla="*/ 0 h 243"/>
                    <a:gd name="T6" fmla="*/ 148 w 148"/>
                    <a:gd name="T7" fmla="*/ 84 h 243"/>
                    <a:gd name="T8" fmla="*/ 148 w 148"/>
                    <a:gd name="T9" fmla="*/ 243 h 2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3">
                      <a:moveTo>
                        <a:pt x="148" y="243"/>
                      </a:moveTo>
                      <a:lnTo>
                        <a:pt x="0" y="157"/>
                      </a:lnTo>
                      <a:lnTo>
                        <a:pt x="0" y="0"/>
                      </a:lnTo>
                      <a:lnTo>
                        <a:pt x="148" y="84"/>
                      </a:lnTo>
                      <a:lnTo>
                        <a:pt x="148" y="243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02" name="Freeform: Shape 201" descr="96b8c70e-5337-4821-b169-92d71debcbe8"/>
                <p:cNvSpPr/>
                <p:nvPr/>
              </p:nvSpPr>
              <p:spPr bwMode="auto">
                <a:xfrm>
                  <a:off x="4203" y="2263"/>
                  <a:ext cx="147" cy="243"/>
                </a:xfrm>
                <a:custGeom>
                  <a:avLst/>
                  <a:gdLst>
                    <a:gd name="T0" fmla="*/ 147 w 147"/>
                    <a:gd name="T1" fmla="*/ 157 h 243"/>
                    <a:gd name="T2" fmla="*/ 0 w 147"/>
                    <a:gd name="T3" fmla="*/ 243 h 243"/>
                    <a:gd name="T4" fmla="*/ 0 w 147"/>
                    <a:gd name="T5" fmla="*/ 84 h 243"/>
                    <a:gd name="T6" fmla="*/ 147 w 147"/>
                    <a:gd name="T7" fmla="*/ 0 h 243"/>
                    <a:gd name="T8" fmla="*/ 147 w 147"/>
                    <a:gd name="T9" fmla="*/ 157 h 2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3">
                      <a:moveTo>
                        <a:pt x="147" y="157"/>
                      </a:moveTo>
                      <a:lnTo>
                        <a:pt x="0" y="243"/>
                      </a:lnTo>
                      <a:lnTo>
                        <a:pt x="0" y="84"/>
                      </a:lnTo>
                      <a:lnTo>
                        <a:pt x="147" y="0"/>
                      </a:lnTo>
                      <a:lnTo>
                        <a:pt x="147" y="157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03" name="Freeform: Shape 202" descr="02e09b5f-a30a-488e-b7e3-3d49beeb025e"/>
                <p:cNvSpPr/>
                <p:nvPr/>
              </p:nvSpPr>
              <p:spPr bwMode="auto">
                <a:xfrm>
                  <a:off x="3392" y="1985"/>
                  <a:ext cx="295" cy="171"/>
                </a:xfrm>
                <a:custGeom>
                  <a:avLst/>
                  <a:gdLst>
                    <a:gd name="T0" fmla="*/ 147 w 295"/>
                    <a:gd name="T1" fmla="*/ 171 h 171"/>
                    <a:gd name="T2" fmla="*/ 0 w 295"/>
                    <a:gd name="T3" fmla="*/ 86 h 171"/>
                    <a:gd name="T4" fmla="*/ 147 w 295"/>
                    <a:gd name="T5" fmla="*/ 0 h 171"/>
                    <a:gd name="T6" fmla="*/ 295 w 295"/>
                    <a:gd name="T7" fmla="*/ 86 h 171"/>
                    <a:gd name="T8" fmla="*/ 147 w 295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71">
                      <a:moveTo>
                        <a:pt x="147" y="171"/>
                      </a:moveTo>
                      <a:lnTo>
                        <a:pt x="0" y="86"/>
                      </a:lnTo>
                      <a:lnTo>
                        <a:pt x="147" y="0"/>
                      </a:lnTo>
                      <a:lnTo>
                        <a:pt x="295" y="86"/>
                      </a:lnTo>
                      <a:lnTo>
                        <a:pt x="147" y="171"/>
                      </a:lnTo>
                      <a:close/>
                    </a:path>
                  </a:pathLst>
                </a:custGeom>
                <a:solidFill>
                  <a:srgbClr val="A29D9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04" name="Freeform: Shape 203" descr="8bf63295-b0e4-415b-9baf-68cf6f44df6b"/>
                <p:cNvSpPr/>
                <p:nvPr/>
              </p:nvSpPr>
              <p:spPr bwMode="auto">
                <a:xfrm>
                  <a:off x="3392" y="2071"/>
                  <a:ext cx="147" cy="245"/>
                </a:xfrm>
                <a:custGeom>
                  <a:avLst/>
                  <a:gdLst>
                    <a:gd name="T0" fmla="*/ 147 w 147"/>
                    <a:gd name="T1" fmla="*/ 245 h 245"/>
                    <a:gd name="T2" fmla="*/ 0 w 147"/>
                    <a:gd name="T3" fmla="*/ 159 h 245"/>
                    <a:gd name="T4" fmla="*/ 0 w 147"/>
                    <a:gd name="T5" fmla="*/ 0 h 245"/>
                    <a:gd name="T6" fmla="*/ 147 w 147"/>
                    <a:gd name="T7" fmla="*/ 85 h 245"/>
                    <a:gd name="T8" fmla="*/ 147 w 147"/>
                    <a:gd name="T9" fmla="*/ 245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245"/>
                      </a:moveTo>
                      <a:lnTo>
                        <a:pt x="0" y="159"/>
                      </a:lnTo>
                      <a:lnTo>
                        <a:pt x="0" y="0"/>
                      </a:lnTo>
                      <a:lnTo>
                        <a:pt x="147" y="85"/>
                      </a:lnTo>
                      <a:lnTo>
                        <a:pt x="147" y="245"/>
                      </a:lnTo>
                      <a:close/>
                    </a:path>
                  </a:pathLst>
                </a:custGeom>
                <a:solidFill>
                  <a:srgbClr val="A29D9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05" name="Freeform: Shape 204" descr="8cd4e634-6baa-44ce-85c7-acce953da4c5"/>
                <p:cNvSpPr/>
                <p:nvPr/>
              </p:nvSpPr>
              <p:spPr bwMode="auto">
                <a:xfrm>
                  <a:off x="3539" y="2071"/>
                  <a:ext cx="148" cy="245"/>
                </a:xfrm>
                <a:custGeom>
                  <a:avLst/>
                  <a:gdLst>
                    <a:gd name="T0" fmla="*/ 148 w 148"/>
                    <a:gd name="T1" fmla="*/ 159 h 245"/>
                    <a:gd name="T2" fmla="*/ 0 w 148"/>
                    <a:gd name="T3" fmla="*/ 245 h 245"/>
                    <a:gd name="T4" fmla="*/ 0 w 148"/>
                    <a:gd name="T5" fmla="*/ 85 h 245"/>
                    <a:gd name="T6" fmla="*/ 148 w 148"/>
                    <a:gd name="T7" fmla="*/ 0 h 245"/>
                    <a:gd name="T8" fmla="*/ 148 w 148"/>
                    <a:gd name="T9" fmla="*/ 159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5">
                      <a:moveTo>
                        <a:pt x="148" y="159"/>
                      </a:moveTo>
                      <a:lnTo>
                        <a:pt x="0" y="245"/>
                      </a:lnTo>
                      <a:lnTo>
                        <a:pt x="0" y="85"/>
                      </a:lnTo>
                      <a:lnTo>
                        <a:pt x="148" y="0"/>
                      </a:lnTo>
                      <a:lnTo>
                        <a:pt x="148" y="159"/>
                      </a:lnTo>
                      <a:close/>
                    </a:path>
                  </a:pathLst>
                </a:custGeom>
                <a:solidFill>
                  <a:srgbClr val="A29D9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06" name="Freeform: Shape 205" descr="ed64ad4d-4789-44c6-847b-bf4a81b467b9"/>
                <p:cNvSpPr/>
                <p:nvPr/>
              </p:nvSpPr>
              <p:spPr bwMode="auto">
                <a:xfrm>
                  <a:off x="3556" y="2083"/>
                  <a:ext cx="295" cy="168"/>
                </a:xfrm>
                <a:custGeom>
                  <a:avLst/>
                  <a:gdLst>
                    <a:gd name="T0" fmla="*/ 147 w 295"/>
                    <a:gd name="T1" fmla="*/ 168 h 168"/>
                    <a:gd name="T2" fmla="*/ 0 w 295"/>
                    <a:gd name="T3" fmla="*/ 83 h 168"/>
                    <a:gd name="T4" fmla="*/ 147 w 295"/>
                    <a:gd name="T5" fmla="*/ 0 h 168"/>
                    <a:gd name="T6" fmla="*/ 295 w 295"/>
                    <a:gd name="T7" fmla="*/ 83 h 168"/>
                    <a:gd name="T8" fmla="*/ 147 w 295"/>
                    <a:gd name="T9" fmla="*/ 168 h 1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68">
                      <a:moveTo>
                        <a:pt x="147" y="168"/>
                      </a:moveTo>
                      <a:lnTo>
                        <a:pt x="0" y="83"/>
                      </a:lnTo>
                      <a:lnTo>
                        <a:pt x="147" y="0"/>
                      </a:lnTo>
                      <a:lnTo>
                        <a:pt x="295" y="83"/>
                      </a:lnTo>
                      <a:lnTo>
                        <a:pt x="147" y="168"/>
                      </a:lnTo>
                      <a:close/>
                    </a:path>
                  </a:pathLst>
                </a:custGeom>
                <a:solidFill>
                  <a:srgbClr val="A29D9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07" name="Freeform: Shape 206" descr="ce50f604-2bf7-42db-81ce-ef7cef007e59"/>
                <p:cNvSpPr/>
                <p:nvPr/>
              </p:nvSpPr>
              <p:spPr bwMode="auto">
                <a:xfrm>
                  <a:off x="3556" y="2166"/>
                  <a:ext cx="147" cy="245"/>
                </a:xfrm>
                <a:custGeom>
                  <a:avLst/>
                  <a:gdLst>
                    <a:gd name="T0" fmla="*/ 147 w 147"/>
                    <a:gd name="T1" fmla="*/ 245 h 245"/>
                    <a:gd name="T2" fmla="*/ 0 w 147"/>
                    <a:gd name="T3" fmla="*/ 159 h 245"/>
                    <a:gd name="T4" fmla="*/ 0 w 147"/>
                    <a:gd name="T5" fmla="*/ 0 h 245"/>
                    <a:gd name="T6" fmla="*/ 147 w 147"/>
                    <a:gd name="T7" fmla="*/ 85 h 245"/>
                    <a:gd name="T8" fmla="*/ 147 w 147"/>
                    <a:gd name="T9" fmla="*/ 245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245"/>
                      </a:moveTo>
                      <a:lnTo>
                        <a:pt x="0" y="159"/>
                      </a:lnTo>
                      <a:lnTo>
                        <a:pt x="0" y="0"/>
                      </a:lnTo>
                      <a:lnTo>
                        <a:pt x="147" y="85"/>
                      </a:lnTo>
                      <a:lnTo>
                        <a:pt x="147" y="245"/>
                      </a:lnTo>
                      <a:close/>
                    </a:path>
                  </a:pathLst>
                </a:custGeom>
                <a:solidFill>
                  <a:srgbClr val="A29D9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08" name="Freeform: Shape 207" descr="d180fc01-a9fa-479e-a4bd-348d533e4336"/>
                <p:cNvSpPr/>
                <p:nvPr/>
              </p:nvSpPr>
              <p:spPr bwMode="auto">
                <a:xfrm>
                  <a:off x="3703" y="2166"/>
                  <a:ext cx="148" cy="245"/>
                </a:xfrm>
                <a:custGeom>
                  <a:avLst/>
                  <a:gdLst>
                    <a:gd name="T0" fmla="*/ 148 w 148"/>
                    <a:gd name="T1" fmla="*/ 159 h 245"/>
                    <a:gd name="T2" fmla="*/ 0 w 148"/>
                    <a:gd name="T3" fmla="*/ 245 h 245"/>
                    <a:gd name="T4" fmla="*/ 0 w 148"/>
                    <a:gd name="T5" fmla="*/ 85 h 245"/>
                    <a:gd name="T6" fmla="*/ 148 w 148"/>
                    <a:gd name="T7" fmla="*/ 0 h 245"/>
                    <a:gd name="T8" fmla="*/ 148 w 148"/>
                    <a:gd name="T9" fmla="*/ 159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5">
                      <a:moveTo>
                        <a:pt x="148" y="159"/>
                      </a:moveTo>
                      <a:lnTo>
                        <a:pt x="0" y="245"/>
                      </a:lnTo>
                      <a:lnTo>
                        <a:pt x="0" y="85"/>
                      </a:lnTo>
                      <a:lnTo>
                        <a:pt x="148" y="0"/>
                      </a:lnTo>
                      <a:lnTo>
                        <a:pt x="148" y="159"/>
                      </a:lnTo>
                      <a:close/>
                    </a:path>
                  </a:pathLst>
                </a:custGeom>
                <a:solidFill>
                  <a:srgbClr val="A29D9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09" name="Freeform: Shape 208" descr="2d0e118e-fec5-4f6d-9d52-89a906cfcef9"/>
                <p:cNvSpPr/>
                <p:nvPr/>
              </p:nvSpPr>
              <p:spPr bwMode="auto">
                <a:xfrm>
                  <a:off x="3722" y="2178"/>
                  <a:ext cx="295" cy="171"/>
                </a:xfrm>
                <a:custGeom>
                  <a:avLst/>
                  <a:gdLst>
                    <a:gd name="T0" fmla="*/ 148 w 295"/>
                    <a:gd name="T1" fmla="*/ 171 h 171"/>
                    <a:gd name="T2" fmla="*/ 0 w 295"/>
                    <a:gd name="T3" fmla="*/ 85 h 171"/>
                    <a:gd name="T4" fmla="*/ 148 w 295"/>
                    <a:gd name="T5" fmla="*/ 0 h 171"/>
                    <a:gd name="T6" fmla="*/ 295 w 295"/>
                    <a:gd name="T7" fmla="*/ 85 h 171"/>
                    <a:gd name="T8" fmla="*/ 148 w 295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71">
                      <a:moveTo>
                        <a:pt x="148" y="171"/>
                      </a:moveTo>
                      <a:lnTo>
                        <a:pt x="0" y="85"/>
                      </a:lnTo>
                      <a:lnTo>
                        <a:pt x="148" y="0"/>
                      </a:lnTo>
                      <a:lnTo>
                        <a:pt x="295" y="85"/>
                      </a:lnTo>
                      <a:lnTo>
                        <a:pt x="148" y="17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10" name="Freeform: Shape 209" descr="93d59a84-ba8b-4979-a32d-863a244f0c19"/>
                <p:cNvSpPr/>
                <p:nvPr/>
              </p:nvSpPr>
              <p:spPr bwMode="auto">
                <a:xfrm>
                  <a:off x="3722" y="2263"/>
                  <a:ext cx="148" cy="243"/>
                </a:xfrm>
                <a:custGeom>
                  <a:avLst/>
                  <a:gdLst>
                    <a:gd name="T0" fmla="*/ 148 w 148"/>
                    <a:gd name="T1" fmla="*/ 243 h 243"/>
                    <a:gd name="T2" fmla="*/ 0 w 148"/>
                    <a:gd name="T3" fmla="*/ 160 h 243"/>
                    <a:gd name="T4" fmla="*/ 0 w 148"/>
                    <a:gd name="T5" fmla="*/ 0 h 243"/>
                    <a:gd name="T6" fmla="*/ 148 w 148"/>
                    <a:gd name="T7" fmla="*/ 86 h 243"/>
                    <a:gd name="T8" fmla="*/ 148 w 148"/>
                    <a:gd name="T9" fmla="*/ 243 h 2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3">
                      <a:moveTo>
                        <a:pt x="148" y="243"/>
                      </a:moveTo>
                      <a:lnTo>
                        <a:pt x="0" y="160"/>
                      </a:lnTo>
                      <a:lnTo>
                        <a:pt x="0" y="0"/>
                      </a:lnTo>
                      <a:lnTo>
                        <a:pt x="148" y="86"/>
                      </a:lnTo>
                      <a:lnTo>
                        <a:pt x="148" y="243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11" name="Freeform: Shape 210" descr="143f7baf-3785-45a3-96d9-5dcf3837571e"/>
                <p:cNvSpPr/>
                <p:nvPr/>
              </p:nvSpPr>
              <p:spPr bwMode="auto">
                <a:xfrm>
                  <a:off x="3870" y="2263"/>
                  <a:ext cx="147" cy="243"/>
                </a:xfrm>
                <a:custGeom>
                  <a:avLst/>
                  <a:gdLst>
                    <a:gd name="T0" fmla="*/ 147 w 147"/>
                    <a:gd name="T1" fmla="*/ 160 h 243"/>
                    <a:gd name="T2" fmla="*/ 0 w 147"/>
                    <a:gd name="T3" fmla="*/ 243 h 243"/>
                    <a:gd name="T4" fmla="*/ 0 w 147"/>
                    <a:gd name="T5" fmla="*/ 86 h 243"/>
                    <a:gd name="T6" fmla="*/ 147 w 147"/>
                    <a:gd name="T7" fmla="*/ 0 h 243"/>
                    <a:gd name="T8" fmla="*/ 147 w 147"/>
                    <a:gd name="T9" fmla="*/ 160 h 2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3">
                      <a:moveTo>
                        <a:pt x="147" y="160"/>
                      </a:moveTo>
                      <a:lnTo>
                        <a:pt x="0" y="243"/>
                      </a:lnTo>
                      <a:lnTo>
                        <a:pt x="0" y="86"/>
                      </a:lnTo>
                      <a:lnTo>
                        <a:pt x="147" y="0"/>
                      </a:lnTo>
                      <a:lnTo>
                        <a:pt x="147" y="160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12" name="Freeform: Shape 211" descr="ce71117d-15af-4652-8ce9-e9511a213073"/>
                <p:cNvSpPr/>
                <p:nvPr/>
              </p:nvSpPr>
              <p:spPr bwMode="auto">
                <a:xfrm>
                  <a:off x="3889" y="2273"/>
                  <a:ext cx="295" cy="171"/>
                </a:xfrm>
                <a:custGeom>
                  <a:avLst/>
                  <a:gdLst>
                    <a:gd name="T0" fmla="*/ 147 w 295"/>
                    <a:gd name="T1" fmla="*/ 171 h 171"/>
                    <a:gd name="T2" fmla="*/ 0 w 295"/>
                    <a:gd name="T3" fmla="*/ 85 h 171"/>
                    <a:gd name="T4" fmla="*/ 147 w 295"/>
                    <a:gd name="T5" fmla="*/ 0 h 171"/>
                    <a:gd name="T6" fmla="*/ 295 w 295"/>
                    <a:gd name="T7" fmla="*/ 85 h 171"/>
                    <a:gd name="T8" fmla="*/ 147 w 295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71">
                      <a:moveTo>
                        <a:pt x="147" y="171"/>
                      </a:moveTo>
                      <a:lnTo>
                        <a:pt x="0" y="85"/>
                      </a:lnTo>
                      <a:lnTo>
                        <a:pt x="147" y="0"/>
                      </a:lnTo>
                      <a:lnTo>
                        <a:pt x="295" y="85"/>
                      </a:lnTo>
                      <a:lnTo>
                        <a:pt x="147" y="17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13" name="Freeform: Shape 212" descr="7e6c7460-5e0a-42e0-98fc-9909336f8543"/>
                <p:cNvSpPr/>
                <p:nvPr/>
              </p:nvSpPr>
              <p:spPr bwMode="auto">
                <a:xfrm>
                  <a:off x="3889" y="2358"/>
                  <a:ext cx="147" cy="245"/>
                </a:xfrm>
                <a:custGeom>
                  <a:avLst/>
                  <a:gdLst>
                    <a:gd name="T0" fmla="*/ 147 w 147"/>
                    <a:gd name="T1" fmla="*/ 245 h 245"/>
                    <a:gd name="T2" fmla="*/ 0 w 147"/>
                    <a:gd name="T3" fmla="*/ 160 h 245"/>
                    <a:gd name="T4" fmla="*/ 0 w 147"/>
                    <a:gd name="T5" fmla="*/ 0 h 245"/>
                    <a:gd name="T6" fmla="*/ 147 w 147"/>
                    <a:gd name="T7" fmla="*/ 86 h 245"/>
                    <a:gd name="T8" fmla="*/ 147 w 147"/>
                    <a:gd name="T9" fmla="*/ 245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245"/>
                      </a:moveTo>
                      <a:lnTo>
                        <a:pt x="0" y="160"/>
                      </a:lnTo>
                      <a:lnTo>
                        <a:pt x="0" y="0"/>
                      </a:lnTo>
                      <a:lnTo>
                        <a:pt x="147" y="86"/>
                      </a:lnTo>
                      <a:lnTo>
                        <a:pt x="147" y="245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14" name="Freeform: Shape 213" descr="a8d9cf8f-766a-4356-ad6a-eac8233d1cbd"/>
                <p:cNvSpPr/>
                <p:nvPr/>
              </p:nvSpPr>
              <p:spPr bwMode="auto">
                <a:xfrm>
                  <a:off x="4036" y="2358"/>
                  <a:ext cx="148" cy="245"/>
                </a:xfrm>
                <a:custGeom>
                  <a:avLst/>
                  <a:gdLst>
                    <a:gd name="T0" fmla="*/ 148 w 148"/>
                    <a:gd name="T1" fmla="*/ 160 h 245"/>
                    <a:gd name="T2" fmla="*/ 0 w 148"/>
                    <a:gd name="T3" fmla="*/ 245 h 245"/>
                    <a:gd name="T4" fmla="*/ 0 w 148"/>
                    <a:gd name="T5" fmla="*/ 86 h 245"/>
                    <a:gd name="T6" fmla="*/ 148 w 148"/>
                    <a:gd name="T7" fmla="*/ 0 h 245"/>
                    <a:gd name="T8" fmla="*/ 148 w 148"/>
                    <a:gd name="T9" fmla="*/ 160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5">
                      <a:moveTo>
                        <a:pt x="148" y="160"/>
                      </a:moveTo>
                      <a:lnTo>
                        <a:pt x="0" y="245"/>
                      </a:lnTo>
                      <a:lnTo>
                        <a:pt x="0" y="86"/>
                      </a:lnTo>
                      <a:lnTo>
                        <a:pt x="148" y="0"/>
                      </a:lnTo>
                      <a:lnTo>
                        <a:pt x="148" y="160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15" name="Freeform: Shape 214" descr="f52391b9-80ba-4d31-8632-043a4f2a9a63"/>
                <p:cNvSpPr/>
                <p:nvPr/>
              </p:nvSpPr>
              <p:spPr bwMode="auto">
                <a:xfrm>
                  <a:off x="3225" y="2083"/>
                  <a:ext cx="295" cy="168"/>
                </a:xfrm>
                <a:custGeom>
                  <a:avLst/>
                  <a:gdLst>
                    <a:gd name="T0" fmla="*/ 148 w 295"/>
                    <a:gd name="T1" fmla="*/ 168 h 168"/>
                    <a:gd name="T2" fmla="*/ 0 w 295"/>
                    <a:gd name="T3" fmla="*/ 85 h 168"/>
                    <a:gd name="T4" fmla="*/ 148 w 295"/>
                    <a:gd name="T5" fmla="*/ 0 h 168"/>
                    <a:gd name="T6" fmla="*/ 295 w 295"/>
                    <a:gd name="T7" fmla="*/ 85 h 168"/>
                    <a:gd name="T8" fmla="*/ 148 w 295"/>
                    <a:gd name="T9" fmla="*/ 168 h 1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68">
                      <a:moveTo>
                        <a:pt x="148" y="168"/>
                      </a:moveTo>
                      <a:lnTo>
                        <a:pt x="0" y="85"/>
                      </a:lnTo>
                      <a:lnTo>
                        <a:pt x="148" y="0"/>
                      </a:lnTo>
                      <a:lnTo>
                        <a:pt x="295" y="85"/>
                      </a:lnTo>
                      <a:lnTo>
                        <a:pt x="148" y="168"/>
                      </a:lnTo>
                      <a:close/>
                    </a:path>
                  </a:pathLst>
                </a:custGeom>
                <a:solidFill>
                  <a:srgbClr val="BCB5A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16" name="Freeform: Shape 215" descr="db40a1a3-0f80-412a-9da8-3660dcbab9fd"/>
                <p:cNvSpPr/>
                <p:nvPr/>
              </p:nvSpPr>
              <p:spPr bwMode="auto">
                <a:xfrm>
                  <a:off x="3225" y="2168"/>
                  <a:ext cx="148" cy="243"/>
                </a:xfrm>
                <a:custGeom>
                  <a:avLst/>
                  <a:gdLst>
                    <a:gd name="T0" fmla="*/ 148 w 148"/>
                    <a:gd name="T1" fmla="*/ 243 h 243"/>
                    <a:gd name="T2" fmla="*/ 0 w 148"/>
                    <a:gd name="T3" fmla="*/ 157 h 243"/>
                    <a:gd name="T4" fmla="*/ 0 w 148"/>
                    <a:gd name="T5" fmla="*/ 0 h 243"/>
                    <a:gd name="T6" fmla="*/ 148 w 148"/>
                    <a:gd name="T7" fmla="*/ 83 h 243"/>
                    <a:gd name="T8" fmla="*/ 148 w 148"/>
                    <a:gd name="T9" fmla="*/ 243 h 2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3">
                      <a:moveTo>
                        <a:pt x="148" y="243"/>
                      </a:moveTo>
                      <a:lnTo>
                        <a:pt x="0" y="157"/>
                      </a:lnTo>
                      <a:lnTo>
                        <a:pt x="0" y="0"/>
                      </a:lnTo>
                      <a:lnTo>
                        <a:pt x="148" y="83"/>
                      </a:lnTo>
                      <a:lnTo>
                        <a:pt x="148" y="243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17" name="Freeform: Shape 216" descr="bb0cafe8-e299-4dd0-a3d4-a6d181b3c776"/>
                <p:cNvSpPr/>
                <p:nvPr/>
              </p:nvSpPr>
              <p:spPr bwMode="auto">
                <a:xfrm>
                  <a:off x="3373" y="2168"/>
                  <a:ext cx="147" cy="243"/>
                </a:xfrm>
                <a:custGeom>
                  <a:avLst/>
                  <a:gdLst>
                    <a:gd name="T0" fmla="*/ 147 w 147"/>
                    <a:gd name="T1" fmla="*/ 157 h 243"/>
                    <a:gd name="T2" fmla="*/ 0 w 147"/>
                    <a:gd name="T3" fmla="*/ 243 h 243"/>
                    <a:gd name="T4" fmla="*/ 0 w 147"/>
                    <a:gd name="T5" fmla="*/ 83 h 243"/>
                    <a:gd name="T6" fmla="*/ 147 w 147"/>
                    <a:gd name="T7" fmla="*/ 0 h 243"/>
                    <a:gd name="T8" fmla="*/ 147 w 147"/>
                    <a:gd name="T9" fmla="*/ 157 h 2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3">
                      <a:moveTo>
                        <a:pt x="147" y="157"/>
                      </a:moveTo>
                      <a:lnTo>
                        <a:pt x="0" y="243"/>
                      </a:lnTo>
                      <a:lnTo>
                        <a:pt x="0" y="83"/>
                      </a:lnTo>
                      <a:lnTo>
                        <a:pt x="147" y="0"/>
                      </a:lnTo>
                      <a:lnTo>
                        <a:pt x="147" y="157"/>
                      </a:lnTo>
                      <a:close/>
                    </a:path>
                  </a:pathLst>
                </a:custGeom>
                <a:solidFill>
                  <a:srgbClr val="A29D9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18" name="Freeform: Shape 217" descr="b588c831-3836-4d43-9ad6-d15e96f3c9e3"/>
                <p:cNvSpPr/>
                <p:nvPr/>
              </p:nvSpPr>
              <p:spPr bwMode="auto">
                <a:xfrm>
                  <a:off x="3389" y="2178"/>
                  <a:ext cx="295" cy="171"/>
                </a:xfrm>
                <a:custGeom>
                  <a:avLst/>
                  <a:gdLst>
                    <a:gd name="T0" fmla="*/ 148 w 295"/>
                    <a:gd name="T1" fmla="*/ 171 h 171"/>
                    <a:gd name="T2" fmla="*/ 0 w 295"/>
                    <a:gd name="T3" fmla="*/ 85 h 171"/>
                    <a:gd name="T4" fmla="*/ 148 w 295"/>
                    <a:gd name="T5" fmla="*/ 0 h 171"/>
                    <a:gd name="T6" fmla="*/ 295 w 295"/>
                    <a:gd name="T7" fmla="*/ 85 h 171"/>
                    <a:gd name="T8" fmla="*/ 148 w 295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71">
                      <a:moveTo>
                        <a:pt x="148" y="171"/>
                      </a:moveTo>
                      <a:lnTo>
                        <a:pt x="0" y="85"/>
                      </a:lnTo>
                      <a:lnTo>
                        <a:pt x="148" y="0"/>
                      </a:lnTo>
                      <a:lnTo>
                        <a:pt x="295" y="85"/>
                      </a:lnTo>
                      <a:lnTo>
                        <a:pt x="148" y="171"/>
                      </a:lnTo>
                      <a:close/>
                    </a:path>
                  </a:pathLst>
                </a:custGeom>
                <a:solidFill>
                  <a:srgbClr val="BCB5A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19" name="Freeform: Shape 218" descr="ad532d11-1d9a-40b3-8140-6c88bf0732eb"/>
                <p:cNvSpPr/>
                <p:nvPr/>
              </p:nvSpPr>
              <p:spPr bwMode="auto">
                <a:xfrm>
                  <a:off x="3389" y="2263"/>
                  <a:ext cx="148" cy="245"/>
                </a:xfrm>
                <a:custGeom>
                  <a:avLst/>
                  <a:gdLst>
                    <a:gd name="T0" fmla="*/ 148 w 148"/>
                    <a:gd name="T1" fmla="*/ 245 h 245"/>
                    <a:gd name="T2" fmla="*/ 0 w 148"/>
                    <a:gd name="T3" fmla="*/ 160 h 245"/>
                    <a:gd name="T4" fmla="*/ 0 w 148"/>
                    <a:gd name="T5" fmla="*/ 0 h 245"/>
                    <a:gd name="T6" fmla="*/ 148 w 148"/>
                    <a:gd name="T7" fmla="*/ 86 h 245"/>
                    <a:gd name="T8" fmla="*/ 148 w 148"/>
                    <a:gd name="T9" fmla="*/ 245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5">
                      <a:moveTo>
                        <a:pt x="148" y="245"/>
                      </a:moveTo>
                      <a:lnTo>
                        <a:pt x="0" y="160"/>
                      </a:lnTo>
                      <a:lnTo>
                        <a:pt x="0" y="0"/>
                      </a:lnTo>
                      <a:lnTo>
                        <a:pt x="148" y="86"/>
                      </a:lnTo>
                      <a:lnTo>
                        <a:pt x="148" y="245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20" name="Freeform: Shape 219" descr="9dbc1be0-ae6a-44c8-bd29-fd4cade57b26"/>
                <p:cNvSpPr/>
                <p:nvPr/>
              </p:nvSpPr>
              <p:spPr bwMode="auto">
                <a:xfrm>
                  <a:off x="3537" y="2263"/>
                  <a:ext cx="147" cy="245"/>
                </a:xfrm>
                <a:custGeom>
                  <a:avLst/>
                  <a:gdLst>
                    <a:gd name="T0" fmla="*/ 147 w 147"/>
                    <a:gd name="T1" fmla="*/ 160 h 245"/>
                    <a:gd name="T2" fmla="*/ 0 w 147"/>
                    <a:gd name="T3" fmla="*/ 245 h 245"/>
                    <a:gd name="T4" fmla="*/ 0 w 147"/>
                    <a:gd name="T5" fmla="*/ 86 h 245"/>
                    <a:gd name="T6" fmla="*/ 147 w 147"/>
                    <a:gd name="T7" fmla="*/ 0 h 245"/>
                    <a:gd name="T8" fmla="*/ 147 w 147"/>
                    <a:gd name="T9" fmla="*/ 160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160"/>
                      </a:moveTo>
                      <a:lnTo>
                        <a:pt x="0" y="245"/>
                      </a:lnTo>
                      <a:lnTo>
                        <a:pt x="0" y="86"/>
                      </a:lnTo>
                      <a:lnTo>
                        <a:pt x="147" y="0"/>
                      </a:lnTo>
                      <a:lnTo>
                        <a:pt x="147" y="160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21" name="Freeform: Shape 220" descr="b05dbbcf-096a-4353-9b4b-92c3cdc5fa0a"/>
                <p:cNvSpPr/>
                <p:nvPr/>
              </p:nvSpPr>
              <p:spPr bwMode="auto">
                <a:xfrm>
                  <a:off x="3556" y="2273"/>
                  <a:ext cx="295" cy="171"/>
                </a:xfrm>
                <a:custGeom>
                  <a:avLst/>
                  <a:gdLst>
                    <a:gd name="T0" fmla="*/ 147 w 295"/>
                    <a:gd name="T1" fmla="*/ 171 h 171"/>
                    <a:gd name="T2" fmla="*/ 0 w 295"/>
                    <a:gd name="T3" fmla="*/ 85 h 171"/>
                    <a:gd name="T4" fmla="*/ 147 w 295"/>
                    <a:gd name="T5" fmla="*/ 0 h 171"/>
                    <a:gd name="T6" fmla="*/ 295 w 295"/>
                    <a:gd name="T7" fmla="*/ 85 h 171"/>
                    <a:gd name="T8" fmla="*/ 147 w 295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71">
                      <a:moveTo>
                        <a:pt x="147" y="171"/>
                      </a:moveTo>
                      <a:lnTo>
                        <a:pt x="0" y="85"/>
                      </a:lnTo>
                      <a:lnTo>
                        <a:pt x="147" y="0"/>
                      </a:lnTo>
                      <a:lnTo>
                        <a:pt x="295" y="85"/>
                      </a:lnTo>
                      <a:lnTo>
                        <a:pt x="147" y="171"/>
                      </a:lnTo>
                      <a:close/>
                    </a:path>
                  </a:pathLst>
                </a:custGeom>
                <a:solidFill>
                  <a:srgbClr val="BCB5A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22" name="Freeform: Shape 221" descr="982eec84-8cbc-4768-9fc6-873d4622f52f"/>
                <p:cNvSpPr/>
                <p:nvPr/>
              </p:nvSpPr>
              <p:spPr bwMode="auto">
                <a:xfrm>
                  <a:off x="3556" y="2358"/>
                  <a:ext cx="147" cy="245"/>
                </a:xfrm>
                <a:custGeom>
                  <a:avLst/>
                  <a:gdLst>
                    <a:gd name="T0" fmla="*/ 147 w 147"/>
                    <a:gd name="T1" fmla="*/ 245 h 245"/>
                    <a:gd name="T2" fmla="*/ 0 w 147"/>
                    <a:gd name="T3" fmla="*/ 160 h 245"/>
                    <a:gd name="T4" fmla="*/ 0 w 147"/>
                    <a:gd name="T5" fmla="*/ 0 h 245"/>
                    <a:gd name="T6" fmla="*/ 147 w 147"/>
                    <a:gd name="T7" fmla="*/ 86 h 245"/>
                    <a:gd name="T8" fmla="*/ 147 w 147"/>
                    <a:gd name="T9" fmla="*/ 245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245"/>
                      </a:moveTo>
                      <a:lnTo>
                        <a:pt x="0" y="160"/>
                      </a:lnTo>
                      <a:lnTo>
                        <a:pt x="0" y="0"/>
                      </a:lnTo>
                      <a:lnTo>
                        <a:pt x="147" y="86"/>
                      </a:lnTo>
                      <a:lnTo>
                        <a:pt x="147" y="245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23" name="Freeform: Shape 222" descr="e1a86a38-5e14-4998-99a9-993f2ebd8205"/>
                <p:cNvSpPr/>
                <p:nvPr/>
              </p:nvSpPr>
              <p:spPr bwMode="auto">
                <a:xfrm>
                  <a:off x="3703" y="2358"/>
                  <a:ext cx="148" cy="245"/>
                </a:xfrm>
                <a:custGeom>
                  <a:avLst/>
                  <a:gdLst>
                    <a:gd name="T0" fmla="*/ 148 w 148"/>
                    <a:gd name="T1" fmla="*/ 160 h 245"/>
                    <a:gd name="T2" fmla="*/ 0 w 148"/>
                    <a:gd name="T3" fmla="*/ 245 h 245"/>
                    <a:gd name="T4" fmla="*/ 0 w 148"/>
                    <a:gd name="T5" fmla="*/ 86 h 245"/>
                    <a:gd name="T6" fmla="*/ 148 w 148"/>
                    <a:gd name="T7" fmla="*/ 0 h 245"/>
                    <a:gd name="T8" fmla="*/ 148 w 148"/>
                    <a:gd name="T9" fmla="*/ 160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5">
                      <a:moveTo>
                        <a:pt x="148" y="160"/>
                      </a:moveTo>
                      <a:lnTo>
                        <a:pt x="0" y="245"/>
                      </a:lnTo>
                      <a:lnTo>
                        <a:pt x="0" y="86"/>
                      </a:lnTo>
                      <a:lnTo>
                        <a:pt x="148" y="0"/>
                      </a:lnTo>
                      <a:lnTo>
                        <a:pt x="148" y="160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24" name="Freeform: Shape 223" descr="321fdae5-77f0-45c1-b736-b375b28b6a9e"/>
                <p:cNvSpPr/>
                <p:nvPr/>
              </p:nvSpPr>
              <p:spPr bwMode="auto">
                <a:xfrm>
                  <a:off x="3722" y="2370"/>
                  <a:ext cx="295" cy="169"/>
                </a:xfrm>
                <a:custGeom>
                  <a:avLst/>
                  <a:gdLst>
                    <a:gd name="T0" fmla="*/ 148 w 295"/>
                    <a:gd name="T1" fmla="*/ 169 h 169"/>
                    <a:gd name="T2" fmla="*/ 0 w 295"/>
                    <a:gd name="T3" fmla="*/ 83 h 169"/>
                    <a:gd name="T4" fmla="*/ 148 w 295"/>
                    <a:gd name="T5" fmla="*/ 0 h 169"/>
                    <a:gd name="T6" fmla="*/ 295 w 295"/>
                    <a:gd name="T7" fmla="*/ 83 h 169"/>
                    <a:gd name="T8" fmla="*/ 148 w 295"/>
                    <a:gd name="T9" fmla="*/ 169 h 1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69">
                      <a:moveTo>
                        <a:pt x="148" y="169"/>
                      </a:moveTo>
                      <a:lnTo>
                        <a:pt x="0" y="83"/>
                      </a:lnTo>
                      <a:lnTo>
                        <a:pt x="148" y="0"/>
                      </a:lnTo>
                      <a:lnTo>
                        <a:pt x="295" y="83"/>
                      </a:lnTo>
                      <a:lnTo>
                        <a:pt x="148" y="169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25" name="Freeform: Shape 224" descr="bca5c298-f77e-4205-8dae-0850fe2a32e5"/>
                <p:cNvSpPr/>
                <p:nvPr/>
              </p:nvSpPr>
              <p:spPr bwMode="auto">
                <a:xfrm>
                  <a:off x="3722" y="2453"/>
                  <a:ext cx="148" cy="245"/>
                </a:xfrm>
                <a:custGeom>
                  <a:avLst/>
                  <a:gdLst>
                    <a:gd name="T0" fmla="*/ 148 w 148"/>
                    <a:gd name="T1" fmla="*/ 245 h 245"/>
                    <a:gd name="T2" fmla="*/ 0 w 148"/>
                    <a:gd name="T3" fmla="*/ 160 h 245"/>
                    <a:gd name="T4" fmla="*/ 0 w 148"/>
                    <a:gd name="T5" fmla="*/ 0 h 245"/>
                    <a:gd name="T6" fmla="*/ 148 w 148"/>
                    <a:gd name="T7" fmla="*/ 86 h 245"/>
                    <a:gd name="T8" fmla="*/ 148 w 148"/>
                    <a:gd name="T9" fmla="*/ 245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5">
                      <a:moveTo>
                        <a:pt x="148" y="245"/>
                      </a:moveTo>
                      <a:lnTo>
                        <a:pt x="0" y="160"/>
                      </a:lnTo>
                      <a:lnTo>
                        <a:pt x="0" y="0"/>
                      </a:lnTo>
                      <a:lnTo>
                        <a:pt x="148" y="86"/>
                      </a:lnTo>
                      <a:lnTo>
                        <a:pt x="148" y="245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26" name="Freeform: Shape 225" descr="fa1585b3-3ce9-40c2-ab8c-1e512deb587f"/>
                <p:cNvSpPr/>
                <p:nvPr/>
              </p:nvSpPr>
              <p:spPr bwMode="auto">
                <a:xfrm>
                  <a:off x="3870" y="2453"/>
                  <a:ext cx="147" cy="245"/>
                </a:xfrm>
                <a:custGeom>
                  <a:avLst/>
                  <a:gdLst>
                    <a:gd name="T0" fmla="*/ 147 w 147"/>
                    <a:gd name="T1" fmla="*/ 160 h 245"/>
                    <a:gd name="T2" fmla="*/ 0 w 147"/>
                    <a:gd name="T3" fmla="*/ 245 h 245"/>
                    <a:gd name="T4" fmla="*/ 0 w 147"/>
                    <a:gd name="T5" fmla="*/ 86 h 245"/>
                    <a:gd name="T6" fmla="*/ 147 w 147"/>
                    <a:gd name="T7" fmla="*/ 0 h 245"/>
                    <a:gd name="T8" fmla="*/ 147 w 147"/>
                    <a:gd name="T9" fmla="*/ 160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160"/>
                      </a:moveTo>
                      <a:lnTo>
                        <a:pt x="0" y="245"/>
                      </a:lnTo>
                      <a:lnTo>
                        <a:pt x="0" y="86"/>
                      </a:lnTo>
                      <a:lnTo>
                        <a:pt x="147" y="0"/>
                      </a:lnTo>
                      <a:lnTo>
                        <a:pt x="147" y="160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27" name="Freeform: Shape 226" descr="04f3dd96-d768-4247-a22a-cdbc10c43445"/>
                <p:cNvSpPr/>
                <p:nvPr/>
              </p:nvSpPr>
              <p:spPr bwMode="auto">
                <a:xfrm>
                  <a:off x="3725" y="1612"/>
                  <a:ext cx="294" cy="171"/>
                </a:xfrm>
                <a:custGeom>
                  <a:avLst/>
                  <a:gdLst>
                    <a:gd name="T0" fmla="*/ 147 w 294"/>
                    <a:gd name="T1" fmla="*/ 171 h 171"/>
                    <a:gd name="T2" fmla="*/ 0 w 294"/>
                    <a:gd name="T3" fmla="*/ 86 h 171"/>
                    <a:gd name="T4" fmla="*/ 147 w 294"/>
                    <a:gd name="T5" fmla="*/ 0 h 171"/>
                    <a:gd name="T6" fmla="*/ 294 w 294"/>
                    <a:gd name="T7" fmla="*/ 86 h 171"/>
                    <a:gd name="T8" fmla="*/ 147 w 294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4" h="171">
                      <a:moveTo>
                        <a:pt x="147" y="171"/>
                      </a:moveTo>
                      <a:lnTo>
                        <a:pt x="0" y="86"/>
                      </a:lnTo>
                      <a:lnTo>
                        <a:pt x="147" y="0"/>
                      </a:lnTo>
                      <a:lnTo>
                        <a:pt x="294" y="86"/>
                      </a:lnTo>
                      <a:lnTo>
                        <a:pt x="147" y="171"/>
                      </a:lnTo>
                      <a:close/>
                    </a:path>
                  </a:pathLst>
                </a:custGeom>
                <a:solidFill>
                  <a:srgbClr val="BCB5A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28" name="Freeform: Shape 227" descr="9b5cb4b9-5243-4fd6-8472-6bcf2305e844"/>
                <p:cNvSpPr/>
                <p:nvPr/>
              </p:nvSpPr>
              <p:spPr bwMode="auto">
                <a:xfrm>
                  <a:off x="3725" y="1698"/>
                  <a:ext cx="147" cy="245"/>
                </a:xfrm>
                <a:custGeom>
                  <a:avLst/>
                  <a:gdLst>
                    <a:gd name="T0" fmla="*/ 147 w 147"/>
                    <a:gd name="T1" fmla="*/ 245 h 245"/>
                    <a:gd name="T2" fmla="*/ 0 w 147"/>
                    <a:gd name="T3" fmla="*/ 159 h 245"/>
                    <a:gd name="T4" fmla="*/ 0 w 147"/>
                    <a:gd name="T5" fmla="*/ 0 h 245"/>
                    <a:gd name="T6" fmla="*/ 147 w 147"/>
                    <a:gd name="T7" fmla="*/ 85 h 245"/>
                    <a:gd name="T8" fmla="*/ 147 w 147"/>
                    <a:gd name="T9" fmla="*/ 245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245"/>
                      </a:moveTo>
                      <a:lnTo>
                        <a:pt x="0" y="159"/>
                      </a:lnTo>
                      <a:lnTo>
                        <a:pt x="0" y="0"/>
                      </a:lnTo>
                      <a:lnTo>
                        <a:pt x="147" y="85"/>
                      </a:lnTo>
                      <a:lnTo>
                        <a:pt x="147" y="245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29" name="Freeform: Shape 228" descr="f9b003fc-98a6-4d68-b47d-b59fd0cfddcb"/>
                <p:cNvSpPr/>
                <p:nvPr/>
              </p:nvSpPr>
              <p:spPr bwMode="auto">
                <a:xfrm>
                  <a:off x="3872" y="1698"/>
                  <a:ext cx="147" cy="245"/>
                </a:xfrm>
                <a:custGeom>
                  <a:avLst/>
                  <a:gdLst>
                    <a:gd name="T0" fmla="*/ 147 w 147"/>
                    <a:gd name="T1" fmla="*/ 159 h 245"/>
                    <a:gd name="T2" fmla="*/ 0 w 147"/>
                    <a:gd name="T3" fmla="*/ 245 h 245"/>
                    <a:gd name="T4" fmla="*/ 0 w 147"/>
                    <a:gd name="T5" fmla="*/ 85 h 245"/>
                    <a:gd name="T6" fmla="*/ 147 w 147"/>
                    <a:gd name="T7" fmla="*/ 0 h 245"/>
                    <a:gd name="T8" fmla="*/ 147 w 147"/>
                    <a:gd name="T9" fmla="*/ 159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159"/>
                      </a:moveTo>
                      <a:lnTo>
                        <a:pt x="0" y="245"/>
                      </a:lnTo>
                      <a:lnTo>
                        <a:pt x="0" y="85"/>
                      </a:lnTo>
                      <a:lnTo>
                        <a:pt x="147" y="0"/>
                      </a:lnTo>
                      <a:lnTo>
                        <a:pt x="147" y="159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30" name="Freeform: Shape 229" descr="bc2ffb66-03e7-4245-9ecc-e7b04f61282a"/>
                <p:cNvSpPr/>
                <p:nvPr/>
              </p:nvSpPr>
              <p:spPr bwMode="auto">
                <a:xfrm>
                  <a:off x="3889" y="1710"/>
                  <a:ext cx="297" cy="168"/>
                </a:xfrm>
                <a:custGeom>
                  <a:avLst/>
                  <a:gdLst>
                    <a:gd name="T0" fmla="*/ 147 w 297"/>
                    <a:gd name="T1" fmla="*/ 168 h 168"/>
                    <a:gd name="T2" fmla="*/ 0 w 297"/>
                    <a:gd name="T3" fmla="*/ 85 h 168"/>
                    <a:gd name="T4" fmla="*/ 147 w 297"/>
                    <a:gd name="T5" fmla="*/ 0 h 168"/>
                    <a:gd name="T6" fmla="*/ 297 w 297"/>
                    <a:gd name="T7" fmla="*/ 85 h 168"/>
                    <a:gd name="T8" fmla="*/ 147 w 297"/>
                    <a:gd name="T9" fmla="*/ 168 h 1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7" h="168">
                      <a:moveTo>
                        <a:pt x="147" y="168"/>
                      </a:moveTo>
                      <a:lnTo>
                        <a:pt x="0" y="85"/>
                      </a:lnTo>
                      <a:lnTo>
                        <a:pt x="147" y="0"/>
                      </a:lnTo>
                      <a:lnTo>
                        <a:pt x="297" y="85"/>
                      </a:lnTo>
                      <a:lnTo>
                        <a:pt x="147" y="16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31" name="Freeform: Shape 230" descr="3946f593-246f-4940-9dfb-14a4773c1e49"/>
                <p:cNvSpPr/>
                <p:nvPr/>
              </p:nvSpPr>
              <p:spPr bwMode="auto">
                <a:xfrm>
                  <a:off x="3889" y="1795"/>
                  <a:ext cx="147" cy="243"/>
                </a:xfrm>
                <a:custGeom>
                  <a:avLst/>
                  <a:gdLst>
                    <a:gd name="T0" fmla="*/ 147 w 147"/>
                    <a:gd name="T1" fmla="*/ 243 h 243"/>
                    <a:gd name="T2" fmla="*/ 0 w 147"/>
                    <a:gd name="T3" fmla="*/ 157 h 243"/>
                    <a:gd name="T4" fmla="*/ 0 w 147"/>
                    <a:gd name="T5" fmla="*/ 0 h 243"/>
                    <a:gd name="T6" fmla="*/ 147 w 147"/>
                    <a:gd name="T7" fmla="*/ 83 h 243"/>
                    <a:gd name="T8" fmla="*/ 147 w 147"/>
                    <a:gd name="T9" fmla="*/ 243 h 2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3">
                      <a:moveTo>
                        <a:pt x="147" y="243"/>
                      </a:moveTo>
                      <a:lnTo>
                        <a:pt x="0" y="157"/>
                      </a:lnTo>
                      <a:lnTo>
                        <a:pt x="0" y="0"/>
                      </a:lnTo>
                      <a:lnTo>
                        <a:pt x="147" y="83"/>
                      </a:lnTo>
                      <a:lnTo>
                        <a:pt x="147" y="243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32" name="Freeform: Shape 231" descr="c62f0458-47a5-45e4-9d22-7da511816079"/>
                <p:cNvSpPr/>
                <p:nvPr/>
              </p:nvSpPr>
              <p:spPr bwMode="auto">
                <a:xfrm>
                  <a:off x="4036" y="1795"/>
                  <a:ext cx="150" cy="243"/>
                </a:xfrm>
                <a:custGeom>
                  <a:avLst/>
                  <a:gdLst>
                    <a:gd name="T0" fmla="*/ 150 w 150"/>
                    <a:gd name="T1" fmla="*/ 157 h 243"/>
                    <a:gd name="T2" fmla="*/ 0 w 150"/>
                    <a:gd name="T3" fmla="*/ 243 h 243"/>
                    <a:gd name="T4" fmla="*/ 0 w 150"/>
                    <a:gd name="T5" fmla="*/ 83 h 243"/>
                    <a:gd name="T6" fmla="*/ 150 w 150"/>
                    <a:gd name="T7" fmla="*/ 0 h 243"/>
                    <a:gd name="T8" fmla="*/ 150 w 150"/>
                    <a:gd name="T9" fmla="*/ 157 h 2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50" h="243">
                      <a:moveTo>
                        <a:pt x="150" y="157"/>
                      </a:moveTo>
                      <a:lnTo>
                        <a:pt x="0" y="243"/>
                      </a:lnTo>
                      <a:lnTo>
                        <a:pt x="0" y="83"/>
                      </a:lnTo>
                      <a:lnTo>
                        <a:pt x="150" y="0"/>
                      </a:lnTo>
                      <a:lnTo>
                        <a:pt x="150" y="157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33" name="Freeform: Shape 232" descr="10fb5d92-8996-473f-91db-b3d9baf6f85a"/>
                <p:cNvSpPr/>
                <p:nvPr/>
              </p:nvSpPr>
              <p:spPr bwMode="auto">
                <a:xfrm>
                  <a:off x="4055" y="1805"/>
                  <a:ext cx="295" cy="171"/>
                </a:xfrm>
                <a:custGeom>
                  <a:avLst/>
                  <a:gdLst>
                    <a:gd name="T0" fmla="*/ 148 w 295"/>
                    <a:gd name="T1" fmla="*/ 171 h 171"/>
                    <a:gd name="T2" fmla="*/ 0 w 295"/>
                    <a:gd name="T3" fmla="*/ 85 h 171"/>
                    <a:gd name="T4" fmla="*/ 148 w 295"/>
                    <a:gd name="T5" fmla="*/ 0 h 171"/>
                    <a:gd name="T6" fmla="*/ 295 w 295"/>
                    <a:gd name="T7" fmla="*/ 85 h 171"/>
                    <a:gd name="T8" fmla="*/ 148 w 295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71">
                      <a:moveTo>
                        <a:pt x="148" y="171"/>
                      </a:moveTo>
                      <a:lnTo>
                        <a:pt x="0" y="85"/>
                      </a:lnTo>
                      <a:lnTo>
                        <a:pt x="148" y="0"/>
                      </a:lnTo>
                      <a:lnTo>
                        <a:pt x="295" y="85"/>
                      </a:lnTo>
                      <a:lnTo>
                        <a:pt x="148" y="17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34" name="Freeform: Shape 233" descr="e11a6b66-b0a8-455f-9fa4-b7a83ac7c91b"/>
                <p:cNvSpPr/>
                <p:nvPr/>
              </p:nvSpPr>
              <p:spPr bwMode="auto">
                <a:xfrm>
                  <a:off x="4055" y="1890"/>
                  <a:ext cx="148" cy="243"/>
                </a:xfrm>
                <a:custGeom>
                  <a:avLst/>
                  <a:gdLst>
                    <a:gd name="T0" fmla="*/ 148 w 148"/>
                    <a:gd name="T1" fmla="*/ 243 h 243"/>
                    <a:gd name="T2" fmla="*/ 0 w 148"/>
                    <a:gd name="T3" fmla="*/ 160 h 243"/>
                    <a:gd name="T4" fmla="*/ 0 w 148"/>
                    <a:gd name="T5" fmla="*/ 0 h 243"/>
                    <a:gd name="T6" fmla="*/ 148 w 148"/>
                    <a:gd name="T7" fmla="*/ 86 h 243"/>
                    <a:gd name="T8" fmla="*/ 148 w 148"/>
                    <a:gd name="T9" fmla="*/ 243 h 2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3">
                      <a:moveTo>
                        <a:pt x="148" y="243"/>
                      </a:moveTo>
                      <a:lnTo>
                        <a:pt x="0" y="160"/>
                      </a:lnTo>
                      <a:lnTo>
                        <a:pt x="0" y="0"/>
                      </a:lnTo>
                      <a:lnTo>
                        <a:pt x="148" y="86"/>
                      </a:lnTo>
                      <a:lnTo>
                        <a:pt x="148" y="243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35" name="Freeform: Shape 234" descr="4d5dd796-06dd-4cd7-9043-05cf9da8a3b1"/>
                <p:cNvSpPr/>
                <p:nvPr/>
              </p:nvSpPr>
              <p:spPr bwMode="auto">
                <a:xfrm>
                  <a:off x="4203" y="1890"/>
                  <a:ext cx="147" cy="243"/>
                </a:xfrm>
                <a:custGeom>
                  <a:avLst/>
                  <a:gdLst>
                    <a:gd name="T0" fmla="*/ 147 w 147"/>
                    <a:gd name="T1" fmla="*/ 160 h 243"/>
                    <a:gd name="T2" fmla="*/ 0 w 147"/>
                    <a:gd name="T3" fmla="*/ 243 h 243"/>
                    <a:gd name="T4" fmla="*/ 0 w 147"/>
                    <a:gd name="T5" fmla="*/ 86 h 243"/>
                    <a:gd name="T6" fmla="*/ 147 w 147"/>
                    <a:gd name="T7" fmla="*/ 0 h 243"/>
                    <a:gd name="T8" fmla="*/ 147 w 147"/>
                    <a:gd name="T9" fmla="*/ 160 h 2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3">
                      <a:moveTo>
                        <a:pt x="147" y="160"/>
                      </a:moveTo>
                      <a:lnTo>
                        <a:pt x="0" y="243"/>
                      </a:lnTo>
                      <a:lnTo>
                        <a:pt x="0" y="86"/>
                      </a:lnTo>
                      <a:lnTo>
                        <a:pt x="147" y="0"/>
                      </a:lnTo>
                      <a:lnTo>
                        <a:pt x="147" y="160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36" name="Freeform: Shape 235" descr="f26f234d-0f89-46ea-8f46-9499b82d67dd"/>
                <p:cNvSpPr/>
                <p:nvPr/>
              </p:nvSpPr>
              <p:spPr bwMode="auto">
                <a:xfrm>
                  <a:off x="4222" y="1900"/>
                  <a:ext cx="294" cy="171"/>
                </a:xfrm>
                <a:custGeom>
                  <a:avLst/>
                  <a:gdLst>
                    <a:gd name="T0" fmla="*/ 147 w 294"/>
                    <a:gd name="T1" fmla="*/ 171 h 171"/>
                    <a:gd name="T2" fmla="*/ 0 w 294"/>
                    <a:gd name="T3" fmla="*/ 85 h 171"/>
                    <a:gd name="T4" fmla="*/ 147 w 294"/>
                    <a:gd name="T5" fmla="*/ 0 h 171"/>
                    <a:gd name="T6" fmla="*/ 294 w 294"/>
                    <a:gd name="T7" fmla="*/ 85 h 171"/>
                    <a:gd name="T8" fmla="*/ 147 w 294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4" h="171">
                      <a:moveTo>
                        <a:pt x="147" y="171"/>
                      </a:moveTo>
                      <a:lnTo>
                        <a:pt x="0" y="85"/>
                      </a:lnTo>
                      <a:lnTo>
                        <a:pt x="147" y="0"/>
                      </a:lnTo>
                      <a:lnTo>
                        <a:pt x="294" y="85"/>
                      </a:lnTo>
                      <a:lnTo>
                        <a:pt x="147" y="17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37" name="Freeform: Shape 236" descr="eacd221f-3e37-4016-a9e2-620562afe7dd"/>
                <p:cNvSpPr/>
                <p:nvPr/>
              </p:nvSpPr>
              <p:spPr bwMode="auto">
                <a:xfrm>
                  <a:off x="4222" y="1985"/>
                  <a:ext cx="147" cy="245"/>
                </a:xfrm>
                <a:custGeom>
                  <a:avLst/>
                  <a:gdLst>
                    <a:gd name="T0" fmla="*/ 147 w 147"/>
                    <a:gd name="T1" fmla="*/ 245 h 245"/>
                    <a:gd name="T2" fmla="*/ 0 w 147"/>
                    <a:gd name="T3" fmla="*/ 160 h 245"/>
                    <a:gd name="T4" fmla="*/ 0 w 147"/>
                    <a:gd name="T5" fmla="*/ 0 h 245"/>
                    <a:gd name="T6" fmla="*/ 147 w 147"/>
                    <a:gd name="T7" fmla="*/ 86 h 245"/>
                    <a:gd name="T8" fmla="*/ 147 w 147"/>
                    <a:gd name="T9" fmla="*/ 245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245"/>
                      </a:moveTo>
                      <a:lnTo>
                        <a:pt x="0" y="160"/>
                      </a:lnTo>
                      <a:lnTo>
                        <a:pt x="0" y="0"/>
                      </a:lnTo>
                      <a:lnTo>
                        <a:pt x="147" y="86"/>
                      </a:lnTo>
                      <a:lnTo>
                        <a:pt x="147" y="245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38" name="Freeform: Shape 237" descr="ab33bac8-24a2-4076-8989-492845d9ec3a"/>
                <p:cNvSpPr/>
                <p:nvPr/>
              </p:nvSpPr>
              <p:spPr bwMode="auto">
                <a:xfrm>
                  <a:off x="4369" y="1985"/>
                  <a:ext cx="147" cy="245"/>
                </a:xfrm>
                <a:custGeom>
                  <a:avLst/>
                  <a:gdLst>
                    <a:gd name="T0" fmla="*/ 147 w 147"/>
                    <a:gd name="T1" fmla="*/ 160 h 245"/>
                    <a:gd name="T2" fmla="*/ 0 w 147"/>
                    <a:gd name="T3" fmla="*/ 245 h 245"/>
                    <a:gd name="T4" fmla="*/ 0 w 147"/>
                    <a:gd name="T5" fmla="*/ 86 h 245"/>
                    <a:gd name="T6" fmla="*/ 147 w 147"/>
                    <a:gd name="T7" fmla="*/ 0 h 245"/>
                    <a:gd name="T8" fmla="*/ 147 w 147"/>
                    <a:gd name="T9" fmla="*/ 160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160"/>
                      </a:moveTo>
                      <a:lnTo>
                        <a:pt x="0" y="245"/>
                      </a:lnTo>
                      <a:lnTo>
                        <a:pt x="0" y="86"/>
                      </a:lnTo>
                      <a:lnTo>
                        <a:pt x="147" y="0"/>
                      </a:lnTo>
                      <a:lnTo>
                        <a:pt x="147" y="160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39" name="Freeform: Shape 238" descr="035bacf7-f97d-4a35-9fbd-815cfba40734"/>
                <p:cNvSpPr/>
                <p:nvPr/>
              </p:nvSpPr>
              <p:spPr bwMode="auto">
                <a:xfrm>
                  <a:off x="3722" y="1805"/>
                  <a:ext cx="295" cy="171"/>
                </a:xfrm>
                <a:custGeom>
                  <a:avLst/>
                  <a:gdLst>
                    <a:gd name="T0" fmla="*/ 148 w 295"/>
                    <a:gd name="T1" fmla="*/ 171 h 171"/>
                    <a:gd name="T2" fmla="*/ 0 w 295"/>
                    <a:gd name="T3" fmla="*/ 85 h 171"/>
                    <a:gd name="T4" fmla="*/ 148 w 295"/>
                    <a:gd name="T5" fmla="*/ 0 h 171"/>
                    <a:gd name="T6" fmla="*/ 295 w 295"/>
                    <a:gd name="T7" fmla="*/ 85 h 171"/>
                    <a:gd name="T8" fmla="*/ 148 w 295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71">
                      <a:moveTo>
                        <a:pt x="148" y="171"/>
                      </a:moveTo>
                      <a:lnTo>
                        <a:pt x="0" y="85"/>
                      </a:lnTo>
                      <a:lnTo>
                        <a:pt x="148" y="0"/>
                      </a:lnTo>
                      <a:lnTo>
                        <a:pt x="295" y="85"/>
                      </a:lnTo>
                      <a:lnTo>
                        <a:pt x="148" y="171"/>
                      </a:lnTo>
                      <a:close/>
                    </a:path>
                  </a:pathLst>
                </a:custGeom>
                <a:solidFill>
                  <a:srgbClr val="BCB5A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40" name="Freeform: Shape 239" descr="2848c050-cf4a-4e6a-a1f2-1849a2552c66"/>
                <p:cNvSpPr/>
                <p:nvPr/>
              </p:nvSpPr>
              <p:spPr bwMode="auto">
                <a:xfrm>
                  <a:off x="3722" y="1890"/>
                  <a:ext cx="148" cy="245"/>
                </a:xfrm>
                <a:custGeom>
                  <a:avLst/>
                  <a:gdLst>
                    <a:gd name="T0" fmla="*/ 148 w 148"/>
                    <a:gd name="T1" fmla="*/ 245 h 245"/>
                    <a:gd name="T2" fmla="*/ 0 w 148"/>
                    <a:gd name="T3" fmla="*/ 160 h 245"/>
                    <a:gd name="T4" fmla="*/ 0 w 148"/>
                    <a:gd name="T5" fmla="*/ 0 h 245"/>
                    <a:gd name="T6" fmla="*/ 148 w 148"/>
                    <a:gd name="T7" fmla="*/ 86 h 245"/>
                    <a:gd name="T8" fmla="*/ 148 w 148"/>
                    <a:gd name="T9" fmla="*/ 245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5">
                      <a:moveTo>
                        <a:pt x="148" y="245"/>
                      </a:moveTo>
                      <a:lnTo>
                        <a:pt x="0" y="160"/>
                      </a:lnTo>
                      <a:lnTo>
                        <a:pt x="0" y="0"/>
                      </a:lnTo>
                      <a:lnTo>
                        <a:pt x="148" y="86"/>
                      </a:lnTo>
                      <a:lnTo>
                        <a:pt x="148" y="245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41" name="Freeform: Shape 240" descr="1e8c1ba5-484f-4928-822e-c9286ed18de5"/>
                <p:cNvSpPr/>
                <p:nvPr/>
              </p:nvSpPr>
              <p:spPr bwMode="auto">
                <a:xfrm>
                  <a:off x="3870" y="1890"/>
                  <a:ext cx="147" cy="245"/>
                </a:xfrm>
                <a:custGeom>
                  <a:avLst/>
                  <a:gdLst>
                    <a:gd name="T0" fmla="*/ 147 w 147"/>
                    <a:gd name="T1" fmla="*/ 160 h 245"/>
                    <a:gd name="T2" fmla="*/ 0 w 147"/>
                    <a:gd name="T3" fmla="*/ 245 h 245"/>
                    <a:gd name="T4" fmla="*/ 0 w 147"/>
                    <a:gd name="T5" fmla="*/ 86 h 245"/>
                    <a:gd name="T6" fmla="*/ 147 w 147"/>
                    <a:gd name="T7" fmla="*/ 0 h 245"/>
                    <a:gd name="T8" fmla="*/ 147 w 147"/>
                    <a:gd name="T9" fmla="*/ 160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160"/>
                      </a:moveTo>
                      <a:lnTo>
                        <a:pt x="0" y="245"/>
                      </a:lnTo>
                      <a:lnTo>
                        <a:pt x="0" y="86"/>
                      </a:lnTo>
                      <a:lnTo>
                        <a:pt x="147" y="0"/>
                      </a:lnTo>
                      <a:lnTo>
                        <a:pt x="147" y="160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42" name="Freeform: Shape 241" descr="4df1dafb-839f-49bd-879d-6ce862f40f07"/>
                <p:cNvSpPr/>
                <p:nvPr/>
              </p:nvSpPr>
              <p:spPr bwMode="auto">
                <a:xfrm>
                  <a:off x="3889" y="1900"/>
                  <a:ext cx="295" cy="171"/>
                </a:xfrm>
                <a:custGeom>
                  <a:avLst/>
                  <a:gdLst>
                    <a:gd name="T0" fmla="*/ 147 w 295"/>
                    <a:gd name="T1" fmla="*/ 171 h 171"/>
                    <a:gd name="T2" fmla="*/ 0 w 295"/>
                    <a:gd name="T3" fmla="*/ 85 h 171"/>
                    <a:gd name="T4" fmla="*/ 147 w 295"/>
                    <a:gd name="T5" fmla="*/ 0 h 171"/>
                    <a:gd name="T6" fmla="*/ 295 w 295"/>
                    <a:gd name="T7" fmla="*/ 85 h 171"/>
                    <a:gd name="T8" fmla="*/ 147 w 295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71">
                      <a:moveTo>
                        <a:pt x="147" y="171"/>
                      </a:moveTo>
                      <a:lnTo>
                        <a:pt x="0" y="85"/>
                      </a:lnTo>
                      <a:lnTo>
                        <a:pt x="147" y="0"/>
                      </a:lnTo>
                      <a:lnTo>
                        <a:pt x="295" y="85"/>
                      </a:lnTo>
                      <a:lnTo>
                        <a:pt x="147" y="17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43" name="Freeform: Shape 242" descr="a9c10a3b-a261-4fa2-9deb-2b29a9ca8e73"/>
                <p:cNvSpPr/>
                <p:nvPr/>
              </p:nvSpPr>
              <p:spPr bwMode="auto">
                <a:xfrm>
                  <a:off x="3889" y="1985"/>
                  <a:ext cx="147" cy="245"/>
                </a:xfrm>
                <a:custGeom>
                  <a:avLst/>
                  <a:gdLst>
                    <a:gd name="T0" fmla="*/ 147 w 147"/>
                    <a:gd name="T1" fmla="*/ 245 h 245"/>
                    <a:gd name="T2" fmla="*/ 0 w 147"/>
                    <a:gd name="T3" fmla="*/ 160 h 245"/>
                    <a:gd name="T4" fmla="*/ 0 w 147"/>
                    <a:gd name="T5" fmla="*/ 0 h 245"/>
                    <a:gd name="T6" fmla="*/ 147 w 147"/>
                    <a:gd name="T7" fmla="*/ 86 h 245"/>
                    <a:gd name="T8" fmla="*/ 147 w 147"/>
                    <a:gd name="T9" fmla="*/ 245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245"/>
                      </a:moveTo>
                      <a:lnTo>
                        <a:pt x="0" y="160"/>
                      </a:lnTo>
                      <a:lnTo>
                        <a:pt x="0" y="0"/>
                      </a:lnTo>
                      <a:lnTo>
                        <a:pt x="147" y="86"/>
                      </a:lnTo>
                      <a:lnTo>
                        <a:pt x="147" y="245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44" name="Freeform: Shape 243" descr="9545e817-c3b8-4500-a0f2-8508de8f9e9d"/>
                <p:cNvSpPr/>
                <p:nvPr/>
              </p:nvSpPr>
              <p:spPr bwMode="auto">
                <a:xfrm>
                  <a:off x="4036" y="1985"/>
                  <a:ext cx="148" cy="245"/>
                </a:xfrm>
                <a:custGeom>
                  <a:avLst/>
                  <a:gdLst>
                    <a:gd name="T0" fmla="*/ 148 w 148"/>
                    <a:gd name="T1" fmla="*/ 160 h 245"/>
                    <a:gd name="T2" fmla="*/ 0 w 148"/>
                    <a:gd name="T3" fmla="*/ 245 h 245"/>
                    <a:gd name="T4" fmla="*/ 0 w 148"/>
                    <a:gd name="T5" fmla="*/ 86 h 245"/>
                    <a:gd name="T6" fmla="*/ 148 w 148"/>
                    <a:gd name="T7" fmla="*/ 0 h 245"/>
                    <a:gd name="T8" fmla="*/ 148 w 148"/>
                    <a:gd name="T9" fmla="*/ 160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5">
                      <a:moveTo>
                        <a:pt x="148" y="160"/>
                      </a:moveTo>
                      <a:lnTo>
                        <a:pt x="0" y="245"/>
                      </a:lnTo>
                      <a:lnTo>
                        <a:pt x="0" y="86"/>
                      </a:lnTo>
                      <a:lnTo>
                        <a:pt x="148" y="0"/>
                      </a:lnTo>
                      <a:lnTo>
                        <a:pt x="148" y="160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45" name="Freeform: Shape 244" descr="91b2f9c5-4f43-4e51-9cbb-2444e99f1383"/>
                <p:cNvSpPr/>
                <p:nvPr/>
              </p:nvSpPr>
              <p:spPr bwMode="auto">
                <a:xfrm>
                  <a:off x="4443" y="2222"/>
                  <a:ext cx="295" cy="171"/>
                </a:xfrm>
                <a:custGeom>
                  <a:avLst/>
                  <a:gdLst>
                    <a:gd name="T0" fmla="*/ 147 w 295"/>
                    <a:gd name="T1" fmla="*/ 171 h 171"/>
                    <a:gd name="T2" fmla="*/ 0 w 295"/>
                    <a:gd name="T3" fmla="*/ 85 h 171"/>
                    <a:gd name="T4" fmla="*/ 147 w 295"/>
                    <a:gd name="T5" fmla="*/ 0 h 171"/>
                    <a:gd name="T6" fmla="*/ 295 w 295"/>
                    <a:gd name="T7" fmla="*/ 85 h 171"/>
                    <a:gd name="T8" fmla="*/ 147 w 295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71">
                      <a:moveTo>
                        <a:pt x="147" y="171"/>
                      </a:moveTo>
                      <a:lnTo>
                        <a:pt x="0" y="85"/>
                      </a:lnTo>
                      <a:lnTo>
                        <a:pt x="147" y="0"/>
                      </a:lnTo>
                      <a:lnTo>
                        <a:pt x="295" y="85"/>
                      </a:lnTo>
                      <a:lnTo>
                        <a:pt x="147" y="171"/>
                      </a:lnTo>
                      <a:close/>
                    </a:path>
                  </a:pathLst>
                </a:custGeom>
                <a:solidFill>
                  <a:srgbClr val="2D83EE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46" name="Freeform: Shape 245" descr="f49f7262-d26e-47df-a715-63d424b0f0d2"/>
                <p:cNvSpPr/>
                <p:nvPr/>
              </p:nvSpPr>
              <p:spPr bwMode="auto">
                <a:xfrm>
                  <a:off x="4443" y="2306"/>
                  <a:ext cx="147" cy="242"/>
                </a:xfrm>
                <a:custGeom>
                  <a:avLst/>
                  <a:gdLst>
                    <a:gd name="T0" fmla="*/ 147 w 147"/>
                    <a:gd name="T1" fmla="*/ 242 h 242"/>
                    <a:gd name="T2" fmla="*/ 0 w 147"/>
                    <a:gd name="T3" fmla="*/ 159 h 242"/>
                    <a:gd name="T4" fmla="*/ 0 w 147"/>
                    <a:gd name="T5" fmla="*/ 0 h 242"/>
                    <a:gd name="T6" fmla="*/ 147 w 147"/>
                    <a:gd name="T7" fmla="*/ 86 h 242"/>
                    <a:gd name="T8" fmla="*/ 147 w 147"/>
                    <a:gd name="T9" fmla="*/ 242 h 2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1">
                      <a:moveTo>
                        <a:pt x="147" y="242"/>
                      </a:moveTo>
                      <a:lnTo>
                        <a:pt x="0" y="159"/>
                      </a:lnTo>
                      <a:lnTo>
                        <a:pt x="0" y="0"/>
                      </a:lnTo>
                      <a:lnTo>
                        <a:pt x="147" y="86"/>
                      </a:lnTo>
                      <a:lnTo>
                        <a:pt x="147" y="242"/>
                      </a:lnTo>
                      <a:close/>
                    </a:path>
                  </a:pathLst>
                </a:custGeom>
                <a:solidFill>
                  <a:srgbClr val="0647A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47" name="Freeform: Shape 246" descr="0895ce00-a537-42a8-bd61-b8d7bc72d619"/>
                <p:cNvSpPr/>
                <p:nvPr/>
              </p:nvSpPr>
              <p:spPr bwMode="auto">
                <a:xfrm>
                  <a:off x="4590" y="2306"/>
                  <a:ext cx="148" cy="242"/>
                </a:xfrm>
                <a:custGeom>
                  <a:avLst/>
                  <a:gdLst>
                    <a:gd name="T0" fmla="*/ 148 w 148"/>
                    <a:gd name="T1" fmla="*/ 159 h 242"/>
                    <a:gd name="T2" fmla="*/ 0 w 148"/>
                    <a:gd name="T3" fmla="*/ 242 h 242"/>
                    <a:gd name="T4" fmla="*/ 0 w 148"/>
                    <a:gd name="T5" fmla="*/ 86 h 242"/>
                    <a:gd name="T6" fmla="*/ 148 w 148"/>
                    <a:gd name="T7" fmla="*/ 0 h 242"/>
                    <a:gd name="T8" fmla="*/ 148 w 148"/>
                    <a:gd name="T9" fmla="*/ 159 h 2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1">
                      <a:moveTo>
                        <a:pt x="148" y="159"/>
                      </a:moveTo>
                      <a:lnTo>
                        <a:pt x="0" y="242"/>
                      </a:lnTo>
                      <a:lnTo>
                        <a:pt x="0" y="86"/>
                      </a:lnTo>
                      <a:lnTo>
                        <a:pt x="148" y="0"/>
                      </a:lnTo>
                      <a:lnTo>
                        <a:pt x="148" y="159"/>
                      </a:lnTo>
                      <a:close/>
                    </a:path>
                  </a:pathLst>
                </a:custGeom>
                <a:solidFill>
                  <a:srgbClr val="1C64D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48" name="Freeform: Shape 247" descr="6582f158-0140-4c76-a1e4-efb13e2ea6d6"/>
                <p:cNvSpPr/>
                <p:nvPr/>
              </p:nvSpPr>
              <p:spPr bwMode="auto">
                <a:xfrm>
                  <a:off x="3556" y="1902"/>
                  <a:ext cx="295" cy="169"/>
                </a:xfrm>
                <a:custGeom>
                  <a:avLst/>
                  <a:gdLst>
                    <a:gd name="T0" fmla="*/ 147 w 295"/>
                    <a:gd name="T1" fmla="*/ 169 h 169"/>
                    <a:gd name="T2" fmla="*/ 0 w 295"/>
                    <a:gd name="T3" fmla="*/ 83 h 169"/>
                    <a:gd name="T4" fmla="*/ 147 w 295"/>
                    <a:gd name="T5" fmla="*/ 0 h 169"/>
                    <a:gd name="T6" fmla="*/ 295 w 295"/>
                    <a:gd name="T7" fmla="*/ 83 h 169"/>
                    <a:gd name="T8" fmla="*/ 147 w 295"/>
                    <a:gd name="T9" fmla="*/ 169 h 1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69">
                      <a:moveTo>
                        <a:pt x="147" y="169"/>
                      </a:moveTo>
                      <a:lnTo>
                        <a:pt x="0" y="83"/>
                      </a:lnTo>
                      <a:lnTo>
                        <a:pt x="147" y="0"/>
                      </a:lnTo>
                      <a:lnTo>
                        <a:pt x="295" y="83"/>
                      </a:lnTo>
                      <a:lnTo>
                        <a:pt x="147" y="169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49" name="Freeform: Shape 248" descr="ae8a10ac-b4dc-4a7d-b909-d4f88300c27b"/>
                <p:cNvSpPr/>
                <p:nvPr/>
              </p:nvSpPr>
              <p:spPr bwMode="auto">
                <a:xfrm>
                  <a:off x="3556" y="1985"/>
                  <a:ext cx="147" cy="245"/>
                </a:xfrm>
                <a:custGeom>
                  <a:avLst/>
                  <a:gdLst>
                    <a:gd name="T0" fmla="*/ 147 w 147"/>
                    <a:gd name="T1" fmla="*/ 245 h 245"/>
                    <a:gd name="T2" fmla="*/ 0 w 147"/>
                    <a:gd name="T3" fmla="*/ 160 h 245"/>
                    <a:gd name="T4" fmla="*/ 0 w 147"/>
                    <a:gd name="T5" fmla="*/ 0 h 245"/>
                    <a:gd name="T6" fmla="*/ 147 w 147"/>
                    <a:gd name="T7" fmla="*/ 86 h 245"/>
                    <a:gd name="T8" fmla="*/ 147 w 147"/>
                    <a:gd name="T9" fmla="*/ 245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245"/>
                      </a:moveTo>
                      <a:lnTo>
                        <a:pt x="0" y="160"/>
                      </a:lnTo>
                      <a:lnTo>
                        <a:pt x="0" y="0"/>
                      </a:lnTo>
                      <a:lnTo>
                        <a:pt x="147" y="86"/>
                      </a:lnTo>
                      <a:lnTo>
                        <a:pt x="147" y="245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50" name="Freeform: Shape 249" descr="109baa9b-47f1-4b50-92aa-62ed8c35f29f"/>
                <p:cNvSpPr/>
                <p:nvPr/>
              </p:nvSpPr>
              <p:spPr bwMode="auto">
                <a:xfrm>
                  <a:off x="3703" y="1985"/>
                  <a:ext cx="148" cy="245"/>
                </a:xfrm>
                <a:custGeom>
                  <a:avLst/>
                  <a:gdLst>
                    <a:gd name="T0" fmla="*/ 148 w 148"/>
                    <a:gd name="T1" fmla="*/ 160 h 245"/>
                    <a:gd name="T2" fmla="*/ 0 w 148"/>
                    <a:gd name="T3" fmla="*/ 245 h 245"/>
                    <a:gd name="T4" fmla="*/ 0 w 148"/>
                    <a:gd name="T5" fmla="*/ 86 h 245"/>
                    <a:gd name="T6" fmla="*/ 148 w 148"/>
                    <a:gd name="T7" fmla="*/ 0 h 245"/>
                    <a:gd name="T8" fmla="*/ 148 w 148"/>
                    <a:gd name="T9" fmla="*/ 160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5">
                      <a:moveTo>
                        <a:pt x="148" y="160"/>
                      </a:moveTo>
                      <a:lnTo>
                        <a:pt x="0" y="245"/>
                      </a:lnTo>
                      <a:lnTo>
                        <a:pt x="0" y="86"/>
                      </a:lnTo>
                      <a:lnTo>
                        <a:pt x="148" y="0"/>
                      </a:lnTo>
                      <a:lnTo>
                        <a:pt x="148" y="160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51" name="Freeform: Shape 250" descr="ee53e4f1-c3d7-42ea-a812-21a5b909c39b"/>
                <p:cNvSpPr/>
                <p:nvPr/>
              </p:nvSpPr>
              <p:spPr bwMode="auto">
                <a:xfrm>
                  <a:off x="3722" y="1997"/>
                  <a:ext cx="295" cy="171"/>
                </a:xfrm>
                <a:custGeom>
                  <a:avLst/>
                  <a:gdLst>
                    <a:gd name="T0" fmla="*/ 148 w 295"/>
                    <a:gd name="T1" fmla="*/ 171 h 171"/>
                    <a:gd name="T2" fmla="*/ 0 w 295"/>
                    <a:gd name="T3" fmla="*/ 86 h 171"/>
                    <a:gd name="T4" fmla="*/ 148 w 295"/>
                    <a:gd name="T5" fmla="*/ 0 h 171"/>
                    <a:gd name="T6" fmla="*/ 295 w 295"/>
                    <a:gd name="T7" fmla="*/ 86 h 171"/>
                    <a:gd name="T8" fmla="*/ 148 w 295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71">
                      <a:moveTo>
                        <a:pt x="148" y="171"/>
                      </a:moveTo>
                      <a:lnTo>
                        <a:pt x="0" y="86"/>
                      </a:lnTo>
                      <a:lnTo>
                        <a:pt x="148" y="0"/>
                      </a:lnTo>
                      <a:lnTo>
                        <a:pt x="295" y="86"/>
                      </a:lnTo>
                      <a:lnTo>
                        <a:pt x="148" y="17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52" name="Freeform: Shape 251" descr="8682695d-f37f-467e-9728-52b8010033e4"/>
                <p:cNvSpPr/>
                <p:nvPr/>
              </p:nvSpPr>
              <p:spPr bwMode="auto">
                <a:xfrm>
                  <a:off x="3722" y="2083"/>
                  <a:ext cx="148" cy="242"/>
                </a:xfrm>
                <a:custGeom>
                  <a:avLst/>
                  <a:gdLst>
                    <a:gd name="T0" fmla="*/ 148 w 148"/>
                    <a:gd name="T1" fmla="*/ 242 h 242"/>
                    <a:gd name="T2" fmla="*/ 0 w 148"/>
                    <a:gd name="T3" fmla="*/ 159 h 242"/>
                    <a:gd name="T4" fmla="*/ 0 w 148"/>
                    <a:gd name="T5" fmla="*/ 0 h 242"/>
                    <a:gd name="T6" fmla="*/ 148 w 148"/>
                    <a:gd name="T7" fmla="*/ 85 h 242"/>
                    <a:gd name="T8" fmla="*/ 148 w 148"/>
                    <a:gd name="T9" fmla="*/ 242 h 2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1">
                      <a:moveTo>
                        <a:pt x="148" y="242"/>
                      </a:moveTo>
                      <a:lnTo>
                        <a:pt x="0" y="159"/>
                      </a:lnTo>
                      <a:lnTo>
                        <a:pt x="0" y="0"/>
                      </a:lnTo>
                      <a:lnTo>
                        <a:pt x="148" y="85"/>
                      </a:lnTo>
                      <a:lnTo>
                        <a:pt x="148" y="242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53" name="Freeform: Shape 252" descr="6aac7d84-52b5-405a-a8a3-8a16999e1a8d"/>
                <p:cNvSpPr/>
                <p:nvPr/>
              </p:nvSpPr>
              <p:spPr bwMode="auto">
                <a:xfrm>
                  <a:off x="3870" y="2083"/>
                  <a:ext cx="147" cy="242"/>
                </a:xfrm>
                <a:custGeom>
                  <a:avLst/>
                  <a:gdLst>
                    <a:gd name="T0" fmla="*/ 147 w 147"/>
                    <a:gd name="T1" fmla="*/ 159 h 242"/>
                    <a:gd name="T2" fmla="*/ 0 w 147"/>
                    <a:gd name="T3" fmla="*/ 242 h 242"/>
                    <a:gd name="T4" fmla="*/ 0 w 147"/>
                    <a:gd name="T5" fmla="*/ 85 h 242"/>
                    <a:gd name="T6" fmla="*/ 147 w 147"/>
                    <a:gd name="T7" fmla="*/ 0 h 242"/>
                    <a:gd name="T8" fmla="*/ 147 w 147"/>
                    <a:gd name="T9" fmla="*/ 159 h 2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1">
                      <a:moveTo>
                        <a:pt x="147" y="159"/>
                      </a:moveTo>
                      <a:lnTo>
                        <a:pt x="0" y="242"/>
                      </a:lnTo>
                      <a:lnTo>
                        <a:pt x="0" y="85"/>
                      </a:lnTo>
                      <a:lnTo>
                        <a:pt x="147" y="0"/>
                      </a:lnTo>
                      <a:lnTo>
                        <a:pt x="147" y="159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54" name="Freeform: Shape 253" descr="7d86ff08-42e4-4533-9dde-4837d06612a4"/>
                <p:cNvSpPr/>
                <p:nvPr/>
              </p:nvSpPr>
              <p:spPr bwMode="auto">
                <a:xfrm>
                  <a:off x="3889" y="2092"/>
                  <a:ext cx="295" cy="171"/>
                </a:xfrm>
                <a:custGeom>
                  <a:avLst/>
                  <a:gdLst>
                    <a:gd name="T0" fmla="*/ 147 w 295"/>
                    <a:gd name="T1" fmla="*/ 171 h 171"/>
                    <a:gd name="T2" fmla="*/ 0 w 295"/>
                    <a:gd name="T3" fmla="*/ 86 h 171"/>
                    <a:gd name="T4" fmla="*/ 147 w 295"/>
                    <a:gd name="T5" fmla="*/ 0 h 171"/>
                    <a:gd name="T6" fmla="*/ 295 w 295"/>
                    <a:gd name="T7" fmla="*/ 86 h 171"/>
                    <a:gd name="T8" fmla="*/ 147 w 295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71">
                      <a:moveTo>
                        <a:pt x="147" y="171"/>
                      </a:moveTo>
                      <a:lnTo>
                        <a:pt x="0" y="86"/>
                      </a:lnTo>
                      <a:lnTo>
                        <a:pt x="147" y="0"/>
                      </a:lnTo>
                      <a:lnTo>
                        <a:pt x="295" y="86"/>
                      </a:lnTo>
                      <a:lnTo>
                        <a:pt x="147" y="17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55" name="Freeform: Shape 254" descr="afeaf548-5c11-4d18-b916-03d234a1813a"/>
                <p:cNvSpPr/>
                <p:nvPr/>
              </p:nvSpPr>
              <p:spPr bwMode="auto">
                <a:xfrm>
                  <a:off x="3889" y="2178"/>
                  <a:ext cx="147" cy="245"/>
                </a:xfrm>
                <a:custGeom>
                  <a:avLst/>
                  <a:gdLst>
                    <a:gd name="T0" fmla="*/ 147 w 147"/>
                    <a:gd name="T1" fmla="*/ 245 h 245"/>
                    <a:gd name="T2" fmla="*/ 0 w 147"/>
                    <a:gd name="T3" fmla="*/ 159 h 245"/>
                    <a:gd name="T4" fmla="*/ 0 w 147"/>
                    <a:gd name="T5" fmla="*/ 0 h 245"/>
                    <a:gd name="T6" fmla="*/ 147 w 147"/>
                    <a:gd name="T7" fmla="*/ 85 h 245"/>
                    <a:gd name="T8" fmla="*/ 147 w 147"/>
                    <a:gd name="T9" fmla="*/ 245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245"/>
                      </a:moveTo>
                      <a:lnTo>
                        <a:pt x="0" y="159"/>
                      </a:lnTo>
                      <a:lnTo>
                        <a:pt x="0" y="0"/>
                      </a:lnTo>
                      <a:lnTo>
                        <a:pt x="147" y="85"/>
                      </a:lnTo>
                      <a:lnTo>
                        <a:pt x="147" y="245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56" name="Freeform: Shape 255" descr="5380b739-3464-4092-acca-1ed9868c16b5"/>
                <p:cNvSpPr/>
                <p:nvPr/>
              </p:nvSpPr>
              <p:spPr bwMode="auto">
                <a:xfrm>
                  <a:off x="4036" y="2178"/>
                  <a:ext cx="148" cy="245"/>
                </a:xfrm>
                <a:custGeom>
                  <a:avLst/>
                  <a:gdLst>
                    <a:gd name="T0" fmla="*/ 148 w 148"/>
                    <a:gd name="T1" fmla="*/ 159 h 245"/>
                    <a:gd name="T2" fmla="*/ 0 w 148"/>
                    <a:gd name="T3" fmla="*/ 245 h 245"/>
                    <a:gd name="T4" fmla="*/ 0 w 148"/>
                    <a:gd name="T5" fmla="*/ 85 h 245"/>
                    <a:gd name="T6" fmla="*/ 148 w 148"/>
                    <a:gd name="T7" fmla="*/ 0 h 245"/>
                    <a:gd name="T8" fmla="*/ 148 w 148"/>
                    <a:gd name="T9" fmla="*/ 159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5">
                      <a:moveTo>
                        <a:pt x="148" y="159"/>
                      </a:moveTo>
                      <a:lnTo>
                        <a:pt x="0" y="245"/>
                      </a:lnTo>
                      <a:lnTo>
                        <a:pt x="0" y="85"/>
                      </a:lnTo>
                      <a:lnTo>
                        <a:pt x="148" y="0"/>
                      </a:lnTo>
                      <a:lnTo>
                        <a:pt x="148" y="159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57" name="Freeform: Shape 256" descr="ef56c220-aa2c-4717-86a8-f99276de85c5"/>
                <p:cNvSpPr/>
                <p:nvPr/>
              </p:nvSpPr>
              <p:spPr bwMode="auto">
                <a:xfrm>
                  <a:off x="3225" y="1902"/>
                  <a:ext cx="295" cy="169"/>
                </a:xfrm>
                <a:custGeom>
                  <a:avLst/>
                  <a:gdLst>
                    <a:gd name="T0" fmla="*/ 148 w 295"/>
                    <a:gd name="T1" fmla="*/ 169 h 169"/>
                    <a:gd name="T2" fmla="*/ 0 w 295"/>
                    <a:gd name="T3" fmla="*/ 86 h 169"/>
                    <a:gd name="T4" fmla="*/ 148 w 295"/>
                    <a:gd name="T5" fmla="*/ 0 h 169"/>
                    <a:gd name="T6" fmla="*/ 295 w 295"/>
                    <a:gd name="T7" fmla="*/ 86 h 169"/>
                    <a:gd name="T8" fmla="*/ 148 w 295"/>
                    <a:gd name="T9" fmla="*/ 169 h 1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69">
                      <a:moveTo>
                        <a:pt x="148" y="169"/>
                      </a:moveTo>
                      <a:lnTo>
                        <a:pt x="0" y="86"/>
                      </a:lnTo>
                      <a:lnTo>
                        <a:pt x="148" y="0"/>
                      </a:lnTo>
                      <a:lnTo>
                        <a:pt x="295" y="86"/>
                      </a:lnTo>
                      <a:lnTo>
                        <a:pt x="148" y="169"/>
                      </a:lnTo>
                      <a:close/>
                    </a:path>
                  </a:pathLst>
                </a:custGeom>
                <a:solidFill>
                  <a:srgbClr val="BCB5A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58" name="Freeform: Shape 257" descr="8979a7d7-37b7-44f4-863f-90e115b6b7e5"/>
                <p:cNvSpPr/>
                <p:nvPr/>
              </p:nvSpPr>
              <p:spPr bwMode="auto">
                <a:xfrm>
                  <a:off x="3225" y="1988"/>
                  <a:ext cx="148" cy="242"/>
                </a:xfrm>
                <a:custGeom>
                  <a:avLst/>
                  <a:gdLst>
                    <a:gd name="T0" fmla="*/ 148 w 148"/>
                    <a:gd name="T1" fmla="*/ 242 h 242"/>
                    <a:gd name="T2" fmla="*/ 0 w 148"/>
                    <a:gd name="T3" fmla="*/ 157 h 242"/>
                    <a:gd name="T4" fmla="*/ 0 w 148"/>
                    <a:gd name="T5" fmla="*/ 0 h 242"/>
                    <a:gd name="T6" fmla="*/ 148 w 148"/>
                    <a:gd name="T7" fmla="*/ 83 h 242"/>
                    <a:gd name="T8" fmla="*/ 148 w 148"/>
                    <a:gd name="T9" fmla="*/ 242 h 2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1">
                      <a:moveTo>
                        <a:pt x="148" y="242"/>
                      </a:moveTo>
                      <a:lnTo>
                        <a:pt x="0" y="157"/>
                      </a:lnTo>
                      <a:lnTo>
                        <a:pt x="0" y="0"/>
                      </a:lnTo>
                      <a:lnTo>
                        <a:pt x="148" y="83"/>
                      </a:lnTo>
                      <a:lnTo>
                        <a:pt x="148" y="242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59" name="Freeform: Shape 258" descr="98158f6e-7209-40e8-80f1-f17acf00393d"/>
                <p:cNvSpPr/>
                <p:nvPr/>
              </p:nvSpPr>
              <p:spPr bwMode="auto">
                <a:xfrm>
                  <a:off x="3373" y="1988"/>
                  <a:ext cx="147" cy="242"/>
                </a:xfrm>
                <a:custGeom>
                  <a:avLst/>
                  <a:gdLst>
                    <a:gd name="T0" fmla="*/ 147 w 147"/>
                    <a:gd name="T1" fmla="*/ 157 h 242"/>
                    <a:gd name="T2" fmla="*/ 0 w 147"/>
                    <a:gd name="T3" fmla="*/ 242 h 242"/>
                    <a:gd name="T4" fmla="*/ 0 w 147"/>
                    <a:gd name="T5" fmla="*/ 83 h 242"/>
                    <a:gd name="T6" fmla="*/ 147 w 147"/>
                    <a:gd name="T7" fmla="*/ 0 h 242"/>
                    <a:gd name="T8" fmla="*/ 147 w 147"/>
                    <a:gd name="T9" fmla="*/ 157 h 2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1">
                      <a:moveTo>
                        <a:pt x="147" y="157"/>
                      </a:moveTo>
                      <a:lnTo>
                        <a:pt x="0" y="242"/>
                      </a:lnTo>
                      <a:lnTo>
                        <a:pt x="0" y="83"/>
                      </a:lnTo>
                      <a:lnTo>
                        <a:pt x="147" y="0"/>
                      </a:lnTo>
                      <a:lnTo>
                        <a:pt x="147" y="157"/>
                      </a:lnTo>
                      <a:close/>
                    </a:path>
                  </a:pathLst>
                </a:custGeom>
                <a:solidFill>
                  <a:srgbClr val="A29D9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60" name="Freeform: Shape 259" descr="5b671575-f464-4e8e-a341-bf5c68bdba96"/>
                <p:cNvSpPr/>
                <p:nvPr/>
              </p:nvSpPr>
              <p:spPr bwMode="auto">
                <a:xfrm>
                  <a:off x="3037" y="2202"/>
                  <a:ext cx="295" cy="171"/>
                </a:xfrm>
                <a:custGeom>
                  <a:avLst/>
                  <a:gdLst>
                    <a:gd name="T0" fmla="*/ 148 w 295"/>
                    <a:gd name="T1" fmla="*/ 171 h 171"/>
                    <a:gd name="T2" fmla="*/ 0 w 295"/>
                    <a:gd name="T3" fmla="*/ 85 h 171"/>
                    <a:gd name="T4" fmla="*/ 148 w 295"/>
                    <a:gd name="T5" fmla="*/ 0 h 171"/>
                    <a:gd name="T6" fmla="*/ 295 w 295"/>
                    <a:gd name="T7" fmla="*/ 85 h 171"/>
                    <a:gd name="T8" fmla="*/ 148 w 295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71">
                      <a:moveTo>
                        <a:pt x="148" y="171"/>
                      </a:moveTo>
                      <a:lnTo>
                        <a:pt x="0" y="85"/>
                      </a:lnTo>
                      <a:lnTo>
                        <a:pt x="148" y="0"/>
                      </a:lnTo>
                      <a:lnTo>
                        <a:pt x="295" y="85"/>
                      </a:lnTo>
                      <a:lnTo>
                        <a:pt x="148" y="171"/>
                      </a:lnTo>
                      <a:close/>
                    </a:path>
                  </a:pathLst>
                </a:custGeom>
                <a:solidFill>
                  <a:srgbClr val="2D83EE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61" name="Freeform: Shape 260" descr="33b74abe-6c82-410e-bd6f-0747bc684755"/>
                <p:cNvSpPr/>
                <p:nvPr/>
              </p:nvSpPr>
              <p:spPr bwMode="auto">
                <a:xfrm>
                  <a:off x="3037" y="2287"/>
                  <a:ext cx="148" cy="242"/>
                </a:xfrm>
                <a:custGeom>
                  <a:avLst/>
                  <a:gdLst>
                    <a:gd name="T0" fmla="*/ 148 w 148"/>
                    <a:gd name="T1" fmla="*/ 242 h 242"/>
                    <a:gd name="T2" fmla="*/ 0 w 148"/>
                    <a:gd name="T3" fmla="*/ 159 h 242"/>
                    <a:gd name="T4" fmla="*/ 0 w 148"/>
                    <a:gd name="T5" fmla="*/ 0 h 242"/>
                    <a:gd name="T6" fmla="*/ 148 w 148"/>
                    <a:gd name="T7" fmla="*/ 86 h 242"/>
                    <a:gd name="T8" fmla="*/ 148 w 148"/>
                    <a:gd name="T9" fmla="*/ 242 h 2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1">
                      <a:moveTo>
                        <a:pt x="148" y="242"/>
                      </a:moveTo>
                      <a:lnTo>
                        <a:pt x="0" y="159"/>
                      </a:lnTo>
                      <a:lnTo>
                        <a:pt x="0" y="0"/>
                      </a:lnTo>
                      <a:lnTo>
                        <a:pt x="148" y="86"/>
                      </a:lnTo>
                      <a:lnTo>
                        <a:pt x="148" y="242"/>
                      </a:lnTo>
                      <a:close/>
                    </a:path>
                  </a:pathLst>
                </a:custGeom>
                <a:solidFill>
                  <a:srgbClr val="0647A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62" name="Freeform: Shape 261" descr="5f6f7d8d-0d32-4fb5-b107-67200fae6476"/>
                <p:cNvSpPr/>
                <p:nvPr/>
              </p:nvSpPr>
              <p:spPr bwMode="auto">
                <a:xfrm>
                  <a:off x="3185" y="2287"/>
                  <a:ext cx="147" cy="242"/>
                </a:xfrm>
                <a:custGeom>
                  <a:avLst/>
                  <a:gdLst>
                    <a:gd name="T0" fmla="*/ 147 w 147"/>
                    <a:gd name="T1" fmla="*/ 159 h 242"/>
                    <a:gd name="T2" fmla="*/ 0 w 147"/>
                    <a:gd name="T3" fmla="*/ 242 h 242"/>
                    <a:gd name="T4" fmla="*/ 0 w 147"/>
                    <a:gd name="T5" fmla="*/ 86 h 242"/>
                    <a:gd name="T6" fmla="*/ 147 w 147"/>
                    <a:gd name="T7" fmla="*/ 0 h 242"/>
                    <a:gd name="T8" fmla="*/ 147 w 147"/>
                    <a:gd name="T9" fmla="*/ 159 h 2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1">
                      <a:moveTo>
                        <a:pt x="147" y="159"/>
                      </a:moveTo>
                      <a:lnTo>
                        <a:pt x="0" y="242"/>
                      </a:lnTo>
                      <a:lnTo>
                        <a:pt x="0" y="86"/>
                      </a:lnTo>
                      <a:lnTo>
                        <a:pt x="147" y="0"/>
                      </a:lnTo>
                      <a:lnTo>
                        <a:pt x="147" y="159"/>
                      </a:lnTo>
                      <a:close/>
                    </a:path>
                  </a:pathLst>
                </a:custGeom>
                <a:solidFill>
                  <a:srgbClr val="1C64D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63" name="Freeform: Shape 262" descr="46741d42-41e1-4bb0-a1f3-f5051d0fba83"/>
                <p:cNvSpPr/>
                <p:nvPr/>
              </p:nvSpPr>
              <p:spPr bwMode="auto">
                <a:xfrm>
                  <a:off x="3556" y="2092"/>
                  <a:ext cx="295" cy="171"/>
                </a:xfrm>
                <a:custGeom>
                  <a:avLst/>
                  <a:gdLst>
                    <a:gd name="T0" fmla="*/ 147 w 295"/>
                    <a:gd name="T1" fmla="*/ 171 h 171"/>
                    <a:gd name="T2" fmla="*/ 0 w 295"/>
                    <a:gd name="T3" fmla="*/ 86 h 171"/>
                    <a:gd name="T4" fmla="*/ 147 w 295"/>
                    <a:gd name="T5" fmla="*/ 0 h 171"/>
                    <a:gd name="T6" fmla="*/ 295 w 295"/>
                    <a:gd name="T7" fmla="*/ 86 h 171"/>
                    <a:gd name="T8" fmla="*/ 147 w 295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71">
                      <a:moveTo>
                        <a:pt x="147" y="171"/>
                      </a:moveTo>
                      <a:lnTo>
                        <a:pt x="0" y="86"/>
                      </a:lnTo>
                      <a:lnTo>
                        <a:pt x="147" y="0"/>
                      </a:lnTo>
                      <a:lnTo>
                        <a:pt x="295" y="86"/>
                      </a:lnTo>
                      <a:lnTo>
                        <a:pt x="147" y="171"/>
                      </a:lnTo>
                      <a:close/>
                    </a:path>
                  </a:pathLst>
                </a:custGeom>
                <a:solidFill>
                  <a:srgbClr val="BCB5A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64" name="Freeform: Shape 263" descr="6a449713-ad1a-48d2-ac09-c8fface3b14a"/>
                <p:cNvSpPr/>
                <p:nvPr/>
              </p:nvSpPr>
              <p:spPr bwMode="auto">
                <a:xfrm>
                  <a:off x="3556" y="2178"/>
                  <a:ext cx="147" cy="245"/>
                </a:xfrm>
                <a:custGeom>
                  <a:avLst/>
                  <a:gdLst>
                    <a:gd name="T0" fmla="*/ 147 w 147"/>
                    <a:gd name="T1" fmla="*/ 245 h 245"/>
                    <a:gd name="T2" fmla="*/ 0 w 147"/>
                    <a:gd name="T3" fmla="*/ 159 h 245"/>
                    <a:gd name="T4" fmla="*/ 0 w 147"/>
                    <a:gd name="T5" fmla="*/ 0 h 245"/>
                    <a:gd name="T6" fmla="*/ 147 w 147"/>
                    <a:gd name="T7" fmla="*/ 85 h 245"/>
                    <a:gd name="T8" fmla="*/ 147 w 147"/>
                    <a:gd name="T9" fmla="*/ 245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245"/>
                      </a:moveTo>
                      <a:lnTo>
                        <a:pt x="0" y="159"/>
                      </a:lnTo>
                      <a:lnTo>
                        <a:pt x="0" y="0"/>
                      </a:lnTo>
                      <a:lnTo>
                        <a:pt x="147" y="85"/>
                      </a:lnTo>
                      <a:lnTo>
                        <a:pt x="147" y="245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65" name="Freeform: Shape 264" descr="7de3573b-2d27-48de-8b66-2c40a3e304f5"/>
                <p:cNvSpPr/>
                <p:nvPr/>
              </p:nvSpPr>
              <p:spPr bwMode="auto">
                <a:xfrm>
                  <a:off x="3703" y="2178"/>
                  <a:ext cx="148" cy="245"/>
                </a:xfrm>
                <a:custGeom>
                  <a:avLst/>
                  <a:gdLst>
                    <a:gd name="T0" fmla="*/ 148 w 148"/>
                    <a:gd name="T1" fmla="*/ 159 h 245"/>
                    <a:gd name="T2" fmla="*/ 0 w 148"/>
                    <a:gd name="T3" fmla="*/ 245 h 245"/>
                    <a:gd name="T4" fmla="*/ 0 w 148"/>
                    <a:gd name="T5" fmla="*/ 85 h 245"/>
                    <a:gd name="T6" fmla="*/ 148 w 148"/>
                    <a:gd name="T7" fmla="*/ 0 h 245"/>
                    <a:gd name="T8" fmla="*/ 148 w 148"/>
                    <a:gd name="T9" fmla="*/ 159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5">
                      <a:moveTo>
                        <a:pt x="148" y="159"/>
                      </a:moveTo>
                      <a:lnTo>
                        <a:pt x="0" y="245"/>
                      </a:lnTo>
                      <a:lnTo>
                        <a:pt x="0" y="85"/>
                      </a:lnTo>
                      <a:lnTo>
                        <a:pt x="148" y="0"/>
                      </a:lnTo>
                      <a:lnTo>
                        <a:pt x="148" y="159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66" name="Freeform: Shape 265" descr="c5ff04b9-cc9b-441a-a699-ff5f010f96af"/>
                <p:cNvSpPr/>
                <p:nvPr/>
              </p:nvSpPr>
              <p:spPr bwMode="auto">
                <a:xfrm>
                  <a:off x="3722" y="2190"/>
                  <a:ext cx="295" cy="168"/>
                </a:xfrm>
                <a:custGeom>
                  <a:avLst/>
                  <a:gdLst>
                    <a:gd name="T0" fmla="*/ 148 w 295"/>
                    <a:gd name="T1" fmla="*/ 168 h 168"/>
                    <a:gd name="T2" fmla="*/ 0 w 295"/>
                    <a:gd name="T3" fmla="*/ 83 h 168"/>
                    <a:gd name="T4" fmla="*/ 148 w 295"/>
                    <a:gd name="T5" fmla="*/ 0 h 168"/>
                    <a:gd name="T6" fmla="*/ 295 w 295"/>
                    <a:gd name="T7" fmla="*/ 83 h 168"/>
                    <a:gd name="T8" fmla="*/ 148 w 295"/>
                    <a:gd name="T9" fmla="*/ 168 h 1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68">
                      <a:moveTo>
                        <a:pt x="148" y="168"/>
                      </a:moveTo>
                      <a:lnTo>
                        <a:pt x="0" y="83"/>
                      </a:lnTo>
                      <a:lnTo>
                        <a:pt x="148" y="0"/>
                      </a:lnTo>
                      <a:lnTo>
                        <a:pt x="295" y="83"/>
                      </a:lnTo>
                      <a:lnTo>
                        <a:pt x="148" y="16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67" name="Freeform: Shape 266" descr="19e4de49-843f-41fe-8a9c-5759c435d161"/>
                <p:cNvSpPr/>
                <p:nvPr/>
              </p:nvSpPr>
              <p:spPr bwMode="auto">
                <a:xfrm>
                  <a:off x="3722" y="2273"/>
                  <a:ext cx="148" cy="245"/>
                </a:xfrm>
                <a:custGeom>
                  <a:avLst/>
                  <a:gdLst>
                    <a:gd name="T0" fmla="*/ 148 w 148"/>
                    <a:gd name="T1" fmla="*/ 245 h 245"/>
                    <a:gd name="T2" fmla="*/ 0 w 148"/>
                    <a:gd name="T3" fmla="*/ 159 h 245"/>
                    <a:gd name="T4" fmla="*/ 0 w 148"/>
                    <a:gd name="T5" fmla="*/ 0 h 245"/>
                    <a:gd name="T6" fmla="*/ 148 w 148"/>
                    <a:gd name="T7" fmla="*/ 85 h 245"/>
                    <a:gd name="T8" fmla="*/ 148 w 148"/>
                    <a:gd name="T9" fmla="*/ 245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5">
                      <a:moveTo>
                        <a:pt x="148" y="245"/>
                      </a:moveTo>
                      <a:lnTo>
                        <a:pt x="0" y="159"/>
                      </a:lnTo>
                      <a:lnTo>
                        <a:pt x="0" y="0"/>
                      </a:lnTo>
                      <a:lnTo>
                        <a:pt x="148" y="85"/>
                      </a:lnTo>
                      <a:lnTo>
                        <a:pt x="148" y="245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68" name="Freeform: Shape 267" descr="b8108a1f-fc15-43d1-9397-b3d327e1e615"/>
                <p:cNvSpPr/>
                <p:nvPr/>
              </p:nvSpPr>
              <p:spPr bwMode="auto">
                <a:xfrm>
                  <a:off x="3870" y="2273"/>
                  <a:ext cx="147" cy="245"/>
                </a:xfrm>
                <a:custGeom>
                  <a:avLst/>
                  <a:gdLst>
                    <a:gd name="T0" fmla="*/ 147 w 147"/>
                    <a:gd name="T1" fmla="*/ 159 h 245"/>
                    <a:gd name="T2" fmla="*/ 0 w 147"/>
                    <a:gd name="T3" fmla="*/ 245 h 245"/>
                    <a:gd name="T4" fmla="*/ 0 w 147"/>
                    <a:gd name="T5" fmla="*/ 85 h 245"/>
                    <a:gd name="T6" fmla="*/ 147 w 147"/>
                    <a:gd name="T7" fmla="*/ 0 h 245"/>
                    <a:gd name="T8" fmla="*/ 147 w 147"/>
                    <a:gd name="T9" fmla="*/ 159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159"/>
                      </a:moveTo>
                      <a:lnTo>
                        <a:pt x="0" y="245"/>
                      </a:lnTo>
                      <a:lnTo>
                        <a:pt x="0" y="85"/>
                      </a:lnTo>
                      <a:lnTo>
                        <a:pt x="147" y="0"/>
                      </a:lnTo>
                      <a:lnTo>
                        <a:pt x="147" y="159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69" name="Freeform: Shape 268" descr="0eb07fa0-4a7d-446c-b92c-67f82b34c6ca"/>
                <p:cNvSpPr/>
                <p:nvPr/>
              </p:nvSpPr>
              <p:spPr bwMode="auto">
                <a:xfrm>
                  <a:off x="3725" y="1432"/>
                  <a:ext cx="294" cy="171"/>
                </a:xfrm>
                <a:custGeom>
                  <a:avLst/>
                  <a:gdLst>
                    <a:gd name="T0" fmla="*/ 147 w 294"/>
                    <a:gd name="T1" fmla="*/ 171 h 171"/>
                    <a:gd name="T2" fmla="*/ 0 w 294"/>
                    <a:gd name="T3" fmla="*/ 85 h 171"/>
                    <a:gd name="T4" fmla="*/ 147 w 294"/>
                    <a:gd name="T5" fmla="*/ 0 h 171"/>
                    <a:gd name="T6" fmla="*/ 294 w 294"/>
                    <a:gd name="T7" fmla="*/ 85 h 171"/>
                    <a:gd name="T8" fmla="*/ 147 w 294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4" h="171">
                      <a:moveTo>
                        <a:pt x="147" y="171"/>
                      </a:moveTo>
                      <a:lnTo>
                        <a:pt x="0" y="85"/>
                      </a:lnTo>
                      <a:lnTo>
                        <a:pt x="147" y="0"/>
                      </a:lnTo>
                      <a:lnTo>
                        <a:pt x="294" y="85"/>
                      </a:lnTo>
                      <a:lnTo>
                        <a:pt x="147" y="17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70" name="Freeform: Shape 269" descr="4a54aa45-ac2e-4a54-af41-4c169cadb69d"/>
                <p:cNvSpPr/>
                <p:nvPr/>
              </p:nvSpPr>
              <p:spPr bwMode="auto">
                <a:xfrm>
                  <a:off x="3725" y="1517"/>
                  <a:ext cx="147" cy="245"/>
                </a:xfrm>
                <a:custGeom>
                  <a:avLst/>
                  <a:gdLst>
                    <a:gd name="T0" fmla="*/ 147 w 147"/>
                    <a:gd name="T1" fmla="*/ 245 h 245"/>
                    <a:gd name="T2" fmla="*/ 0 w 147"/>
                    <a:gd name="T3" fmla="*/ 159 h 245"/>
                    <a:gd name="T4" fmla="*/ 0 w 147"/>
                    <a:gd name="T5" fmla="*/ 0 h 245"/>
                    <a:gd name="T6" fmla="*/ 147 w 147"/>
                    <a:gd name="T7" fmla="*/ 86 h 245"/>
                    <a:gd name="T8" fmla="*/ 147 w 147"/>
                    <a:gd name="T9" fmla="*/ 245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245"/>
                      </a:moveTo>
                      <a:lnTo>
                        <a:pt x="0" y="159"/>
                      </a:lnTo>
                      <a:lnTo>
                        <a:pt x="0" y="0"/>
                      </a:lnTo>
                      <a:lnTo>
                        <a:pt x="147" y="86"/>
                      </a:lnTo>
                      <a:lnTo>
                        <a:pt x="147" y="245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71" name="Freeform: Shape 270" descr="a290f4a6-3d0a-40f2-8148-3b47c23762ed"/>
                <p:cNvSpPr/>
                <p:nvPr/>
              </p:nvSpPr>
              <p:spPr bwMode="auto">
                <a:xfrm>
                  <a:off x="3872" y="1517"/>
                  <a:ext cx="147" cy="245"/>
                </a:xfrm>
                <a:custGeom>
                  <a:avLst/>
                  <a:gdLst>
                    <a:gd name="T0" fmla="*/ 147 w 147"/>
                    <a:gd name="T1" fmla="*/ 159 h 245"/>
                    <a:gd name="T2" fmla="*/ 0 w 147"/>
                    <a:gd name="T3" fmla="*/ 245 h 245"/>
                    <a:gd name="T4" fmla="*/ 0 w 147"/>
                    <a:gd name="T5" fmla="*/ 86 h 245"/>
                    <a:gd name="T6" fmla="*/ 147 w 147"/>
                    <a:gd name="T7" fmla="*/ 0 h 245"/>
                    <a:gd name="T8" fmla="*/ 147 w 147"/>
                    <a:gd name="T9" fmla="*/ 159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159"/>
                      </a:moveTo>
                      <a:lnTo>
                        <a:pt x="0" y="245"/>
                      </a:lnTo>
                      <a:lnTo>
                        <a:pt x="0" y="86"/>
                      </a:lnTo>
                      <a:lnTo>
                        <a:pt x="147" y="0"/>
                      </a:lnTo>
                      <a:lnTo>
                        <a:pt x="147" y="159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72" name="Freeform: Shape 271" descr="d65809e7-8778-42c4-930e-745841e36450"/>
                <p:cNvSpPr/>
                <p:nvPr/>
              </p:nvSpPr>
              <p:spPr bwMode="auto">
                <a:xfrm>
                  <a:off x="3889" y="1529"/>
                  <a:ext cx="297" cy="169"/>
                </a:xfrm>
                <a:custGeom>
                  <a:avLst/>
                  <a:gdLst>
                    <a:gd name="T0" fmla="*/ 147 w 297"/>
                    <a:gd name="T1" fmla="*/ 169 h 169"/>
                    <a:gd name="T2" fmla="*/ 0 w 297"/>
                    <a:gd name="T3" fmla="*/ 83 h 169"/>
                    <a:gd name="T4" fmla="*/ 147 w 297"/>
                    <a:gd name="T5" fmla="*/ 0 h 169"/>
                    <a:gd name="T6" fmla="*/ 297 w 297"/>
                    <a:gd name="T7" fmla="*/ 83 h 169"/>
                    <a:gd name="T8" fmla="*/ 147 w 297"/>
                    <a:gd name="T9" fmla="*/ 169 h 1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7" h="169">
                      <a:moveTo>
                        <a:pt x="147" y="169"/>
                      </a:moveTo>
                      <a:lnTo>
                        <a:pt x="0" y="83"/>
                      </a:lnTo>
                      <a:lnTo>
                        <a:pt x="147" y="0"/>
                      </a:lnTo>
                      <a:lnTo>
                        <a:pt x="297" y="83"/>
                      </a:lnTo>
                      <a:lnTo>
                        <a:pt x="147" y="169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73" name="Freeform: Shape 272" descr="f9b936f5-0861-4515-9a4e-02b2a07594bc"/>
                <p:cNvSpPr/>
                <p:nvPr/>
              </p:nvSpPr>
              <p:spPr bwMode="auto">
                <a:xfrm>
                  <a:off x="3889" y="1612"/>
                  <a:ext cx="147" cy="245"/>
                </a:xfrm>
                <a:custGeom>
                  <a:avLst/>
                  <a:gdLst>
                    <a:gd name="T0" fmla="*/ 147 w 147"/>
                    <a:gd name="T1" fmla="*/ 245 h 245"/>
                    <a:gd name="T2" fmla="*/ 0 w 147"/>
                    <a:gd name="T3" fmla="*/ 160 h 245"/>
                    <a:gd name="T4" fmla="*/ 0 w 147"/>
                    <a:gd name="T5" fmla="*/ 0 h 245"/>
                    <a:gd name="T6" fmla="*/ 147 w 147"/>
                    <a:gd name="T7" fmla="*/ 86 h 245"/>
                    <a:gd name="T8" fmla="*/ 147 w 147"/>
                    <a:gd name="T9" fmla="*/ 245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245"/>
                      </a:moveTo>
                      <a:lnTo>
                        <a:pt x="0" y="160"/>
                      </a:lnTo>
                      <a:lnTo>
                        <a:pt x="0" y="0"/>
                      </a:lnTo>
                      <a:lnTo>
                        <a:pt x="147" y="86"/>
                      </a:lnTo>
                      <a:lnTo>
                        <a:pt x="147" y="245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74" name="Freeform: Shape 273" descr="c87438aa-0696-4b31-9e2d-3e23e15db3f1"/>
                <p:cNvSpPr/>
                <p:nvPr/>
              </p:nvSpPr>
              <p:spPr bwMode="auto">
                <a:xfrm>
                  <a:off x="4036" y="1612"/>
                  <a:ext cx="150" cy="245"/>
                </a:xfrm>
                <a:custGeom>
                  <a:avLst/>
                  <a:gdLst>
                    <a:gd name="T0" fmla="*/ 150 w 150"/>
                    <a:gd name="T1" fmla="*/ 160 h 245"/>
                    <a:gd name="T2" fmla="*/ 0 w 150"/>
                    <a:gd name="T3" fmla="*/ 245 h 245"/>
                    <a:gd name="T4" fmla="*/ 0 w 150"/>
                    <a:gd name="T5" fmla="*/ 86 h 245"/>
                    <a:gd name="T6" fmla="*/ 150 w 150"/>
                    <a:gd name="T7" fmla="*/ 0 h 245"/>
                    <a:gd name="T8" fmla="*/ 150 w 150"/>
                    <a:gd name="T9" fmla="*/ 160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50" h="245">
                      <a:moveTo>
                        <a:pt x="150" y="160"/>
                      </a:moveTo>
                      <a:lnTo>
                        <a:pt x="0" y="245"/>
                      </a:lnTo>
                      <a:lnTo>
                        <a:pt x="0" y="86"/>
                      </a:lnTo>
                      <a:lnTo>
                        <a:pt x="150" y="0"/>
                      </a:lnTo>
                      <a:lnTo>
                        <a:pt x="150" y="160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75" name="Freeform: Shape 274" descr="1ca278d6-1ddc-4f39-8b71-df3b9d8df057"/>
                <p:cNvSpPr/>
                <p:nvPr/>
              </p:nvSpPr>
              <p:spPr bwMode="auto">
                <a:xfrm>
                  <a:off x="4055" y="1624"/>
                  <a:ext cx="295" cy="171"/>
                </a:xfrm>
                <a:custGeom>
                  <a:avLst/>
                  <a:gdLst>
                    <a:gd name="T0" fmla="*/ 148 w 295"/>
                    <a:gd name="T1" fmla="*/ 171 h 171"/>
                    <a:gd name="T2" fmla="*/ 0 w 295"/>
                    <a:gd name="T3" fmla="*/ 86 h 171"/>
                    <a:gd name="T4" fmla="*/ 148 w 295"/>
                    <a:gd name="T5" fmla="*/ 0 h 171"/>
                    <a:gd name="T6" fmla="*/ 295 w 295"/>
                    <a:gd name="T7" fmla="*/ 86 h 171"/>
                    <a:gd name="T8" fmla="*/ 148 w 295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71">
                      <a:moveTo>
                        <a:pt x="148" y="171"/>
                      </a:moveTo>
                      <a:lnTo>
                        <a:pt x="0" y="86"/>
                      </a:lnTo>
                      <a:lnTo>
                        <a:pt x="148" y="0"/>
                      </a:lnTo>
                      <a:lnTo>
                        <a:pt x="295" y="86"/>
                      </a:lnTo>
                      <a:lnTo>
                        <a:pt x="148" y="17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76" name="Freeform: Shape 275" descr="ba944c15-7de6-492a-b712-d56a4b1898e4"/>
                <p:cNvSpPr/>
                <p:nvPr/>
              </p:nvSpPr>
              <p:spPr bwMode="auto">
                <a:xfrm>
                  <a:off x="4055" y="1710"/>
                  <a:ext cx="148" cy="242"/>
                </a:xfrm>
                <a:custGeom>
                  <a:avLst/>
                  <a:gdLst>
                    <a:gd name="T0" fmla="*/ 148 w 148"/>
                    <a:gd name="T1" fmla="*/ 242 h 242"/>
                    <a:gd name="T2" fmla="*/ 0 w 148"/>
                    <a:gd name="T3" fmla="*/ 159 h 242"/>
                    <a:gd name="T4" fmla="*/ 0 w 148"/>
                    <a:gd name="T5" fmla="*/ 0 h 242"/>
                    <a:gd name="T6" fmla="*/ 148 w 148"/>
                    <a:gd name="T7" fmla="*/ 85 h 242"/>
                    <a:gd name="T8" fmla="*/ 148 w 148"/>
                    <a:gd name="T9" fmla="*/ 242 h 2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1">
                      <a:moveTo>
                        <a:pt x="148" y="242"/>
                      </a:moveTo>
                      <a:lnTo>
                        <a:pt x="0" y="159"/>
                      </a:lnTo>
                      <a:lnTo>
                        <a:pt x="0" y="0"/>
                      </a:lnTo>
                      <a:lnTo>
                        <a:pt x="148" y="85"/>
                      </a:lnTo>
                      <a:lnTo>
                        <a:pt x="148" y="242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77" name="Freeform: Shape 276" descr="8156c688-1aae-4d62-84a6-dcf5fef29283"/>
                <p:cNvSpPr/>
                <p:nvPr/>
              </p:nvSpPr>
              <p:spPr bwMode="auto">
                <a:xfrm>
                  <a:off x="4203" y="1710"/>
                  <a:ext cx="147" cy="242"/>
                </a:xfrm>
                <a:custGeom>
                  <a:avLst/>
                  <a:gdLst>
                    <a:gd name="T0" fmla="*/ 147 w 147"/>
                    <a:gd name="T1" fmla="*/ 159 h 242"/>
                    <a:gd name="T2" fmla="*/ 0 w 147"/>
                    <a:gd name="T3" fmla="*/ 242 h 242"/>
                    <a:gd name="T4" fmla="*/ 0 w 147"/>
                    <a:gd name="T5" fmla="*/ 85 h 242"/>
                    <a:gd name="T6" fmla="*/ 147 w 147"/>
                    <a:gd name="T7" fmla="*/ 0 h 242"/>
                    <a:gd name="T8" fmla="*/ 147 w 147"/>
                    <a:gd name="T9" fmla="*/ 159 h 2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1">
                      <a:moveTo>
                        <a:pt x="147" y="159"/>
                      </a:moveTo>
                      <a:lnTo>
                        <a:pt x="0" y="242"/>
                      </a:lnTo>
                      <a:lnTo>
                        <a:pt x="0" y="85"/>
                      </a:lnTo>
                      <a:lnTo>
                        <a:pt x="147" y="0"/>
                      </a:lnTo>
                      <a:lnTo>
                        <a:pt x="147" y="159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78" name="Freeform: Shape 277" descr="6cf7c361-c2bc-4aad-b18f-cdda621018a3"/>
                <p:cNvSpPr/>
                <p:nvPr/>
              </p:nvSpPr>
              <p:spPr bwMode="auto">
                <a:xfrm>
                  <a:off x="4222" y="1460"/>
                  <a:ext cx="294" cy="171"/>
                </a:xfrm>
                <a:custGeom>
                  <a:avLst/>
                  <a:gdLst>
                    <a:gd name="T0" fmla="*/ 147 w 294"/>
                    <a:gd name="T1" fmla="*/ 171 h 171"/>
                    <a:gd name="T2" fmla="*/ 0 w 294"/>
                    <a:gd name="T3" fmla="*/ 86 h 171"/>
                    <a:gd name="T4" fmla="*/ 147 w 294"/>
                    <a:gd name="T5" fmla="*/ 0 h 171"/>
                    <a:gd name="T6" fmla="*/ 294 w 294"/>
                    <a:gd name="T7" fmla="*/ 86 h 171"/>
                    <a:gd name="T8" fmla="*/ 147 w 294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4" h="171">
                      <a:moveTo>
                        <a:pt x="147" y="171"/>
                      </a:moveTo>
                      <a:lnTo>
                        <a:pt x="0" y="86"/>
                      </a:lnTo>
                      <a:lnTo>
                        <a:pt x="147" y="0"/>
                      </a:lnTo>
                      <a:lnTo>
                        <a:pt x="294" y="86"/>
                      </a:lnTo>
                      <a:lnTo>
                        <a:pt x="147" y="171"/>
                      </a:lnTo>
                      <a:close/>
                    </a:path>
                  </a:pathLst>
                </a:custGeom>
                <a:solidFill>
                  <a:srgbClr val="2D83EE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79" name="Freeform: Shape 278" descr="06d6ce32-06ef-4608-8a4a-5a84f8d5e005"/>
                <p:cNvSpPr/>
                <p:nvPr/>
              </p:nvSpPr>
              <p:spPr bwMode="auto">
                <a:xfrm>
                  <a:off x="4222" y="1546"/>
                  <a:ext cx="147" cy="242"/>
                </a:xfrm>
                <a:custGeom>
                  <a:avLst/>
                  <a:gdLst>
                    <a:gd name="T0" fmla="*/ 147 w 147"/>
                    <a:gd name="T1" fmla="*/ 242 h 242"/>
                    <a:gd name="T2" fmla="*/ 0 w 147"/>
                    <a:gd name="T3" fmla="*/ 159 h 242"/>
                    <a:gd name="T4" fmla="*/ 0 w 147"/>
                    <a:gd name="T5" fmla="*/ 0 h 242"/>
                    <a:gd name="T6" fmla="*/ 147 w 147"/>
                    <a:gd name="T7" fmla="*/ 85 h 242"/>
                    <a:gd name="T8" fmla="*/ 147 w 147"/>
                    <a:gd name="T9" fmla="*/ 242 h 2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1">
                      <a:moveTo>
                        <a:pt x="147" y="242"/>
                      </a:moveTo>
                      <a:lnTo>
                        <a:pt x="0" y="159"/>
                      </a:lnTo>
                      <a:lnTo>
                        <a:pt x="0" y="0"/>
                      </a:lnTo>
                      <a:lnTo>
                        <a:pt x="147" y="85"/>
                      </a:lnTo>
                      <a:lnTo>
                        <a:pt x="147" y="242"/>
                      </a:lnTo>
                      <a:close/>
                    </a:path>
                  </a:pathLst>
                </a:custGeom>
                <a:solidFill>
                  <a:srgbClr val="0647A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80" name="Freeform: Shape 279" descr="9ce6503c-197f-47bf-8dc2-74b1b410583b"/>
                <p:cNvSpPr/>
                <p:nvPr/>
              </p:nvSpPr>
              <p:spPr bwMode="auto">
                <a:xfrm>
                  <a:off x="4369" y="1546"/>
                  <a:ext cx="147" cy="242"/>
                </a:xfrm>
                <a:custGeom>
                  <a:avLst/>
                  <a:gdLst>
                    <a:gd name="T0" fmla="*/ 147 w 147"/>
                    <a:gd name="T1" fmla="*/ 159 h 242"/>
                    <a:gd name="T2" fmla="*/ 0 w 147"/>
                    <a:gd name="T3" fmla="*/ 242 h 242"/>
                    <a:gd name="T4" fmla="*/ 0 w 147"/>
                    <a:gd name="T5" fmla="*/ 85 h 242"/>
                    <a:gd name="T6" fmla="*/ 147 w 147"/>
                    <a:gd name="T7" fmla="*/ 0 h 242"/>
                    <a:gd name="T8" fmla="*/ 147 w 147"/>
                    <a:gd name="T9" fmla="*/ 159 h 2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1">
                      <a:moveTo>
                        <a:pt x="147" y="159"/>
                      </a:moveTo>
                      <a:lnTo>
                        <a:pt x="0" y="242"/>
                      </a:lnTo>
                      <a:lnTo>
                        <a:pt x="0" y="85"/>
                      </a:lnTo>
                      <a:lnTo>
                        <a:pt x="147" y="0"/>
                      </a:lnTo>
                      <a:lnTo>
                        <a:pt x="147" y="159"/>
                      </a:lnTo>
                      <a:close/>
                    </a:path>
                  </a:pathLst>
                </a:custGeom>
                <a:solidFill>
                  <a:srgbClr val="1C64D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81" name="Freeform: Shape 280" descr="22a0257f-c4d2-4f58-a63d-33f450ddc7a2"/>
                <p:cNvSpPr/>
                <p:nvPr/>
              </p:nvSpPr>
              <p:spPr bwMode="auto">
                <a:xfrm>
                  <a:off x="3163" y="1301"/>
                  <a:ext cx="295" cy="171"/>
                </a:xfrm>
                <a:custGeom>
                  <a:avLst/>
                  <a:gdLst>
                    <a:gd name="T0" fmla="*/ 148 w 295"/>
                    <a:gd name="T1" fmla="*/ 171 h 171"/>
                    <a:gd name="T2" fmla="*/ 0 w 295"/>
                    <a:gd name="T3" fmla="*/ 86 h 171"/>
                    <a:gd name="T4" fmla="*/ 148 w 295"/>
                    <a:gd name="T5" fmla="*/ 0 h 171"/>
                    <a:gd name="T6" fmla="*/ 295 w 295"/>
                    <a:gd name="T7" fmla="*/ 86 h 171"/>
                    <a:gd name="T8" fmla="*/ 148 w 295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71">
                      <a:moveTo>
                        <a:pt x="148" y="171"/>
                      </a:moveTo>
                      <a:lnTo>
                        <a:pt x="0" y="86"/>
                      </a:lnTo>
                      <a:lnTo>
                        <a:pt x="148" y="0"/>
                      </a:lnTo>
                      <a:lnTo>
                        <a:pt x="295" y="86"/>
                      </a:lnTo>
                      <a:lnTo>
                        <a:pt x="148" y="171"/>
                      </a:lnTo>
                      <a:close/>
                    </a:path>
                  </a:pathLst>
                </a:custGeom>
                <a:solidFill>
                  <a:srgbClr val="2D83EE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82" name="Freeform: Shape 281" descr="40f098a9-1882-4a54-8c65-0882c2a47d1b"/>
                <p:cNvSpPr/>
                <p:nvPr/>
              </p:nvSpPr>
              <p:spPr bwMode="auto">
                <a:xfrm>
                  <a:off x="3163" y="1387"/>
                  <a:ext cx="148" cy="244"/>
                </a:xfrm>
                <a:custGeom>
                  <a:avLst/>
                  <a:gdLst>
                    <a:gd name="T0" fmla="*/ 148 w 148"/>
                    <a:gd name="T1" fmla="*/ 244 h 244"/>
                    <a:gd name="T2" fmla="*/ 0 w 148"/>
                    <a:gd name="T3" fmla="*/ 159 h 244"/>
                    <a:gd name="T4" fmla="*/ 0 w 148"/>
                    <a:gd name="T5" fmla="*/ 0 h 244"/>
                    <a:gd name="T6" fmla="*/ 148 w 148"/>
                    <a:gd name="T7" fmla="*/ 85 h 244"/>
                    <a:gd name="T8" fmla="*/ 148 w 148"/>
                    <a:gd name="T9" fmla="*/ 244 h 2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4">
                      <a:moveTo>
                        <a:pt x="148" y="244"/>
                      </a:moveTo>
                      <a:lnTo>
                        <a:pt x="0" y="159"/>
                      </a:lnTo>
                      <a:lnTo>
                        <a:pt x="0" y="0"/>
                      </a:lnTo>
                      <a:lnTo>
                        <a:pt x="148" y="85"/>
                      </a:lnTo>
                      <a:lnTo>
                        <a:pt x="148" y="244"/>
                      </a:lnTo>
                      <a:close/>
                    </a:path>
                  </a:pathLst>
                </a:custGeom>
                <a:solidFill>
                  <a:srgbClr val="0647A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83" name="Freeform: Shape 282" descr="5181851d-2404-4419-a8db-46fb67b1f0f7"/>
                <p:cNvSpPr/>
                <p:nvPr/>
              </p:nvSpPr>
              <p:spPr bwMode="auto">
                <a:xfrm>
                  <a:off x="3311" y="1387"/>
                  <a:ext cx="147" cy="244"/>
                </a:xfrm>
                <a:custGeom>
                  <a:avLst/>
                  <a:gdLst>
                    <a:gd name="T0" fmla="*/ 147 w 147"/>
                    <a:gd name="T1" fmla="*/ 159 h 244"/>
                    <a:gd name="T2" fmla="*/ 0 w 147"/>
                    <a:gd name="T3" fmla="*/ 244 h 244"/>
                    <a:gd name="T4" fmla="*/ 0 w 147"/>
                    <a:gd name="T5" fmla="*/ 85 h 244"/>
                    <a:gd name="T6" fmla="*/ 147 w 147"/>
                    <a:gd name="T7" fmla="*/ 0 h 244"/>
                    <a:gd name="T8" fmla="*/ 147 w 147"/>
                    <a:gd name="T9" fmla="*/ 159 h 2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4">
                      <a:moveTo>
                        <a:pt x="147" y="159"/>
                      </a:moveTo>
                      <a:lnTo>
                        <a:pt x="0" y="244"/>
                      </a:lnTo>
                      <a:lnTo>
                        <a:pt x="0" y="85"/>
                      </a:lnTo>
                      <a:lnTo>
                        <a:pt x="147" y="0"/>
                      </a:lnTo>
                      <a:lnTo>
                        <a:pt x="147" y="159"/>
                      </a:lnTo>
                      <a:close/>
                    </a:path>
                  </a:pathLst>
                </a:custGeom>
                <a:solidFill>
                  <a:srgbClr val="1C64D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84" name="Freeform: Shape 283" descr="c58d422a-47aa-4c27-b2cc-96b2e10b6694"/>
                <p:cNvSpPr/>
                <p:nvPr/>
              </p:nvSpPr>
              <p:spPr bwMode="auto">
                <a:xfrm>
                  <a:off x="3722" y="1624"/>
                  <a:ext cx="295" cy="171"/>
                </a:xfrm>
                <a:custGeom>
                  <a:avLst/>
                  <a:gdLst>
                    <a:gd name="T0" fmla="*/ 148 w 295"/>
                    <a:gd name="T1" fmla="*/ 171 h 171"/>
                    <a:gd name="T2" fmla="*/ 0 w 295"/>
                    <a:gd name="T3" fmla="*/ 86 h 171"/>
                    <a:gd name="T4" fmla="*/ 148 w 295"/>
                    <a:gd name="T5" fmla="*/ 0 h 171"/>
                    <a:gd name="T6" fmla="*/ 295 w 295"/>
                    <a:gd name="T7" fmla="*/ 86 h 171"/>
                    <a:gd name="T8" fmla="*/ 148 w 295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71">
                      <a:moveTo>
                        <a:pt x="148" y="171"/>
                      </a:moveTo>
                      <a:lnTo>
                        <a:pt x="0" y="86"/>
                      </a:lnTo>
                      <a:lnTo>
                        <a:pt x="148" y="0"/>
                      </a:lnTo>
                      <a:lnTo>
                        <a:pt x="295" y="86"/>
                      </a:lnTo>
                      <a:lnTo>
                        <a:pt x="148" y="17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85" name="Freeform: Shape 284" descr="4a7938ef-ec37-4b55-ac7d-6f05bcd26dfb"/>
                <p:cNvSpPr/>
                <p:nvPr/>
              </p:nvSpPr>
              <p:spPr bwMode="auto">
                <a:xfrm>
                  <a:off x="3722" y="1710"/>
                  <a:ext cx="148" cy="244"/>
                </a:xfrm>
                <a:custGeom>
                  <a:avLst/>
                  <a:gdLst>
                    <a:gd name="T0" fmla="*/ 148 w 148"/>
                    <a:gd name="T1" fmla="*/ 244 h 244"/>
                    <a:gd name="T2" fmla="*/ 0 w 148"/>
                    <a:gd name="T3" fmla="*/ 159 h 244"/>
                    <a:gd name="T4" fmla="*/ 0 w 148"/>
                    <a:gd name="T5" fmla="*/ 0 h 244"/>
                    <a:gd name="T6" fmla="*/ 148 w 148"/>
                    <a:gd name="T7" fmla="*/ 85 h 244"/>
                    <a:gd name="T8" fmla="*/ 148 w 148"/>
                    <a:gd name="T9" fmla="*/ 244 h 2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4">
                      <a:moveTo>
                        <a:pt x="148" y="244"/>
                      </a:moveTo>
                      <a:lnTo>
                        <a:pt x="0" y="159"/>
                      </a:lnTo>
                      <a:lnTo>
                        <a:pt x="0" y="0"/>
                      </a:lnTo>
                      <a:lnTo>
                        <a:pt x="148" y="85"/>
                      </a:lnTo>
                      <a:lnTo>
                        <a:pt x="148" y="244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86" name="Freeform: Shape 285" descr="7dd2c19f-60dc-494d-a5eb-805f0d45c797"/>
                <p:cNvSpPr/>
                <p:nvPr/>
              </p:nvSpPr>
              <p:spPr bwMode="auto">
                <a:xfrm>
                  <a:off x="3870" y="1710"/>
                  <a:ext cx="147" cy="244"/>
                </a:xfrm>
                <a:custGeom>
                  <a:avLst/>
                  <a:gdLst>
                    <a:gd name="T0" fmla="*/ 147 w 147"/>
                    <a:gd name="T1" fmla="*/ 159 h 244"/>
                    <a:gd name="T2" fmla="*/ 0 w 147"/>
                    <a:gd name="T3" fmla="*/ 244 h 244"/>
                    <a:gd name="T4" fmla="*/ 0 w 147"/>
                    <a:gd name="T5" fmla="*/ 85 h 244"/>
                    <a:gd name="T6" fmla="*/ 147 w 147"/>
                    <a:gd name="T7" fmla="*/ 0 h 244"/>
                    <a:gd name="T8" fmla="*/ 147 w 147"/>
                    <a:gd name="T9" fmla="*/ 159 h 2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4">
                      <a:moveTo>
                        <a:pt x="147" y="159"/>
                      </a:moveTo>
                      <a:lnTo>
                        <a:pt x="0" y="244"/>
                      </a:lnTo>
                      <a:lnTo>
                        <a:pt x="0" y="85"/>
                      </a:lnTo>
                      <a:lnTo>
                        <a:pt x="147" y="0"/>
                      </a:lnTo>
                      <a:lnTo>
                        <a:pt x="147" y="159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87" name="Freeform: Shape 286" descr="72c4fc79-ea42-48f2-b30e-2be230efd08f"/>
                <p:cNvSpPr/>
                <p:nvPr/>
              </p:nvSpPr>
              <p:spPr bwMode="auto">
                <a:xfrm>
                  <a:off x="3889" y="1719"/>
                  <a:ext cx="295" cy="171"/>
                </a:xfrm>
                <a:custGeom>
                  <a:avLst/>
                  <a:gdLst>
                    <a:gd name="T0" fmla="*/ 147 w 295"/>
                    <a:gd name="T1" fmla="*/ 171 h 171"/>
                    <a:gd name="T2" fmla="*/ 0 w 295"/>
                    <a:gd name="T3" fmla="*/ 86 h 171"/>
                    <a:gd name="T4" fmla="*/ 147 w 295"/>
                    <a:gd name="T5" fmla="*/ 0 h 171"/>
                    <a:gd name="T6" fmla="*/ 295 w 295"/>
                    <a:gd name="T7" fmla="*/ 86 h 171"/>
                    <a:gd name="T8" fmla="*/ 147 w 295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71">
                      <a:moveTo>
                        <a:pt x="147" y="171"/>
                      </a:moveTo>
                      <a:lnTo>
                        <a:pt x="0" y="86"/>
                      </a:lnTo>
                      <a:lnTo>
                        <a:pt x="147" y="0"/>
                      </a:lnTo>
                      <a:lnTo>
                        <a:pt x="295" y="86"/>
                      </a:lnTo>
                      <a:lnTo>
                        <a:pt x="147" y="17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88" name="Freeform: Shape 287" descr="2d9f72a9-0986-4113-8cb9-37ec62685764"/>
                <p:cNvSpPr/>
                <p:nvPr/>
              </p:nvSpPr>
              <p:spPr bwMode="auto">
                <a:xfrm>
                  <a:off x="3889" y="1805"/>
                  <a:ext cx="147" cy="245"/>
                </a:xfrm>
                <a:custGeom>
                  <a:avLst/>
                  <a:gdLst>
                    <a:gd name="T0" fmla="*/ 147 w 147"/>
                    <a:gd name="T1" fmla="*/ 245 h 245"/>
                    <a:gd name="T2" fmla="*/ 0 w 147"/>
                    <a:gd name="T3" fmla="*/ 159 h 245"/>
                    <a:gd name="T4" fmla="*/ 0 w 147"/>
                    <a:gd name="T5" fmla="*/ 0 h 245"/>
                    <a:gd name="T6" fmla="*/ 147 w 147"/>
                    <a:gd name="T7" fmla="*/ 85 h 245"/>
                    <a:gd name="T8" fmla="*/ 147 w 147"/>
                    <a:gd name="T9" fmla="*/ 245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245"/>
                      </a:moveTo>
                      <a:lnTo>
                        <a:pt x="0" y="159"/>
                      </a:lnTo>
                      <a:lnTo>
                        <a:pt x="0" y="0"/>
                      </a:lnTo>
                      <a:lnTo>
                        <a:pt x="147" y="85"/>
                      </a:lnTo>
                      <a:lnTo>
                        <a:pt x="147" y="245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89" name="Freeform: Shape 288" descr="33ab5981-c5d7-4614-98bd-0ab9a55b4e63"/>
                <p:cNvSpPr/>
                <p:nvPr/>
              </p:nvSpPr>
              <p:spPr bwMode="auto">
                <a:xfrm>
                  <a:off x="4036" y="1805"/>
                  <a:ext cx="148" cy="245"/>
                </a:xfrm>
                <a:custGeom>
                  <a:avLst/>
                  <a:gdLst>
                    <a:gd name="T0" fmla="*/ 148 w 148"/>
                    <a:gd name="T1" fmla="*/ 159 h 245"/>
                    <a:gd name="T2" fmla="*/ 0 w 148"/>
                    <a:gd name="T3" fmla="*/ 245 h 245"/>
                    <a:gd name="T4" fmla="*/ 0 w 148"/>
                    <a:gd name="T5" fmla="*/ 85 h 245"/>
                    <a:gd name="T6" fmla="*/ 148 w 148"/>
                    <a:gd name="T7" fmla="*/ 0 h 245"/>
                    <a:gd name="T8" fmla="*/ 148 w 148"/>
                    <a:gd name="T9" fmla="*/ 159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5">
                      <a:moveTo>
                        <a:pt x="148" y="159"/>
                      </a:moveTo>
                      <a:lnTo>
                        <a:pt x="0" y="245"/>
                      </a:lnTo>
                      <a:lnTo>
                        <a:pt x="0" y="85"/>
                      </a:lnTo>
                      <a:lnTo>
                        <a:pt x="148" y="0"/>
                      </a:lnTo>
                      <a:lnTo>
                        <a:pt x="148" y="159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90" name="Freeform: Shape 289" descr="027838e9-8606-4ad7-aaf0-2d208785f84f"/>
                <p:cNvSpPr/>
                <p:nvPr/>
              </p:nvSpPr>
              <p:spPr bwMode="auto">
                <a:xfrm>
                  <a:off x="4055" y="1817"/>
                  <a:ext cx="295" cy="168"/>
                </a:xfrm>
                <a:custGeom>
                  <a:avLst/>
                  <a:gdLst>
                    <a:gd name="T0" fmla="*/ 148 w 295"/>
                    <a:gd name="T1" fmla="*/ 168 h 168"/>
                    <a:gd name="T2" fmla="*/ 0 w 295"/>
                    <a:gd name="T3" fmla="*/ 85 h 168"/>
                    <a:gd name="T4" fmla="*/ 148 w 295"/>
                    <a:gd name="T5" fmla="*/ 0 h 168"/>
                    <a:gd name="T6" fmla="*/ 295 w 295"/>
                    <a:gd name="T7" fmla="*/ 85 h 168"/>
                    <a:gd name="T8" fmla="*/ 148 w 295"/>
                    <a:gd name="T9" fmla="*/ 168 h 1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68">
                      <a:moveTo>
                        <a:pt x="148" y="168"/>
                      </a:moveTo>
                      <a:lnTo>
                        <a:pt x="0" y="85"/>
                      </a:lnTo>
                      <a:lnTo>
                        <a:pt x="148" y="0"/>
                      </a:lnTo>
                      <a:lnTo>
                        <a:pt x="295" y="85"/>
                      </a:lnTo>
                      <a:lnTo>
                        <a:pt x="148" y="16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91" name="Freeform: Shape 290" descr="ecf5fe87-9e53-4446-9df0-7237afe79e5e"/>
                <p:cNvSpPr/>
                <p:nvPr/>
              </p:nvSpPr>
              <p:spPr bwMode="auto">
                <a:xfrm>
                  <a:off x="4055" y="1902"/>
                  <a:ext cx="148" cy="243"/>
                </a:xfrm>
                <a:custGeom>
                  <a:avLst/>
                  <a:gdLst>
                    <a:gd name="T0" fmla="*/ 148 w 148"/>
                    <a:gd name="T1" fmla="*/ 243 h 243"/>
                    <a:gd name="T2" fmla="*/ 0 w 148"/>
                    <a:gd name="T3" fmla="*/ 157 h 243"/>
                    <a:gd name="T4" fmla="*/ 0 w 148"/>
                    <a:gd name="T5" fmla="*/ 0 h 243"/>
                    <a:gd name="T6" fmla="*/ 148 w 148"/>
                    <a:gd name="T7" fmla="*/ 83 h 243"/>
                    <a:gd name="T8" fmla="*/ 148 w 148"/>
                    <a:gd name="T9" fmla="*/ 243 h 2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3">
                      <a:moveTo>
                        <a:pt x="148" y="243"/>
                      </a:moveTo>
                      <a:lnTo>
                        <a:pt x="0" y="157"/>
                      </a:lnTo>
                      <a:lnTo>
                        <a:pt x="0" y="0"/>
                      </a:lnTo>
                      <a:lnTo>
                        <a:pt x="148" y="83"/>
                      </a:lnTo>
                      <a:lnTo>
                        <a:pt x="148" y="243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92" name="Freeform: Shape 291" descr="5a885416-f977-4f07-a2f2-c66e27e60f66"/>
                <p:cNvSpPr/>
                <p:nvPr/>
              </p:nvSpPr>
              <p:spPr bwMode="auto">
                <a:xfrm>
                  <a:off x="4203" y="1902"/>
                  <a:ext cx="147" cy="243"/>
                </a:xfrm>
                <a:custGeom>
                  <a:avLst/>
                  <a:gdLst>
                    <a:gd name="T0" fmla="*/ 147 w 147"/>
                    <a:gd name="T1" fmla="*/ 157 h 243"/>
                    <a:gd name="T2" fmla="*/ 0 w 147"/>
                    <a:gd name="T3" fmla="*/ 243 h 243"/>
                    <a:gd name="T4" fmla="*/ 0 w 147"/>
                    <a:gd name="T5" fmla="*/ 83 h 243"/>
                    <a:gd name="T6" fmla="*/ 147 w 147"/>
                    <a:gd name="T7" fmla="*/ 0 h 243"/>
                    <a:gd name="T8" fmla="*/ 147 w 147"/>
                    <a:gd name="T9" fmla="*/ 157 h 2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3">
                      <a:moveTo>
                        <a:pt x="147" y="157"/>
                      </a:moveTo>
                      <a:lnTo>
                        <a:pt x="0" y="243"/>
                      </a:lnTo>
                      <a:lnTo>
                        <a:pt x="0" y="83"/>
                      </a:lnTo>
                      <a:lnTo>
                        <a:pt x="147" y="0"/>
                      </a:lnTo>
                      <a:lnTo>
                        <a:pt x="147" y="157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93" name="Freeform: Shape 292" descr="5de0a92c-6a3a-45bc-8904-e0af35756afa"/>
                <p:cNvSpPr/>
                <p:nvPr/>
              </p:nvSpPr>
              <p:spPr bwMode="auto">
                <a:xfrm>
                  <a:off x="3228" y="1532"/>
                  <a:ext cx="295" cy="168"/>
                </a:xfrm>
                <a:custGeom>
                  <a:avLst/>
                  <a:gdLst>
                    <a:gd name="T0" fmla="*/ 147 w 295"/>
                    <a:gd name="T1" fmla="*/ 168 h 168"/>
                    <a:gd name="T2" fmla="*/ 0 w 295"/>
                    <a:gd name="T3" fmla="*/ 85 h 168"/>
                    <a:gd name="T4" fmla="*/ 147 w 295"/>
                    <a:gd name="T5" fmla="*/ 0 h 168"/>
                    <a:gd name="T6" fmla="*/ 295 w 295"/>
                    <a:gd name="T7" fmla="*/ 85 h 168"/>
                    <a:gd name="T8" fmla="*/ 147 w 295"/>
                    <a:gd name="T9" fmla="*/ 168 h 1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68">
                      <a:moveTo>
                        <a:pt x="147" y="168"/>
                      </a:moveTo>
                      <a:lnTo>
                        <a:pt x="0" y="85"/>
                      </a:lnTo>
                      <a:lnTo>
                        <a:pt x="147" y="0"/>
                      </a:lnTo>
                      <a:lnTo>
                        <a:pt x="295" y="85"/>
                      </a:lnTo>
                      <a:lnTo>
                        <a:pt x="147" y="168"/>
                      </a:lnTo>
                      <a:close/>
                    </a:path>
                  </a:pathLst>
                </a:custGeom>
                <a:solidFill>
                  <a:srgbClr val="2D83EE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94" name="Freeform: Shape 293" descr="861af76b-ec29-4e51-b587-7dbdff39d741"/>
                <p:cNvSpPr/>
                <p:nvPr/>
              </p:nvSpPr>
              <p:spPr bwMode="auto">
                <a:xfrm>
                  <a:off x="3228" y="1617"/>
                  <a:ext cx="147" cy="242"/>
                </a:xfrm>
                <a:custGeom>
                  <a:avLst/>
                  <a:gdLst>
                    <a:gd name="T0" fmla="*/ 147 w 147"/>
                    <a:gd name="T1" fmla="*/ 242 h 242"/>
                    <a:gd name="T2" fmla="*/ 0 w 147"/>
                    <a:gd name="T3" fmla="*/ 157 h 242"/>
                    <a:gd name="T4" fmla="*/ 0 w 147"/>
                    <a:gd name="T5" fmla="*/ 0 h 242"/>
                    <a:gd name="T6" fmla="*/ 147 w 147"/>
                    <a:gd name="T7" fmla="*/ 83 h 242"/>
                    <a:gd name="T8" fmla="*/ 147 w 147"/>
                    <a:gd name="T9" fmla="*/ 242 h 2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1">
                      <a:moveTo>
                        <a:pt x="147" y="242"/>
                      </a:moveTo>
                      <a:lnTo>
                        <a:pt x="0" y="157"/>
                      </a:lnTo>
                      <a:lnTo>
                        <a:pt x="0" y="0"/>
                      </a:lnTo>
                      <a:lnTo>
                        <a:pt x="147" y="83"/>
                      </a:lnTo>
                      <a:lnTo>
                        <a:pt x="147" y="242"/>
                      </a:lnTo>
                      <a:close/>
                    </a:path>
                  </a:pathLst>
                </a:custGeom>
                <a:solidFill>
                  <a:srgbClr val="0647A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95" name="Freeform: Shape 294" descr="cad1c6e3-9364-438b-aa1a-2d33047513d8"/>
                <p:cNvSpPr/>
                <p:nvPr/>
              </p:nvSpPr>
              <p:spPr bwMode="auto">
                <a:xfrm>
                  <a:off x="3375" y="1617"/>
                  <a:ext cx="148" cy="242"/>
                </a:xfrm>
                <a:custGeom>
                  <a:avLst/>
                  <a:gdLst>
                    <a:gd name="T0" fmla="*/ 148 w 148"/>
                    <a:gd name="T1" fmla="*/ 157 h 242"/>
                    <a:gd name="T2" fmla="*/ 0 w 148"/>
                    <a:gd name="T3" fmla="*/ 242 h 242"/>
                    <a:gd name="T4" fmla="*/ 0 w 148"/>
                    <a:gd name="T5" fmla="*/ 83 h 242"/>
                    <a:gd name="T6" fmla="*/ 148 w 148"/>
                    <a:gd name="T7" fmla="*/ 0 h 242"/>
                    <a:gd name="T8" fmla="*/ 148 w 148"/>
                    <a:gd name="T9" fmla="*/ 157 h 2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1">
                      <a:moveTo>
                        <a:pt x="148" y="157"/>
                      </a:moveTo>
                      <a:lnTo>
                        <a:pt x="0" y="242"/>
                      </a:lnTo>
                      <a:lnTo>
                        <a:pt x="0" y="83"/>
                      </a:lnTo>
                      <a:lnTo>
                        <a:pt x="148" y="0"/>
                      </a:lnTo>
                      <a:lnTo>
                        <a:pt x="148" y="157"/>
                      </a:lnTo>
                      <a:close/>
                    </a:path>
                  </a:pathLst>
                </a:custGeom>
                <a:solidFill>
                  <a:srgbClr val="1C64D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96" name="Freeform: Shape 295" descr="ecced19e-004b-4a56-882d-49be9483551b"/>
                <p:cNvSpPr/>
                <p:nvPr/>
              </p:nvSpPr>
              <p:spPr bwMode="auto">
                <a:xfrm>
                  <a:off x="3556" y="1722"/>
                  <a:ext cx="295" cy="168"/>
                </a:xfrm>
                <a:custGeom>
                  <a:avLst/>
                  <a:gdLst>
                    <a:gd name="T0" fmla="*/ 147 w 295"/>
                    <a:gd name="T1" fmla="*/ 168 h 168"/>
                    <a:gd name="T2" fmla="*/ 0 w 295"/>
                    <a:gd name="T3" fmla="*/ 83 h 168"/>
                    <a:gd name="T4" fmla="*/ 147 w 295"/>
                    <a:gd name="T5" fmla="*/ 0 h 168"/>
                    <a:gd name="T6" fmla="*/ 295 w 295"/>
                    <a:gd name="T7" fmla="*/ 83 h 168"/>
                    <a:gd name="T8" fmla="*/ 147 w 295"/>
                    <a:gd name="T9" fmla="*/ 168 h 1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68">
                      <a:moveTo>
                        <a:pt x="147" y="168"/>
                      </a:moveTo>
                      <a:lnTo>
                        <a:pt x="0" y="83"/>
                      </a:lnTo>
                      <a:lnTo>
                        <a:pt x="147" y="0"/>
                      </a:lnTo>
                      <a:lnTo>
                        <a:pt x="295" y="83"/>
                      </a:lnTo>
                      <a:lnTo>
                        <a:pt x="147" y="16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97" name="Freeform: Shape 296" descr="2f9a063f-3d20-4599-9654-57c40365d103"/>
                <p:cNvSpPr/>
                <p:nvPr/>
              </p:nvSpPr>
              <p:spPr bwMode="auto">
                <a:xfrm>
                  <a:off x="3556" y="1805"/>
                  <a:ext cx="147" cy="245"/>
                </a:xfrm>
                <a:custGeom>
                  <a:avLst/>
                  <a:gdLst>
                    <a:gd name="T0" fmla="*/ 147 w 147"/>
                    <a:gd name="T1" fmla="*/ 245 h 245"/>
                    <a:gd name="T2" fmla="*/ 0 w 147"/>
                    <a:gd name="T3" fmla="*/ 159 h 245"/>
                    <a:gd name="T4" fmla="*/ 0 w 147"/>
                    <a:gd name="T5" fmla="*/ 0 h 245"/>
                    <a:gd name="T6" fmla="*/ 147 w 147"/>
                    <a:gd name="T7" fmla="*/ 85 h 245"/>
                    <a:gd name="T8" fmla="*/ 147 w 147"/>
                    <a:gd name="T9" fmla="*/ 245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245"/>
                      </a:moveTo>
                      <a:lnTo>
                        <a:pt x="0" y="159"/>
                      </a:lnTo>
                      <a:lnTo>
                        <a:pt x="0" y="0"/>
                      </a:lnTo>
                      <a:lnTo>
                        <a:pt x="147" y="85"/>
                      </a:lnTo>
                      <a:lnTo>
                        <a:pt x="147" y="245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98" name="Freeform: Shape 297" descr="27fa695a-3e93-480b-a6c3-3df9c0f762de"/>
                <p:cNvSpPr/>
                <p:nvPr/>
              </p:nvSpPr>
              <p:spPr bwMode="auto">
                <a:xfrm>
                  <a:off x="3703" y="1805"/>
                  <a:ext cx="148" cy="245"/>
                </a:xfrm>
                <a:custGeom>
                  <a:avLst/>
                  <a:gdLst>
                    <a:gd name="T0" fmla="*/ 148 w 148"/>
                    <a:gd name="T1" fmla="*/ 159 h 245"/>
                    <a:gd name="T2" fmla="*/ 0 w 148"/>
                    <a:gd name="T3" fmla="*/ 245 h 245"/>
                    <a:gd name="T4" fmla="*/ 0 w 148"/>
                    <a:gd name="T5" fmla="*/ 85 h 245"/>
                    <a:gd name="T6" fmla="*/ 148 w 148"/>
                    <a:gd name="T7" fmla="*/ 0 h 245"/>
                    <a:gd name="T8" fmla="*/ 148 w 148"/>
                    <a:gd name="T9" fmla="*/ 159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5">
                      <a:moveTo>
                        <a:pt x="148" y="159"/>
                      </a:moveTo>
                      <a:lnTo>
                        <a:pt x="0" y="245"/>
                      </a:lnTo>
                      <a:lnTo>
                        <a:pt x="0" y="85"/>
                      </a:lnTo>
                      <a:lnTo>
                        <a:pt x="148" y="0"/>
                      </a:lnTo>
                      <a:lnTo>
                        <a:pt x="148" y="159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99" name="Freeform: Shape 298" descr="8f97e07b-70b4-4667-9e32-4bc7c63ddd9f"/>
                <p:cNvSpPr/>
                <p:nvPr/>
              </p:nvSpPr>
              <p:spPr bwMode="auto">
                <a:xfrm>
                  <a:off x="3722" y="1021"/>
                  <a:ext cx="295" cy="171"/>
                </a:xfrm>
                <a:custGeom>
                  <a:avLst/>
                  <a:gdLst>
                    <a:gd name="T0" fmla="*/ 148 w 295"/>
                    <a:gd name="T1" fmla="*/ 171 h 171"/>
                    <a:gd name="T2" fmla="*/ 0 w 295"/>
                    <a:gd name="T3" fmla="*/ 85 h 171"/>
                    <a:gd name="T4" fmla="*/ 148 w 295"/>
                    <a:gd name="T5" fmla="*/ 0 h 171"/>
                    <a:gd name="T6" fmla="*/ 295 w 295"/>
                    <a:gd name="T7" fmla="*/ 85 h 171"/>
                    <a:gd name="T8" fmla="*/ 148 w 295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71">
                      <a:moveTo>
                        <a:pt x="148" y="171"/>
                      </a:moveTo>
                      <a:lnTo>
                        <a:pt x="0" y="85"/>
                      </a:lnTo>
                      <a:lnTo>
                        <a:pt x="148" y="0"/>
                      </a:lnTo>
                      <a:lnTo>
                        <a:pt x="295" y="85"/>
                      </a:lnTo>
                      <a:lnTo>
                        <a:pt x="148" y="171"/>
                      </a:lnTo>
                      <a:close/>
                    </a:path>
                  </a:pathLst>
                </a:custGeom>
                <a:solidFill>
                  <a:srgbClr val="2D83EE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00" name="Freeform: Shape 299" descr="5c11c9e9-69b9-41b3-a2ce-0578a75cba22"/>
                <p:cNvSpPr/>
                <p:nvPr/>
              </p:nvSpPr>
              <p:spPr bwMode="auto">
                <a:xfrm>
                  <a:off x="3722" y="1106"/>
                  <a:ext cx="148" cy="243"/>
                </a:xfrm>
                <a:custGeom>
                  <a:avLst/>
                  <a:gdLst>
                    <a:gd name="T0" fmla="*/ 148 w 148"/>
                    <a:gd name="T1" fmla="*/ 243 h 243"/>
                    <a:gd name="T2" fmla="*/ 0 w 148"/>
                    <a:gd name="T3" fmla="*/ 159 h 243"/>
                    <a:gd name="T4" fmla="*/ 0 w 148"/>
                    <a:gd name="T5" fmla="*/ 0 h 243"/>
                    <a:gd name="T6" fmla="*/ 148 w 148"/>
                    <a:gd name="T7" fmla="*/ 86 h 243"/>
                    <a:gd name="T8" fmla="*/ 148 w 148"/>
                    <a:gd name="T9" fmla="*/ 243 h 2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3">
                      <a:moveTo>
                        <a:pt x="148" y="243"/>
                      </a:moveTo>
                      <a:lnTo>
                        <a:pt x="0" y="159"/>
                      </a:lnTo>
                      <a:lnTo>
                        <a:pt x="0" y="0"/>
                      </a:lnTo>
                      <a:lnTo>
                        <a:pt x="148" y="86"/>
                      </a:lnTo>
                      <a:lnTo>
                        <a:pt x="148" y="243"/>
                      </a:lnTo>
                      <a:close/>
                    </a:path>
                  </a:pathLst>
                </a:custGeom>
                <a:solidFill>
                  <a:srgbClr val="0647A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01" name="Freeform: Shape 300" descr="918661e6-b655-42d0-aea4-c86696032549"/>
                <p:cNvSpPr/>
                <p:nvPr/>
              </p:nvSpPr>
              <p:spPr bwMode="auto">
                <a:xfrm>
                  <a:off x="3870" y="1106"/>
                  <a:ext cx="147" cy="243"/>
                </a:xfrm>
                <a:custGeom>
                  <a:avLst/>
                  <a:gdLst>
                    <a:gd name="T0" fmla="*/ 147 w 147"/>
                    <a:gd name="T1" fmla="*/ 159 h 243"/>
                    <a:gd name="T2" fmla="*/ 0 w 147"/>
                    <a:gd name="T3" fmla="*/ 243 h 243"/>
                    <a:gd name="T4" fmla="*/ 0 w 147"/>
                    <a:gd name="T5" fmla="*/ 86 h 243"/>
                    <a:gd name="T6" fmla="*/ 147 w 147"/>
                    <a:gd name="T7" fmla="*/ 0 h 243"/>
                    <a:gd name="T8" fmla="*/ 147 w 147"/>
                    <a:gd name="T9" fmla="*/ 159 h 2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3">
                      <a:moveTo>
                        <a:pt x="147" y="159"/>
                      </a:moveTo>
                      <a:lnTo>
                        <a:pt x="0" y="243"/>
                      </a:lnTo>
                      <a:lnTo>
                        <a:pt x="0" y="86"/>
                      </a:lnTo>
                      <a:lnTo>
                        <a:pt x="147" y="0"/>
                      </a:lnTo>
                      <a:lnTo>
                        <a:pt x="147" y="159"/>
                      </a:lnTo>
                      <a:close/>
                    </a:path>
                  </a:pathLst>
                </a:custGeom>
                <a:solidFill>
                  <a:srgbClr val="1C64D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02" name="Freeform: Shape 301" descr="0808dfd4-fbba-4651-ba17-4590eb43a1a2"/>
                <p:cNvSpPr/>
                <p:nvPr/>
              </p:nvSpPr>
              <p:spPr bwMode="auto">
                <a:xfrm>
                  <a:off x="3889" y="1912"/>
                  <a:ext cx="295" cy="171"/>
                </a:xfrm>
                <a:custGeom>
                  <a:avLst/>
                  <a:gdLst>
                    <a:gd name="T0" fmla="*/ 147 w 295"/>
                    <a:gd name="T1" fmla="*/ 171 h 171"/>
                    <a:gd name="T2" fmla="*/ 0 w 295"/>
                    <a:gd name="T3" fmla="*/ 85 h 171"/>
                    <a:gd name="T4" fmla="*/ 147 w 295"/>
                    <a:gd name="T5" fmla="*/ 0 h 171"/>
                    <a:gd name="T6" fmla="*/ 295 w 295"/>
                    <a:gd name="T7" fmla="*/ 85 h 171"/>
                    <a:gd name="T8" fmla="*/ 147 w 295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71">
                      <a:moveTo>
                        <a:pt x="147" y="171"/>
                      </a:moveTo>
                      <a:lnTo>
                        <a:pt x="0" y="85"/>
                      </a:lnTo>
                      <a:lnTo>
                        <a:pt x="147" y="0"/>
                      </a:lnTo>
                      <a:lnTo>
                        <a:pt x="295" y="85"/>
                      </a:lnTo>
                      <a:lnTo>
                        <a:pt x="147" y="17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03" name="Freeform: Shape 302" descr="f4740f93-1354-4a19-af9f-bfdbb9e4f46a"/>
                <p:cNvSpPr/>
                <p:nvPr/>
              </p:nvSpPr>
              <p:spPr bwMode="auto">
                <a:xfrm>
                  <a:off x="3889" y="1997"/>
                  <a:ext cx="147" cy="245"/>
                </a:xfrm>
                <a:custGeom>
                  <a:avLst/>
                  <a:gdLst>
                    <a:gd name="T0" fmla="*/ 147 w 147"/>
                    <a:gd name="T1" fmla="*/ 245 h 245"/>
                    <a:gd name="T2" fmla="*/ 0 w 147"/>
                    <a:gd name="T3" fmla="*/ 159 h 245"/>
                    <a:gd name="T4" fmla="*/ 0 w 147"/>
                    <a:gd name="T5" fmla="*/ 0 h 245"/>
                    <a:gd name="T6" fmla="*/ 147 w 147"/>
                    <a:gd name="T7" fmla="*/ 86 h 245"/>
                    <a:gd name="T8" fmla="*/ 147 w 147"/>
                    <a:gd name="T9" fmla="*/ 245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245"/>
                      </a:moveTo>
                      <a:lnTo>
                        <a:pt x="0" y="159"/>
                      </a:lnTo>
                      <a:lnTo>
                        <a:pt x="0" y="0"/>
                      </a:lnTo>
                      <a:lnTo>
                        <a:pt x="147" y="86"/>
                      </a:lnTo>
                      <a:lnTo>
                        <a:pt x="147" y="245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04" name="Freeform: Shape 303" descr="704c8b94-89f2-43ba-92d9-9323737f6a56"/>
                <p:cNvSpPr/>
                <p:nvPr/>
              </p:nvSpPr>
              <p:spPr bwMode="auto">
                <a:xfrm>
                  <a:off x="4036" y="1997"/>
                  <a:ext cx="148" cy="245"/>
                </a:xfrm>
                <a:custGeom>
                  <a:avLst/>
                  <a:gdLst>
                    <a:gd name="T0" fmla="*/ 148 w 148"/>
                    <a:gd name="T1" fmla="*/ 159 h 245"/>
                    <a:gd name="T2" fmla="*/ 0 w 148"/>
                    <a:gd name="T3" fmla="*/ 245 h 245"/>
                    <a:gd name="T4" fmla="*/ 0 w 148"/>
                    <a:gd name="T5" fmla="*/ 86 h 245"/>
                    <a:gd name="T6" fmla="*/ 148 w 148"/>
                    <a:gd name="T7" fmla="*/ 0 h 245"/>
                    <a:gd name="T8" fmla="*/ 148 w 148"/>
                    <a:gd name="T9" fmla="*/ 159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5">
                      <a:moveTo>
                        <a:pt x="148" y="159"/>
                      </a:moveTo>
                      <a:lnTo>
                        <a:pt x="0" y="245"/>
                      </a:lnTo>
                      <a:lnTo>
                        <a:pt x="0" y="86"/>
                      </a:lnTo>
                      <a:lnTo>
                        <a:pt x="148" y="0"/>
                      </a:lnTo>
                      <a:lnTo>
                        <a:pt x="148" y="159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05" name="Freeform: Shape 304" descr="92c7359d-d7cc-4cfe-8bcb-3579152b32a1"/>
                <p:cNvSpPr/>
                <p:nvPr/>
              </p:nvSpPr>
              <p:spPr bwMode="auto">
                <a:xfrm>
                  <a:off x="3225" y="1722"/>
                  <a:ext cx="295" cy="168"/>
                </a:xfrm>
                <a:custGeom>
                  <a:avLst/>
                  <a:gdLst>
                    <a:gd name="T0" fmla="*/ 148 w 295"/>
                    <a:gd name="T1" fmla="*/ 168 h 168"/>
                    <a:gd name="T2" fmla="*/ 0 w 295"/>
                    <a:gd name="T3" fmla="*/ 83 h 168"/>
                    <a:gd name="T4" fmla="*/ 148 w 295"/>
                    <a:gd name="T5" fmla="*/ 0 h 168"/>
                    <a:gd name="T6" fmla="*/ 295 w 295"/>
                    <a:gd name="T7" fmla="*/ 83 h 168"/>
                    <a:gd name="T8" fmla="*/ 148 w 295"/>
                    <a:gd name="T9" fmla="*/ 168 h 1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68">
                      <a:moveTo>
                        <a:pt x="148" y="168"/>
                      </a:moveTo>
                      <a:lnTo>
                        <a:pt x="0" y="83"/>
                      </a:lnTo>
                      <a:lnTo>
                        <a:pt x="148" y="0"/>
                      </a:lnTo>
                      <a:lnTo>
                        <a:pt x="295" y="83"/>
                      </a:lnTo>
                      <a:lnTo>
                        <a:pt x="148" y="16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06" name="Freeform: Shape 305" descr="51851138-7696-4e1d-bb15-f3bae68451a7"/>
                <p:cNvSpPr/>
                <p:nvPr/>
              </p:nvSpPr>
              <p:spPr bwMode="auto">
                <a:xfrm>
                  <a:off x="3225" y="1805"/>
                  <a:ext cx="148" cy="245"/>
                </a:xfrm>
                <a:custGeom>
                  <a:avLst/>
                  <a:gdLst>
                    <a:gd name="T0" fmla="*/ 148 w 148"/>
                    <a:gd name="T1" fmla="*/ 245 h 245"/>
                    <a:gd name="T2" fmla="*/ 0 w 148"/>
                    <a:gd name="T3" fmla="*/ 159 h 245"/>
                    <a:gd name="T4" fmla="*/ 0 w 148"/>
                    <a:gd name="T5" fmla="*/ 0 h 245"/>
                    <a:gd name="T6" fmla="*/ 148 w 148"/>
                    <a:gd name="T7" fmla="*/ 85 h 245"/>
                    <a:gd name="T8" fmla="*/ 148 w 148"/>
                    <a:gd name="T9" fmla="*/ 245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8" h="245">
                      <a:moveTo>
                        <a:pt x="148" y="245"/>
                      </a:moveTo>
                      <a:lnTo>
                        <a:pt x="0" y="159"/>
                      </a:lnTo>
                      <a:lnTo>
                        <a:pt x="0" y="0"/>
                      </a:lnTo>
                      <a:lnTo>
                        <a:pt x="148" y="85"/>
                      </a:lnTo>
                      <a:lnTo>
                        <a:pt x="148" y="245"/>
                      </a:lnTo>
                      <a:close/>
                    </a:path>
                  </a:pathLst>
                </a:custGeom>
                <a:solidFill>
                  <a:srgbClr val="CCC7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07" name="Freeform: Shape 306" descr="117a1026-cca6-4740-931e-f77eadff3833"/>
                <p:cNvSpPr/>
                <p:nvPr/>
              </p:nvSpPr>
              <p:spPr bwMode="auto">
                <a:xfrm>
                  <a:off x="3373" y="1805"/>
                  <a:ext cx="147" cy="245"/>
                </a:xfrm>
                <a:custGeom>
                  <a:avLst/>
                  <a:gdLst>
                    <a:gd name="T0" fmla="*/ 147 w 147"/>
                    <a:gd name="T1" fmla="*/ 159 h 245"/>
                    <a:gd name="T2" fmla="*/ 0 w 147"/>
                    <a:gd name="T3" fmla="*/ 245 h 245"/>
                    <a:gd name="T4" fmla="*/ 0 w 147"/>
                    <a:gd name="T5" fmla="*/ 85 h 245"/>
                    <a:gd name="T6" fmla="*/ 147 w 147"/>
                    <a:gd name="T7" fmla="*/ 0 h 245"/>
                    <a:gd name="T8" fmla="*/ 147 w 147"/>
                    <a:gd name="T9" fmla="*/ 159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245">
                      <a:moveTo>
                        <a:pt x="147" y="159"/>
                      </a:moveTo>
                      <a:lnTo>
                        <a:pt x="0" y="245"/>
                      </a:lnTo>
                      <a:lnTo>
                        <a:pt x="0" y="85"/>
                      </a:lnTo>
                      <a:lnTo>
                        <a:pt x="147" y="0"/>
                      </a:lnTo>
                      <a:lnTo>
                        <a:pt x="147" y="159"/>
                      </a:lnTo>
                      <a:close/>
                    </a:path>
                  </a:pathLst>
                </a:custGeom>
                <a:solidFill>
                  <a:srgbClr val="E9E4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08" name="Freeform: Shape 307" descr="323ca22a-6101-4c7d-878a-fdb40b674728"/>
                <p:cNvSpPr/>
                <p:nvPr/>
              </p:nvSpPr>
              <p:spPr bwMode="auto">
                <a:xfrm>
                  <a:off x="3389" y="1817"/>
                  <a:ext cx="295" cy="171"/>
                </a:xfrm>
                <a:custGeom>
                  <a:avLst/>
                  <a:gdLst>
                    <a:gd name="T0" fmla="*/ 148 w 295"/>
                    <a:gd name="T1" fmla="*/ 171 h 171"/>
                    <a:gd name="T2" fmla="*/ 0 w 295"/>
                    <a:gd name="T3" fmla="*/ 85 h 171"/>
                    <a:gd name="T4" fmla="*/ 148 w 295"/>
                    <a:gd name="T5" fmla="*/ 0 h 171"/>
                    <a:gd name="T6" fmla="*/ 295 w 295"/>
                    <a:gd name="T7" fmla="*/ 85 h 171"/>
                    <a:gd name="T8" fmla="*/ 148 w 295"/>
                    <a:gd name="T9" fmla="*/ 171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5" h="171">
                      <a:moveTo>
                        <a:pt x="148" y="171"/>
                      </a:moveTo>
                      <a:lnTo>
                        <a:pt x="0" y="85"/>
                      </a:lnTo>
                      <a:lnTo>
                        <a:pt x="148" y="0"/>
                      </a:lnTo>
                      <a:lnTo>
                        <a:pt x="295" y="85"/>
                      </a:lnTo>
                      <a:lnTo>
                        <a:pt x="148" y="17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14" name="Freeform: Shape 13" descr="c1fd4c3d-d9db-4d2f-999b-43e6c5e8aa64"/>
              <p:cNvSpPr/>
              <p:nvPr/>
            </p:nvSpPr>
            <p:spPr bwMode="auto">
              <a:xfrm>
                <a:off x="5380041" y="3019406"/>
                <a:ext cx="234950" cy="385760"/>
              </a:xfrm>
              <a:custGeom>
                <a:avLst/>
                <a:gdLst>
                  <a:gd name="T0" fmla="*/ 148 w 148"/>
                  <a:gd name="T1" fmla="*/ 243 h 243"/>
                  <a:gd name="T2" fmla="*/ 0 w 148"/>
                  <a:gd name="T3" fmla="*/ 159 h 243"/>
                  <a:gd name="T4" fmla="*/ 0 w 148"/>
                  <a:gd name="T5" fmla="*/ 0 h 243"/>
                  <a:gd name="T6" fmla="*/ 148 w 148"/>
                  <a:gd name="T7" fmla="*/ 86 h 243"/>
                  <a:gd name="T8" fmla="*/ 148 w 148"/>
                  <a:gd name="T9" fmla="*/ 243 h 2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8" h="243">
                    <a:moveTo>
                      <a:pt x="148" y="243"/>
                    </a:moveTo>
                    <a:lnTo>
                      <a:pt x="0" y="159"/>
                    </a:lnTo>
                    <a:lnTo>
                      <a:pt x="0" y="0"/>
                    </a:lnTo>
                    <a:lnTo>
                      <a:pt x="148" y="86"/>
                    </a:lnTo>
                    <a:lnTo>
                      <a:pt x="148" y="243"/>
                    </a:lnTo>
                    <a:close/>
                  </a:path>
                </a:pathLst>
              </a:custGeom>
              <a:solidFill>
                <a:srgbClr val="CCC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5" name="Freeform: Shape 14" descr="2b4539ec-8e61-4cee-82af-5fa8f8072e8b"/>
              <p:cNvSpPr/>
              <p:nvPr/>
            </p:nvSpPr>
            <p:spPr bwMode="auto">
              <a:xfrm>
                <a:off x="5614991" y="3019406"/>
                <a:ext cx="233363" cy="385760"/>
              </a:xfrm>
              <a:custGeom>
                <a:avLst/>
                <a:gdLst>
                  <a:gd name="T0" fmla="*/ 147 w 147"/>
                  <a:gd name="T1" fmla="*/ 159 h 243"/>
                  <a:gd name="T2" fmla="*/ 0 w 147"/>
                  <a:gd name="T3" fmla="*/ 243 h 243"/>
                  <a:gd name="T4" fmla="*/ 0 w 147"/>
                  <a:gd name="T5" fmla="*/ 86 h 243"/>
                  <a:gd name="T6" fmla="*/ 147 w 147"/>
                  <a:gd name="T7" fmla="*/ 0 h 243"/>
                  <a:gd name="T8" fmla="*/ 147 w 147"/>
                  <a:gd name="T9" fmla="*/ 159 h 2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7" h="243">
                    <a:moveTo>
                      <a:pt x="147" y="159"/>
                    </a:moveTo>
                    <a:lnTo>
                      <a:pt x="0" y="243"/>
                    </a:lnTo>
                    <a:lnTo>
                      <a:pt x="0" y="86"/>
                    </a:lnTo>
                    <a:lnTo>
                      <a:pt x="147" y="0"/>
                    </a:lnTo>
                    <a:lnTo>
                      <a:pt x="147" y="159"/>
                    </a:lnTo>
                    <a:close/>
                  </a:path>
                </a:pathLst>
              </a:custGeom>
              <a:solidFill>
                <a:srgbClr val="E9E4D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6" name="Freeform: Shape 15" descr="45466282-4843-4c48-84a4-66447a08fc57"/>
              <p:cNvSpPr/>
              <p:nvPr/>
            </p:nvSpPr>
            <p:spPr bwMode="auto">
              <a:xfrm>
                <a:off x="5645154" y="3035280"/>
                <a:ext cx="468314" cy="271461"/>
              </a:xfrm>
              <a:custGeom>
                <a:avLst/>
                <a:gdLst>
                  <a:gd name="T0" fmla="*/ 147 w 295"/>
                  <a:gd name="T1" fmla="*/ 171 h 171"/>
                  <a:gd name="T2" fmla="*/ 0 w 295"/>
                  <a:gd name="T3" fmla="*/ 85 h 171"/>
                  <a:gd name="T4" fmla="*/ 147 w 295"/>
                  <a:gd name="T5" fmla="*/ 0 h 171"/>
                  <a:gd name="T6" fmla="*/ 295 w 295"/>
                  <a:gd name="T7" fmla="*/ 85 h 171"/>
                  <a:gd name="T8" fmla="*/ 147 w 295"/>
                  <a:gd name="T9" fmla="*/ 171 h 1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95" h="171">
                    <a:moveTo>
                      <a:pt x="147" y="171"/>
                    </a:moveTo>
                    <a:lnTo>
                      <a:pt x="0" y="85"/>
                    </a:lnTo>
                    <a:lnTo>
                      <a:pt x="147" y="0"/>
                    </a:lnTo>
                    <a:lnTo>
                      <a:pt x="295" y="85"/>
                    </a:lnTo>
                    <a:lnTo>
                      <a:pt x="147" y="17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7" name="Freeform: Shape 16" descr="1d529663-bf75-4c1c-9a3a-e549f162ffc0"/>
              <p:cNvSpPr/>
              <p:nvPr/>
            </p:nvSpPr>
            <p:spPr bwMode="auto">
              <a:xfrm>
                <a:off x="5645154" y="3170218"/>
                <a:ext cx="233363" cy="388935"/>
              </a:xfrm>
              <a:custGeom>
                <a:avLst/>
                <a:gdLst>
                  <a:gd name="T0" fmla="*/ 147 w 147"/>
                  <a:gd name="T1" fmla="*/ 245 h 245"/>
                  <a:gd name="T2" fmla="*/ 0 w 147"/>
                  <a:gd name="T3" fmla="*/ 159 h 245"/>
                  <a:gd name="T4" fmla="*/ 0 w 147"/>
                  <a:gd name="T5" fmla="*/ 0 h 245"/>
                  <a:gd name="T6" fmla="*/ 147 w 147"/>
                  <a:gd name="T7" fmla="*/ 86 h 245"/>
                  <a:gd name="T8" fmla="*/ 147 w 147"/>
                  <a:gd name="T9" fmla="*/ 245 h 2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7" h="245">
                    <a:moveTo>
                      <a:pt x="147" y="245"/>
                    </a:moveTo>
                    <a:lnTo>
                      <a:pt x="0" y="159"/>
                    </a:lnTo>
                    <a:lnTo>
                      <a:pt x="0" y="0"/>
                    </a:lnTo>
                    <a:lnTo>
                      <a:pt x="147" y="86"/>
                    </a:lnTo>
                    <a:lnTo>
                      <a:pt x="147" y="245"/>
                    </a:lnTo>
                    <a:close/>
                  </a:path>
                </a:pathLst>
              </a:custGeom>
              <a:solidFill>
                <a:srgbClr val="CCC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8" name="Freeform: Shape 17" descr="c080a7d3-3931-49f6-bfae-782a2b6a0471"/>
              <p:cNvSpPr/>
              <p:nvPr/>
            </p:nvSpPr>
            <p:spPr bwMode="auto">
              <a:xfrm>
                <a:off x="5878516" y="3170218"/>
                <a:ext cx="234950" cy="388935"/>
              </a:xfrm>
              <a:custGeom>
                <a:avLst/>
                <a:gdLst>
                  <a:gd name="T0" fmla="*/ 148 w 148"/>
                  <a:gd name="T1" fmla="*/ 159 h 245"/>
                  <a:gd name="T2" fmla="*/ 0 w 148"/>
                  <a:gd name="T3" fmla="*/ 245 h 245"/>
                  <a:gd name="T4" fmla="*/ 0 w 148"/>
                  <a:gd name="T5" fmla="*/ 86 h 245"/>
                  <a:gd name="T6" fmla="*/ 148 w 148"/>
                  <a:gd name="T7" fmla="*/ 0 h 245"/>
                  <a:gd name="T8" fmla="*/ 148 w 148"/>
                  <a:gd name="T9" fmla="*/ 159 h 2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8" h="245">
                    <a:moveTo>
                      <a:pt x="148" y="159"/>
                    </a:moveTo>
                    <a:lnTo>
                      <a:pt x="0" y="245"/>
                    </a:lnTo>
                    <a:lnTo>
                      <a:pt x="0" y="86"/>
                    </a:lnTo>
                    <a:lnTo>
                      <a:pt x="148" y="0"/>
                    </a:lnTo>
                    <a:lnTo>
                      <a:pt x="148" y="159"/>
                    </a:lnTo>
                    <a:close/>
                  </a:path>
                </a:pathLst>
              </a:custGeom>
              <a:solidFill>
                <a:srgbClr val="E9E4D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9" name="Freeform: Shape 18" descr="22ad585f-8e66-463b-bf39-1271b7bd2d48"/>
              <p:cNvSpPr/>
              <p:nvPr/>
            </p:nvSpPr>
            <p:spPr bwMode="auto">
              <a:xfrm>
                <a:off x="5908679" y="3189267"/>
                <a:ext cx="468314" cy="268286"/>
              </a:xfrm>
              <a:custGeom>
                <a:avLst/>
                <a:gdLst>
                  <a:gd name="T0" fmla="*/ 148 w 295"/>
                  <a:gd name="T1" fmla="*/ 169 h 169"/>
                  <a:gd name="T2" fmla="*/ 0 w 295"/>
                  <a:gd name="T3" fmla="*/ 83 h 169"/>
                  <a:gd name="T4" fmla="*/ 148 w 295"/>
                  <a:gd name="T5" fmla="*/ 0 h 169"/>
                  <a:gd name="T6" fmla="*/ 295 w 295"/>
                  <a:gd name="T7" fmla="*/ 83 h 169"/>
                  <a:gd name="T8" fmla="*/ 148 w 295"/>
                  <a:gd name="T9" fmla="*/ 169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95" h="169">
                    <a:moveTo>
                      <a:pt x="148" y="169"/>
                    </a:moveTo>
                    <a:lnTo>
                      <a:pt x="0" y="83"/>
                    </a:lnTo>
                    <a:lnTo>
                      <a:pt x="148" y="0"/>
                    </a:lnTo>
                    <a:lnTo>
                      <a:pt x="295" y="83"/>
                    </a:lnTo>
                    <a:lnTo>
                      <a:pt x="148" y="16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0" name="Freeform: Shape 19" descr="3feba4b4-6f33-43f6-ae0d-77666bf114f8"/>
              <p:cNvSpPr/>
              <p:nvPr/>
            </p:nvSpPr>
            <p:spPr bwMode="auto">
              <a:xfrm>
                <a:off x="5908679" y="3321029"/>
                <a:ext cx="234950" cy="388935"/>
              </a:xfrm>
              <a:custGeom>
                <a:avLst/>
                <a:gdLst>
                  <a:gd name="T0" fmla="*/ 148 w 148"/>
                  <a:gd name="T1" fmla="*/ 245 h 245"/>
                  <a:gd name="T2" fmla="*/ 0 w 148"/>
                  <a:gd name="T3" fmla="*/ 159 h 245"/>
                  <a:gd name="T4" fmla="*/ 0 w 148"/>
                  <a:gd name="T5" fmla="*/ 0 h 245"/>
                  <a:gd name="T6" fmla="*/ 148 w 148"/>
                  <a:gd name="T7" fmla="*/ 86 h 245"/>
                  <a:gd name="T8" fmla="*/ 148 w 148"/>
                  <a:gd name="T9" fmla="*/ 245 h 2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8" h="245">
                    <a:moveTo>
                      <a:pt x="148" y="245"/>
                    </a:moveTo>
                    <a:lnTo>
                      <a:pt x="0" y="159"/>
                    </a:lnTo>
                    <a:lnTo>
                      <a:pt x="0" y="0"/>
                    </a:lnTo>
                    <a:lnTo>
                      <a:pt x="148" y="86"/>
                    </a:lnTo>
                    <a:lnTo>
                      <a:pt x="148" y="245"/>
                    </a:lnTo>
                    <a:close/>
                  </a:path>
                </a:pathLst>
              </a:custGeom>
              <a:solidFill>
                <a:srgbClr val="CCC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1" name="Freeform: Shape 20" descr="62517191-2ff6-4dba-ae14-17d8da3f0315"/>
              <p:cNvSpPr/>
              <p:nvPr/>
            </p:nvSpPr>
            <p:spPr bwMode="auto">
              <a:xfrm>
                <a:off x="6143629" y="3321029"/>
                <a:ext cx="233363" cy="388935"/>
              </a:xfrm>
              <a:custGeom>
                <a:avLst/>
                <a:gdLst>
                  <a:gd name="T0" fmla="*/ 147 w 147"/>
                  <a:gd name="T1" fmla="*/ 159 h 245"/>
                  <a:gd name="T2" fmla="*/ 0 w 147"/>
                  <a:gd name="T3" fmla="*/ 245 h 245"/>
                  <a:gd name="T4" fmla="*/ 0 w 147"/>
                  <a:gd name="T5" fmla="*/ 86 h 245"/>
                  <a:gd name="T6" fmla="*/ 147 w 147"/>
                  <a:gd name="T7" fmla="*/ 0 h 245"/>
                  <a:gd name="T8" fmla="*/ 147 w 147"/>
                  <a:gd name="T9" fmla="*/ 159 h 2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7" h="245">
                    <a:moveTo>
                      <a:pt x="147" y="159"/>
                    </a:moveTo>
                    <a:lnTo>
                      <a:pt x="0" y="245"/>
                    </a:lnTo>
                    <a:lnTo>
                      <a:pt x="0" y="86"/>
                    </a:lnTo>
                    <a:lnTo>
                      <a:pt x="147" y="0"/>
                    </a:lnTo>
                    <a:lnTo>
                      <a:pt x="147" y="159"/>
                    </a:lnTo>
                    <a:close/>
                  </a:path>
                </a:pathLst>
              </a:custGeom>
              <a:solidFill>
                <a:srgbClr val="E9E4D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2" name="Freeform: Shape 21" descr="51fc105d-6713-4c7e-acf2-41ff280dcc19"/>
              <p:cNvSpPr/>
              <p:nvPr/>
            </p:nvSpPr>
            <p:spPr bwMode="auto">
              <a:xfrm>
                <a:off x="4946654" y="2397109"/>
                <a:ext cx="49213" cy="26988"/>
              </a:xfrm>
              <a:custGeom>
                <a:avLst/>
                <a:gdLst>
                  <a:gd name="T0" fmla="*/ 1 w 13"/>
                  <a:gd name="T1" fmla="*/ 3 h 7"/>
                  <a:gd name="T2" fmla="*/ 0 w 13"/>
                  <a:gd name="T3" fmla="*/ 3 h 7"/>
                  <a:gd name="T4" fmla="*/ 0 w 13"/>
                  <a:gd name="T5" fmla="*/ 2 h 7"/>
                  <a:gd name="T6" fmla="*/ 1 w 13"/>
                  <a:gd name="T7" fmla="*/ 0 h 7"/>
                  <a:gd name="T8" fmla="*/ 1 w 13"/>
                  <a:gd name="T9" fmla="*/ 0 h 7"/>
                  <a:gd name="T10" fmla="*/ 2 w 13"/>
                  <a:gd name="T11" fmla="*/ 0 h 7"/>
                  <a:gd name="T12" fmla="*/ 2 w 13"/>
                  <a:gd name="T13" fmla="*/ 0 h 7"/>
                  <a:gd name="T14" fmla="*/ 13 w 13"/>
                  <a:gd name="T15" fmla="*/ 6 h 7"/>
                  <a:gd name="T16" fmla="*/ 13 w 13"/>
                  <a:gd name="T17" fmla="*/ 6 h 7"/>
                  <a:gd name="T18" fmla="*/ 12 w 13"/>
                  <a:gd name="T19" fmla="*/ 7 h 7"/>
                  <a:gd name="T20" fmla="*/ 12 w 13"/>
                  <a:gd name="T21" fmla="*/ 7 h 7"/>
                  <a:gd name="T22" fmla="*/ 2 w 13"/>
                  <a:gd name="T23" fmla="*/ 1 h 7"/>
                  <a:gd name="T24" fmla="*/ 1 w 13"/>
                  <a:gd name="T25" fmla="*/ 3 h 7"/>
                  <a:gd name="T26" fmla="*/ 1 w 13"/>
                  <a:gd name="T27" fmla="*/ 3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" h="7">
                    <a:moveTo>
                      <a:pt x="1" y="3"/>
                    </a:move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13" y="6"/>
                      <a:pt x="13" y="6"/>
                      <a:pt x="13" y="6"/>
                    </a:cubicBezTo>
                    <a:cubicBezTo>
                      <a:pt x="13" y="6"/>
                      <a:pt x="13" y="6"/>
                      <a:pt x="13" y="6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3" name="Freeform: Shape 22" descr="6c4221b8-75b5-4a6e-aaef-f1ed3a4b07ed"/>
              <p:cNvSpPr/>
              <p:nvPr/>
            </p:nvSpPr>
            <p:spPr bwMode="auto">
              <a:xfrm>
                <a:off x="5289554" y="1801801"/>
                <a:ext cx="57150" cy="33338"/>
              </a:xfrm>
              <a:custGeom>
                <a:avLst/>
                <a:gdLst>
                  <a:gd name="T0" fmla="*/ 14 w 15"/>
                  <a:gd name="T1" fmla="*/ 7 h 9"/>
                  <a:gd name="T2" fmla="*/ 12 w 15"/>
                  <a:gd name="T3" fmla="*/ 8 h 9"/>
                  <a:gd name="T4" fmla="*/ 10 w 15"/>
                  <a:gd name="T5" fmla="*/ 9 h 9"/>
                  <a:gd name="T6" fmla="*/ 7 w 15"/>
                  <a:gd name="T7" fmla="*/ 8 h 9"/>
                  <a:gd name="T8" fmla="*/ 1 w 15"/>
                  <a:gd name="T9" fmla="*/ 5 h 9"/>
                  <a:gd name="T10" fmla="*/ 0 w 15"/>
                  <a:gd name="T11" fmla="*/ 3 h 9"/>
                  <a:gd name="T12" fmla="*/ 1 w 15"/>
                  <a:gd name="T13" fmla="*/ 2 h 9"/>
                  <a:gd name="T14" fmla="*/ 3 w 15"/>
                  <a:gd name="T15" fmla="*/ 1 h 9"/>
                  <a:gd name="T16" fmla="*/ 5 w 15"/>
                  <a:gd name="T17" fmla="*/ 0 h 9"/>
                  <a:gd name="T18" fmla="*/ 8 w 15"/>
                  <a:gd name="T19" fmla="*/ 1 h 9"/>
                  <a:gd name="T20" fmla="*/ 14 w 15"/>
                  <a:gd name="T21" fmla="*/ 4 h 9"/>
                  <a:gd name="T22" fmla="*/ 15 w 15"/>
                  <a:gd name="T23" fmla="*/ 6 h 9"/>
                  <a:gd name="T24" fmla="*/ 14 w 15"/>
                  <a:gd name="T25" fmla="*/ 7 h 9"/>
                  <a:gd name="T26" fmla="*/ 11 w 15"/>
                  <a:gd name="T27" fmla="*/ 7 h 9"/>
                  <a:gd name="T28" fmla="*/ 13 w 15"/>
                  <a:gd name="T29" fmla="*/ 7 h 9"/>
                  <a:gd name="T30" fmla="*/ 13 w 15"/>
                  <a:gd name="T31" fmla="*/ 5 h 9"/>
                  <a:gd name="T32" fmla="*/ 7 w 15"/>
                  <a:gd name="T33" fmla="*/ 1 h 9"/>
                  <a:gd name="T34" fmla="*/ 4 w 15"/>
                  <a:gd name="T35" fmla="*/ 1 h 9"/>
                  <a:gd name="T36" fmla="*/ 2 w 15"/>
                  <a:gd name="T37" fmla="*/ 2 h 9"/>
                  <a:gd name="T38" fmla="*/ 2 w 15"/>
                  <a:gd name="T39" fmla="*/ 4 h 9"/>
                  <a:gd name="T40" fmla="*/ 8 w 15"/>
                  <a:gd name="T41" fmla="*/ 7 h 9"/>
                  <a:gd name="T42" fmla="*/ 11 w 15"/>
                  <a:gd name="T43" fmla="*/ 7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5" h="9">
                    <a:moveTo>
                      <a:pt x="14" y="7"/>
                    </a:moveTo>
                    <a:cubicBezTo>
                      <a:pt x="12" y="8"/>
                      <a:pt x="12" y="8"/>
                      <a:pt x="12" y="8"/>
                    </a:cubicBezTo>
                    <a:cubicBezTo>
                      <a:pt x="11" y="9"/>
                      <a:pt x="11" y="9"/>
                      <a:pt x="10" y="9"/>
                    </a:cubicBezTo>
                    <a:cubicBezTo>
                      <a:pt x="9" y="9"/>
                      <a:pt x="8" y="9"/>
                      <a:pt x="7" y="8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0" y="4"/>
                      <a:pt x="0" y="4"/>
                      <a:pt x="0" y="3"/>
                    </a:cubicBezTo>
                    <a:cubicBezTo>
                      <a:pt x="0" y="3"/>
                      <a:pt x="0" y="2"/>
                      <a:pt x="1" y="2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0"/>
                      <a:pt x="4" y="0"/>
                      <a:pt x="5" y="0"/>
                    </a:cubicBezTo>
                    <a:cubicBezTo>
                      <a:pt x="6" y="0"/>
                      <a:pt x="7" y="0"/>
                      <a:pt x="8" y="1"/>
                    </a:cubicBezTo>
                    <a:cubicBezTo>
                      <a:pt x="14" y="4"/>
                      <a:pt x="14" y="4"/>
                      <a:pt x="14" y="4"/>
                    </a:cubicBezTo>
                    <a:cubicBezTo>
                      <a:pt x="15" y="5"/>
                      <a:pt x="15" y="5"/>
                      <a:pt x="15" y="6"/>
                    </a:cubicBezTo>
                    <a:cubicBezTo>
                      <a:pt x="15" y="6"/>
                      <a:pt x="15" y="7"/>
                      <a:pt x="14" y="7"/>
                    </a:cubicBezTo>
                    <a:close/>
                    <a:moveTo>
                      <a:pt x="11" y="7"/>
                    </a:moveTo>
                    <a:cubicBezTo>
                      <a:pt x="13" y="7"/>
                      <a:pt x="13" y="7"/>
                      <a:pt x="13" y="7"/>
                    </a:cubicBezTo>
                    <a:cubicBezTo>
                      <a:pt x="14" y="6"/>
                      <a:pt x="14" y="5"/>
                      <a:pt x="13" y="5"/>
                    </a:cubicBezTo>
                    <a:cubicBezTo>
                      <a:pt x="7" y="1"/>
                      <a:pt x="7" y="1"/>
                      <a:pt x="7" y="1"/>
                    </a:cubicBezTo>
                    <a:cubicBezTo>
                      <a:pt x="6" y="1"/>
                      <a:pt x="5" y="1"/>
                      <a:pt x="4" y="1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1" y="3"/>
                      <a:pt x="1" y="3"/>
                      <a:pt x="2" y="4"/>
                    </a:cubicBezTo>
                    <a:cubicBezTo>
                      <a:pt x="8" y="7"/>
                      <a:pt x="8" y="7"/>
                      <a:pt x="8" y="7"/>
                    </a:cubicBezTo>
                    <a:cubicBezTo>
                      <a:pt x="9" y="8"/>
                      <a:pt x="10" y="8"/>
                      <a:pt x="11" y="7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4" name="Freeform: Shape 23" descr="66b5a23b-692d-4a03-8045-47a21d1f2c1b"/>
              <p:cNvSpPr/>
              <p:nvPr/>
            </p:nvSpPr>
            <p:spPr bwMode="auto">
              <a:xfrm>
                <a:off x="5946779" y="1960549"/>
                <a:ext cx="49213" cy="25400"/>
              </a:xfrm>
              <a:custGeom>
                <a:avLst/>
                <a:gdLst>
                  <a:gd name="T0" fmla="*/ 1 w 13"/>
                  <a:gd name="T1" fmla="*/ 3 h 7"/>
                  <a:gd name="T2" fmla="*/ 0 w 13"/>
                  <a:gd name="T3" fmla="*/ 3 h 7"/>
                  <a:gd name="T4" fmla="*/ 0 w 13"/>
                  <a:gd name="T5" fmla="*/ 2 h 7"/>
                  <a:gd name="T6" fmla="*/ 1 w 13"/>
                  <a:gd name="T7" fmla="*/ 1 h 7"/>
                  <a:gd name="T8" fmla="*/ 1 w 13"/>
                  <a:gd name="T9" fmla="*/ 0 h 7"/>
                  <a:gd name="T10" fmla="*/ 2 w 13"/>
                  <a:gd name="T11" fmla="*/ 0 h 7"/>
                  <a:gd name="T12" fmla="*/ 2 w 13"/>
                  <a:gd name="T13" fmla="*/ 0 h 7"/>
                  <a:gd name="T14" fmla="*/ 13 w 13"/>
                  <a:gd name="T15" fmla="*/ 6 h 7"/>
                  <a:gd name="T16" fmla="*/ 13 w 13"/>
                  <a:gd name="T17" fmla="*/ 6 h 7"/>
                  <a:gd name="T18" fmla="*/ 12 w 13"/>
                  <a:gd name="T19" fmla="*/ 7 h 7"/>
                  <a:gd name="T20" fmla="*/ 12 w 13"/>
                  <a:gd name="T21" fmla="*/ 7 h 7"/>
                  <a:gd name="T22" fmla="*/ 2 w 13"/>
                  <a:gd name="T23" fmla="*/ 1 h 7"/>
                  <a:gd name="T24" fmla="*/ 1 w 13"/>
                  <a:gd name="T25" fmla="*/ 3 h 7"/>
                  <a:gd name="T26" fmla="*/ 1 w 13"/>
                  <a:gd name="T27" fmla="*/ 3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" h="7">
                    <a:moveTo>
                      <a:pt x="1" y="3"/>
                    </a:move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2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13" y="6"/>
                      <a:pt x="13" y="6"/>
                      <a:pt x="13" y="6"/>
                    </a:cubicBezTo>
                    <a:cubicBezTo>
                      <a:pt x="13" y="6"/>
                      <a:pt x="13" y="6"/>
                      <a:pt x="13" y="6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5" name="Freeform: Shape 24" descr="c00c000e-a230-46fb-8b69-0dd609c56e8e"/>
              <p:cNvSpPr/>
              <p:nvPr/>
            </p:nvSpPr>
            <p:spPr bwMode="auto">
              <a:xfrm>
                <a:off x="5184779" y="1650989"/>
                <a:ext cx="52388" cy="30163"/>
              </a:xfrm>
              <a:custGeom>
                <a:avLst/>
                <a:gdLst>
                  <a:gd name="T0" fmla="*/ 1 w 14"/>
                  <a:gd name="T1" fmla="*/ 4 h 8"/>
                  <a:gd name="T2" fmla="*/ 0 w 14"/>
                  <a:gd name="T3" fmla="*/ 3 h 8"/>
                  <a:gd name="T4" fmla="*/ 0 w 14"/>
                  <a:gd name="T5" fmla="*/ 3 h 8"/>
                  <a:gd name="T6" fmla="*/ 1 w 14"/>
                  <a:gd name="T7" fmla="*/ 1 h 8"/>
                  <a:gd name="T8" fmla="*/ 1 w 14"/>
                  <a:gd name="T9" fmla="*/ 1 h 8"/>
                  <a:gd name="T10" fmla="*/ 2 w 14"/>
                  <a:gd name="T11" fmla="*/ 0 h 8"/>
                  <a:gd name="T12" fmla="*/ 3 w 14"/>
                  <a:gd name="T13" fmla="*/ 0 h 8"/>
                  <a:gd name="T14" fmla="*/ 13 w 14"/>
                  <a:gd name="T15" fmla="*/ 7 h 8"/>
                  <a:gd name="T16" fmla="*/ 13 w 14"/>
                  <a:gd name="T17" fmla="*/ 7 h 8"/>
                  <a:gd name="T18" fmla="*/ 13 w 14"/>
                  <a:gd name="T19" fmla="*/ 7 h 8"/>
                  <a:gd name="T20" fmla="*/ 12 w 14"/>
                  <a:gd name="T21" fmla="*/ 7 h 8"/>
                  <a:gd name="T22" fmla="*/ 2 w 14"/>
                  <a:gd name="T23" fmla="*/ 2 h 8"/>
                  <a:gd name="T24" fmla="*/ 1 w 14"/>
                  <a:gd name="T25" fmla="*/ 4 h 8"/>
                  <a:gd name="T26" fmla="*/ 1 w 14"/>
                  <a:gd name="T27" fmla="*/ 4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4" h="8">
                    <a:moveTo>
                      <a:pt x="1" y="4"/>
                    </a:move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3" y="0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4" y="7"/>
                      <a:pt x="14" y="7"/>
                      <a:pt x="13" y="7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2" y="8"/>
                      <a:pt x="12" y="8"/>
                      <a:pt x="12" y="7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1" y="4"/>
                      <a:pt x="1" y="4"/>
                      <a:pt x="1" y="4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6" name="Freeform: Shape 25" descr="0458d3f9-ca3b-4af2-abe1-b0955db9bdff"/>
              <p:cNvSpPr/>
              <p:nvPr/>
            </p:nvSpPr>
            <p:spPr bwMode="auto">
              <a:xfrm>
                <a:off x="7339016" y="2193911"/>
                <a:ext cx="49213" cy="25400"/>
              </a:xfrm>
              <a:custGeom>
                <a:avLst/>
                <a:gdLst>
                  <a:gd name="T0" fmla="*/ 1 w 13"/>
                  <a:gd name="T1" fmla="*/ 3 h 7"/>
                  <a:gd name="T2" fmla="*/ 0 w 13"/>
                  <a:gd name="T3" fmla="*/ 3 h 7"/>
                  <a:gd name="T4" fmla="*/ 0 w 13"/>
                  <a:gd name="T5" fmla="*/ 3 h 7"/>
                  <a:gd name="T6" fmla="*/ 0 w 13"/>
                  <a:gd name="T7" fmla="*/ 1 h 7"/>
                  <a:gd name="T8" fmla="*/ 1 w 13"/>
                  <a:gd name="T9" fmla="*/ 0 h 7"/>
                  <a:gd name="T10" fmla="*/ 2 w 13"/>
                  <a:gd name="T11" fmla="*/ 0 h 7"/>
                  <a:gd name="T12" fmla="*/ 2 w 13"/>
                  <a:gd name="T13" fmla="*/ 0 h 7"/>
                  <a:gd name="T14" fmla="*/ 13 w 13"/>
                  <a:gd name="T15" fmla="*/ 6 h 7"/>
                  <a:gd name="T16" fmla="*/ 13 w 13"/>
                  <a:gd name="T17" fmla="*/ 6 h 7"/>
                  <a:gd name="T18" fmla="*/ 12 w 13"/>
                  <a:gd name="T19" fmla="*/ 7 h 7"/>
                  <a:gd name="T20" fmla="*/ 12 w 13"/>
                  <a:gd name="T21" fmla="*/ 7 h 7"/>
                  <a:gd name="T22" fmla="*/ 2 w 13"/>
                  <a:gd name="T23" fmla="*/ 1 h 7"/>
                  <a:gd name="T24" fmla="*/ 1 w 13"/>
                  <a:gd name="T25" fmla="*/ 3 h 7"/>
                  <a:gd name="T26" fmla="*/ 1 w 13"/>
                  <a:gd name="T27" fmla="*/ 3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" h="7">
                    <a:moveTo>
                      <a:pt x="1" y="3"/>
                    </a:move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13" y="6"/>
                      <a:pt x="13" y="6"/>
                      <a:pt x="13" y="6"/>
                    </a:cubicBezTo>
                    <a:cubicBezTo>
                      <a:pt x="13" y="6"/>
                      <a:pt x="13" y="6"/>
                      <a:pt x="13" y="6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7" name="Freeform: Shape 26" descr="8be59530-10d1-4180-94dd-2c1c8da59787"/>
              <p:cNvSpPr/>
              <p:nvPr/>
            </p:nvSpPr>
            <p:spPr bwMode="auto">
              <a:xfrm>
                <a:off x="4656140" y="2246298"/>
                <a:ext cx="49213" cy="26988"/>
              </a:xfrm>
              <a:custGeom>
                <a:avLst/>
                <a:gdLst>
                  <a:gd name="T0" fmla="*/ 1 w 13"/>
                  <a:gd name="T1" fmla="*/ 4 h 7"/>
                  <a:gd name="T2" fmla="*/ 0 w 13"/>
                  <a:gd name="T3" fmla="*/ 3 h 7"/>
                  <a:gd name="T4" fmla="*/ 0 w 13"/>
                  <a:gd name="T5" fmla="*/ 3 h 7"/>
                  <a:gd name="T6" fmla="*/ 1 w 13"/>
                  <a:gd name="T7" fmla="*/ 1 h 7"/>
                  <a:gd name="T8" fmla="*/ 1 w 13"/>
                  <a:gd name="T9" fmla="*/ 1 h 7"/>
                  <a:gd name="T10" fmla="*/ 2 w 13"/>
                  <a:gd name="T11" fmla="*/ 0 h 7"/>
                  <a:gd name="T12" fmla="*/ 2 w 13"/>
                  <a:gd name="T13" fmla="*/ 0 h 7"/>
                  <a:gd name="T14" fmla="*/ 13 w 13"/>
                  <a:gd name="T15" fmla="*/ 7 h 7"/>
                  <a:gd name="T16" fmla="*/ 13 w 13"/>
                  <a:gd name="T17" fmla="*/ 7 h 7"/>
                  <a:gd name="T18" fmla="*/ 12 w 13"/>
                  <a:gd name="T19" fmla="*/ 7 h 7"/>
                  <a:gd name="T20" fmla="*/ 12 w 13"/>
                  <a:gd name="T21" fmla="*/ 7 h 7"/>
                  <a:gd name="T22" fmla="*/ 2 w 13"/>
                  <a:gd name="T23" fmla="*/ 2 h 7"/>
                  <a:gd name="T24" fmla="*/ 1 w 13"/>
                  <a:gd name="T25" fmla="*/ 4 h 7"/>
                  <a:gd name="T26" fmla="*/ 1 w 13"/>
                  <a:gd name="T27" fmla="*/ 4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" h="7">
                    <a:moveTo>
                      <a:pt x="1" y="4"/>
                    </a:move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1" y="4"/>
                      <a:pt x="1" y="4"/>
                      <a:pt x="1" y="4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8" name="Freeform: Shape 27" descr="cbe91702-2416-4061-b6a6-1bc06749dc7a"/>
              <p:cNvSpPr/>
              <p:nvPr/>
            </p:nvSpPr>
            <p:spPr bwMode="auto">
              <a:xfrm>
                <a:off x="5289554" y="1887525"/>
                <a:ext cx="57150" cy="34925"/>
              </a:xfrm>
              <a:custGeom>
                <a:avLst/>
                <a:gdLst>
                  <a:gd name="T0" fmla="*/ 14 w 15"/>
                  <a:gd name="T1" fmla="*/ 8 h 9"/>
                  <a:gd name="T2" fmla="*/ 12 w 15"/>
                  <a:gd name="T3" fmla="*/ 9 h 9"/>
                  <a:gd name="T4" fmla="*/ 10 w 15"/>
                  <a:gd name="T5" fmla="*/ 9 h 9"/>
                  <a:gd name="T6" fmla="*/ 7 w 15"/>
                  <a:gd name="T7" fmla="*/ 9 h 9"/>
                  <a:gd name="T8" fmla="*/ 1 w 15"/>
                  <a:gd name="T9" fmla="*/ 5 h 9"/>
                  <a:gd name="T10" fmla="*/ 0 w 15"/>
                  <a:gd name="T11" fmla="*/ 4 h 9"/>
                  <a:gd name="T12" fmla="*/ 1 w 15"/>
                  <a:gd name="T13" fmla="*/ 2 h 9"/>
                  <a:gd name="T14" fmla="*/ 3 w 15"/>
                  <a:gd name="T15" fmla="*/ 1 h 9"/>
                  <a:gd name="T16" fmla="*/ 5 w 15"/>
                  <a:gd name="T17" fmla="*/ 0 h 9"/>
                  <a:gd name="T18" fmla="*/ 8 w 15"/>
                  <a:gd name="T19" fmla="*/ 1 h 9"/>
                  <a:gd name="T20" fmla="*/ 14 w 15"/>
                  <a:gd name="T21" fmla="*/ 5 h 9"/>
                  <a:gd name="T22" fmla="*/ 15 w 15"/>
                  <a:gd name="T23" fmla="*/ 6 h 9"/>
                  <a:gd name="T24" fmla="*/ 14 w 15"/>
                  <a:gd name="T25" fmla="*/ 8 h 9"/>
                  <a:gd name="T26" fmla="*/ 11 w 15"/>
                  <a:gd name="T27" fmla="*/ 8 h 9"/>
                  <a:gd name="T28" fmla="*/ 13 w 15"/>
                  <a:gd name="T29" fmla="*/ 7 h 9"/>
                  <a:gd name="T30" fmla="*/ 13 w 15"/>
                  <a:gd name="T31" fmla="*/ 5 h 9"/>
                  <a:gd name="T32" fmla="*/ 7 w 15"/>
                  <a:gd name="T33" fmla="*/ 2 h 9"/>
                  <a:gd name="T34" fmla="*/ 4 w 15"/>
                  <a:gd name="T35" fmla="*/ 2 h 9"/>
                  <a:gd name="T36" fmla="*/ 2 w 15"/>
                  <a:gd name="T37" fmla="*/ 3 h 9"/>
                  <a:gd name="T38" fmla="*/ 2 w 15"/>
                  <a:gd name="T39" fmla="*/ 4 h 9"/>
                  <a:gd name="T40" fmla="*/ 8 w 15"/>
                  <a:gd name="T41" fmla="*/ 8 h 9"/>
                  <a:gd name="T42" fmla="*/ 11 w 15"/>
                  <a:gd name="T43" fmla="*/ 8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5" h="9">
                    <a:moveTo>
                      <a:pt x="14" y="8"/>
                    </a:moveTo>
                    <a:cubicBezTo>
                      <a:pt x="12" y="9"/>
                      <a:pt x="12" y="9"/>
                      <a:pt x="12" y="9"/>
                    </a:cubicBezTo>
                    <a:cubicBezTo>
                      <a:pt x="11" y="9"/>
                      <a:pt x="11" y="9"/>
                      <a:pt x="10" y="9"/>
                    </a:cubicBezTo>
                    <a:cubicBezTo>
                      <a:pt x="9" y="9"/>
                      <a:pt x="8" y="9"/>
                      <a:pt x="7" y="9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0" y="5"/>
                      <a:pt x="0" y="4"/>
                      <a:pt x="0" y="4"/>
                    </a:cubicBezTo>
                    <a:cubicBezTo>
                      <a:pt x="0" y="3"/>
                      <a:pt x="0" y="3"/>
                      <a:pt x="1" y="2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1"/>
                      <a:pt x="4" y="0"/>
                      <a:pt x="5" y="0"/>
                    </a:cubicBezTo>
                    <a:cubicBezTo>
                      <a:pt x="6" y="0"/>
                      <a:pt x="7" y="1"/>
                      <a:pt x="8" y="1"/>
                    </a:cubicBezTo>
                    <a:cubicBezTo>
                      <a:pt x="14" y="5"/>
                      <a:pt x="14" y="5"/>
                      <a:pt x="14" y="5"/>
                    </a:cubicBezTo>
                    <a:cubicBezTo>
                      <a:pt x="15" y="5"/>
                      <a:pt x="15" y="6"/>
                      <a:pt x="15" y="6"/>
                    </a:cubicBezTo>
                    <a:cubicBezTo>
                      <a:pt x="15" y="7"/>
                      <a:pt x="15" y="7"/>
                      <a:pt x="14" y="8"/>
                    </a:cubicBezTo>
                    <a:close/>
                    <a:moveTo>
                      <a:pt x="11" y="8"/>
                    </a:moveTo>
                    <a:cubicBezTo>
                      <a:pt x="13" y="7"/>
                      <a:pt x="13" y="7"/>
                      <a:pt x="13" y="7"/>
                    </a:cubicBezTo>
                    <a:cubicBezTo>
                      <a:pt x="14" y="7"/>
                      <a:pt x="14" y="6"/>
                      <a:pt x="13" y="5"/>
                    </a:cubicBezTo>
                    <a:cubicBezTo>
                      <a:pt x="7" y="2"/>
                      <a:pt x="7" y="2"/>
                      <a:pt x="7" y="2"/>
                    </a:cubicBezTo>
                    <a:cubicBezTo>
                      <a:pt x="6" y="1"/>
                      <a:pt x="5" y="1"/>
                      <a:pt x="4" y="2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1" y="4"/>
                      <a:pt x="2" y="4"/>
                    </a:cubicBezTo>
                    <a:cubicBezTo>
                      <a:pt x="8" y="8"/>
                      <a:pt x="8" y="8"/>
                      <a:pt x="8" y="8"/>
                    </a:cubicBezTo>
                    <a:cubicBezTo>
                      <a:pt x="9" y="9"/>
                      <a:pt x="10" y="9"/>
                      <a:pt x="11" y="8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9" name="Freeform: Shape 28" descr="71e9679a-b6d0-4b7e-a15e-08a6e4be508b"/>
              <p:cNvSpPr/>
              <p:nvPr/>
            </p:nvSpPr>
            <p:spPr bwMode="auto">
              <a:xfrm>
                <a:off x="5056190" y="2098661"/>
                <a:ext cx="49213" cy="30163"/>
              </a:xfrm>
              <a:custGeom>
                <a:avLst/>
                <a:gdLst>
                  <a:gd name="T0" fmla="*/ 1 w 13"/>
                  <a:gd name="T1" fmla="*/ 4 h 8"/>
                  <a:gd name="T2" fmla="*/ 0 w 13"/>
                  <a:gd name="T3" fmla="*/ 3 h 8"/>
                  <a:gd name="T4" fmla="*/ 0 w 13"/>
                  <a:gd name="T5" fmla="*/ 3 h 8"/>
                  <a:gd name="T6" fmla="*/ 0 w 13"/>
                  <a:gd name="T7" fmla="*/ 1 h 8"/>
                  <a:gd name="T8" fmla="*/ 1 w 13"/>
                  <a:gd name="T9" fmla="*/ 1 h 8"/>
                  <a:gd name="T10" fmla="*/ 2 w 13"/>
                  <a:gd name="T11" fmla="*/ 0 h 8"/>
                  <a:gd name="T12" fmla="*/ 2 w 13"/>
                  <a:gd name="T13" fmla="*/ 0 h 8"/>
                  <a:gd name="T14" fmla="*/ 13 w 13"/>
                  <a:gd name="T15" fmla="*/ 7 h 8"/>
                  <a:gd name="T16" fmla="*/ 13 w 13"/>
                  <a:gd name="T17" fmla="*/ 7 h 8"/>
                  <a:gd name="T18" fmla="*/ 12 w 13"/>
                  <a:gd name="T19" fmla="*/ 7 h 8"/>
                  <a:gd name="T20" fmla="*/ 12 w 13"/>
                  <a:gd name="T21" fmla="*/ 7 h 8"/>
                  <a:gd name="T22" fmla="*/ 2 w 13"/>
                  <a:gd name="T23" fmla="*/ 2 h 8"/>
                  <a:gd name="T24" fmla="*/ 1 w 13"/>
                  <a:gd name="T25" fmla="*/ 4 h 8"/>
                  <a:gd name="T26" fmla="*/ 1 w 13"/>
                  <a:gd name="T27" fmla="*/ 4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" h="8">
                    <a:moveTo>
                      <a:pt x="1" y="4"/>
                    </a:move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2" y="8"/>
                      <a:pt x="12" y="8"/>
                      <a:pt x="12" y="7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1" y="4"/>
                      <a:pt x="1" y="4"/>
                      <a:pt x="1" y="4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0" name="Freeform: Shape 29" descr="08d66555-9808-454d-86e7-dffd1f649ddf"/>
              <p:cNvSpPr/>
              <p:nvPr/>
            </p:nvSpPr>
            <p:spPr bwMode="auto">
              <a:xfrm>
                <a:off x="5335591" y="2178035"/>
                <a:ext cx="49213" cy="26988"/>
              </a:xfrm>
              <a:custGeom>
                <a:avLst/>
                <a:gdLst>
                  <a:gd name="T0" fmla="*/ 1 w 13"/>
                  <a:gd name="T1" fmla="*/ 4 h 7"/>
                  <a:gd name="T2" fmla="*/ 0 w 13"/>
                  <a:gd name="T3" fmla="*/ 3 h 7"/>
                  <a:gd name="T4" fmla="*/ 0 w 13"/>
                  <a:gd name="T5" fmla="*/ 3 h 7"/>
                  <a:gd name="T6" fmla="*/ 1 w 13"/>
                  <a:gd name="T7" fmla="*/ 1 h 7"/>
                  <a:gd name="T8" fmla="*/ 1 w 13"/>
                  <a:gd name="T9" fmla="*/ 1 h 7"/>
                  <a:gd name="T10" fmla="*/ 2 w 13"/>
                  <a:gd name="T11" fmla="*/ 0 h 7"/>
                  <a:gd name="T12" fmla="*/ 2 w 13"/>
                  <a:gd name="T13" fmla="*/ 0 h 7"/>
                  <a:gd name="T14" fmla="*/ 13 w 13"/>
                  <a:gd name="T15" fmla="*/ 7 h 7"/>
                  <a:gd name="T16" fmla="*/ 13 w 13"/>
                  <a:gd name="T17" fmla="*/ 7 h 7"/>
                  <a:gd name="T18" fmla="*/ 12 w 13"/>
                  <a:gd name="T19" fmla="*/ 7 h 7"/>
                  <a:gd name="T20" fmla="*/ 12 w 13"/>
                  <a:gd name="T21" fmla="*/ 7 h 7"/>
                  <a:gd name="T22" fmla="*/ 2 w 13"/>
                  <a:gd name="T23" fmla="*/ 2 h 7"/>
                  <a:gd name="T24" fmla="*/ 1 w 13"/>
                  <a:gd name="T25" fmla="*/ 4 h 7"/>
                  <a:gd name="T26" fmla="*/ 1 w 13"/>
                  <a:gd name="T27" fmla="*/ 4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" h="7">
                    <a:moveTo>
                      <a:pt x="1" y="4"/>
                    </a:move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1" y="4"/>
                      <a:pt x="1" y="4"/>
                      <a:pt x="1" y="4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1" name="Freeform: Shape 30" descr="aceffc47-7147-4d64-ab92-b6dce78df3f8"/>
              <p:cNvSpPr/>
              <p:nvPr/>
            </p:nvSpPr>
            <p:spPr bwMode="auto">
              <a:xfrm>
                <a:off x="6848479" y="2262173"/>
                <a:ext cx="53975" cy="25400"/>
              </a:xfrm>
              <a:custGeom>
                <a:avLst/>
                <a:gdLst>
                  <a:gd name="T0" fmla="*/ 1 w 14"/>
                  <a:gd name="T1" fmla="*/ 3 h 7"/>
                  <a:gd name="T2" fmla="*/ 0 w 14"/>
                  <a:gd name="T3" fmla="*/ 3 h 7"/>
                  <a:gd name="T4" fmla="*/ 0 w 14"/>
                  <a:gd name="T5" fmla="*/ 2 h 7"/>
                  <a:gd name="T6" fmla="*/ 1 w 14"/>
                  <a:gd name="T7" fmla="*/ 1 h 7"/>
                  <a:gd name="T8" fmla="*/ 1 w 14"/>
                  <a:gd name="T9" fmla="*/ 0 h 7"/>
                  <a:gd name="T10" fmla="*/ 2 w 14"/>
                  <a:gd name="T11" fmla="*/ 0 h 7"/>
                  <a:gd name="T12" fmla="*/ 3 w 14"/>
                  <a:gd name="T13" fmla="*/ 0 h 7"/>
                  <a:gd name="T14" fmla="*/ 14 w 14"/>
                  <a:gd name="T15" fmla="*/ 6 h 7"/>
                  <a:gd name="T16" fmla="*/ 14 w 14"/>
                  <a:gd name="T17" fmla="*/ 6 h 7"/>
                  <a:gd name="T18" fmla="*/ 13 w 14"/>
                  <a:gd name="T19" fmla="*/ 7 h 7"/>
                  <a:gd name="T20" fmla="*/ 12 w 14"/>
                  <a:gd name="T21" fmla="*/ 7 h 7"/>
                  <a:gd name="T22" fmla="*/ 2 w 14"/>
                  <a:gd name="T23" fmla="*/ 1 h 7"/>
                  <a:gd name="T24" fmla="*/ 2 w 14"/>
                  <a:gd name="T25" fmla="*/ 3 h 7"/>
                  <a:gd name="T26" fmla="*/ 1 w 14"/>
                  <a:gd name="T27" fmla="*/ 3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4" h="7">
                    <a:moveTo>
                      <a:pt x="1" y="3"/>
                    </a:move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2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3" y="0"/>
                    </a:cubicBezTo>
                    <a:cubicBezTo>
                      <a:pt x="14" y="6"/>
                      <a:pt x="14" y="6"/>
                      <a:pt x="14" y="6"/>
                    </a:cubicBezTo>
                    <a:cubicBezTo>
                      <a:pt x="14" y="6"/>
                      <a:pt x="14" y="6"/>
                      <a:pt x="14" y="6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3" y="7"/>
                      <a:pt x="12" y="7"/>
                      <a:pt x="12" y="7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2" name="Freeform: Shape 31" descr="d2e48590-cb2a-4ee6-be87-ae9b7a24e09f"/>
              <p:cNvSpPr/>
              <p:nvPr/>
            </p:nvSpPr>
            <p:spPr bwMode="auto">
              <a:xfrm>
                <a:off x="6848479" y="2016112"/>
                <a:ext cx="53975" cy="26988"/>
              </a:xfrm>
              <a:custGeom>
                <a:avLst/>
                <a:gdLst>
                  <a:gd name="T0" fmla="*/ 1 w 14"/>
                  <a:gd name="T1" fmla="*/ 3 h 7"/>
                  <a:gd name="T2" fmla="*/ 0 w 14"/>
                  <a:gd name="T3" fmla="*/ 3 h 7"/>
                  <a:gd name="T4" fmla="*/ 0 w 14"/>
                  <a:gd name="T5" fmla="*/ 3 h 7"/>
                  <a:gd name="T6" fmla="*/ 1 w 14"/>
                  <a:gd name="T7" fmla="*/ 1 h 7"/>
                  <a:gd name="T8" fmla="*/ 1 w 14"/>
                  <a:gd name="T9" fmla="*/ 0 h 7"/>
                  <a:gd name="T10" fmla="*/ 2 w 14"/>
                  <a:gd name="T11" fmla="*/ 0 h 7"/>
                  <a:gd name="T12" fmla="*/ 3 w 14"/>
                  <a:gd name="T13" fmla="*/ 0 h 7"/>
                  <a:gd name="T14" fmla="*/ 14 w 14"/>
                  <a:gd name="T15" fmla="*/ 6 h 7"/>
                  <a:gd name="T16" fmla="*/ 14 w 14"/>
                  <a:gd name="T17" fmla="*/ 6 h 7"/>
                  <a:gd name="T18" fmla="*/ 13 w 14"/>
                  <a:gd name="T19" fmla="*/ 7 h 7"/>
                  <a:gd name="T20" fmla="*/ 12 w 14"/>
                  <a:gd name="T21" fmla="*/ 7 h 7"/>
                  <a:gd name="T22" fmla="*/ 2 w 14"/>
                  <a:gd name="T23" fmla="*/ 1 h 7"/>
                  <a:gd name="T24" fmla="*/ 2 w 14"/>
                  <a:gd name="T25" fmla="*/ 3 h 7"/>
                  <a:gd name="T26" fmla="*/ 1 w 14"/>
                  <a:gd name="T27" fmla="*/ 3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4" h="7">
                    <a:moveTo>
                      <a:pt x="1" y="3"/>
                    </a:move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3" y="0"/>
                    </a:cubicBezTo>
                    <a:cubicBezTo>
                      <a:pt x="14" y="6"/>
                      <a:pt x="14" y="6"/>
                      <a:pt x="14" y="6"/>
                    </a:cubicBezTo>
                    <a:cubicBezTo>
                      <a:pt x="14" y="6"/>
                      <a:pt x="14" y="6"/>
                      <a:pt x="14" y="6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3" y="7"/>
                      <a:pt x="12" y="7"/>
                      <a:pt x="12" y="7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3" name="Freeform: Shape 32" descr="5e7ea400-2cba-4e4a-a7e8-af39ad617fcc"/>
              <p:cNvSpPr/>
              <p:nvPr/>
            </p:nvSpPr>
            <p:spPr bwMode="auto">
              <a:xfrm>
                <a:off x="5513391" y="2341548"/>
                <a:ext cx="60325" cy="33338"/>
              </a:xfrm>
              <a:custGeom>
                <a:avLst/>
                <a:gdLst>
                  <a:gd name="T0" fmla="*/ 15 w 16"/>
                  <a:gd name="T1" fmla="*/ 7 h 9"/>
                  <a:gd name="T2" fmla="*/ 13 w 16"/>
                  <a:gd name="T3" fmla="*/ 8 h 9"/>
                  <a:gd name="T4" fmla="*/ 10 w 16"/>
                  <a:gd name="T5" fmla="*/ 9 h 9"/>
                  <a:gd name="T6" fmla="*/ 8 w 16"/>
                  <a:gd name="T7" fmla="*/ 8 h 9"/>
                  <a:gd name="T8" fmla="*/ 1 w 16"/>
                  <a:gd name="T9" fmla="*/ 5 h 9"/>
                  <a:gd name="T10" fmla="*/ 0 w 16"/>
                  <a:gd name="T11" fmla="*/ 3 h 9"/>
                  <a:gd name="T12" fmla="*/ 1 w 16"/>
                  <a:gd name="T13" fmla="*/ 2 h 9"/>
                  <a:gd name="T14" fmla="*/ 3 w 16"/>
                  <a:gd name="T15" fmla="*/ 1 h 9"/>
                  <a:gd name="T16" fmla="*/ 6 w 16"/>
                  <a:gd name="T17" fmla="*/ 0 h 9"/>
                  <a:gd name="T18" fmla="*/ 8 w 16"/>
                  <a:gd name="T19" fmla="*/ 1 h 9"/>
                  <a:gd name="T20" fmla="*/ 15 w 16"/>
                  <a:gd name="T21" fmla="*/ 4 h 9"/>
                  <a:gd name="T22" fmla="*/ 16 w 16"/>
                  <a:gd name="T23" fmla="*/ 6 h 9"/>
                  <a:gd name="T24" fmla="*/ 15 w 16"/>
                  <a:gd name="T25" fmla="*/ 7 h 9"/>
                  <a:gd name="T26" fmla="*/ 12 w 16"/>
                  <a:gd name="T27" fmla="*/ 8 h 9"/>
                  <a:gd name="T28" fmla="*/ 13 w 16"/>
                  <a:gd name="T29" fmla="*/ 7 h 9"/>
                  <a:gd name="T30" fmla="*/ 13 w 16"/>
                  <a:gd name="T31" fmla="*/ 5 h 9"/>
                  <a:gd name="T32" fmla="*/ 7 w 16"/>
                  <a:gd name="T33" fmla="*/ 2 h 9"/>
                  <a:gd name="T34" fmla="*/ 4 w 16"/>
                  <a:gd name="T35" fmla="*/ 2 h 9"/>
                  <a:gd name="T36" fmla="*/ 3 w 16"/>
                  <a:gd name="T37" fmla="*/ 2 h 9"/>
                  <a:gd name="T38" fmla="*/ 3 w 16"/>
                  <a:gd name="T39" fmla="*/ 4 h 9"/>
                  <a:gd name="T40" fmla="*/ 9 w 16"/>
                  <a:gd name="T41" fmla="*/ 8 h 9"/>
                  <a:gd name="T42" fmla="*/ 12 w 16"/>
                  <a:gd name="T43" fmla="*/ 8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6" h="9">
                    <a:moveTo>
                      <a:pt x="15" y="7"/>
                    </a:moveTo>
                    <a:cubicBezTo>
                      <a:pt x="13" y="8"/>
                      <a:pt x="13" y="8"/>
                      <a:pt x="13" y="8"/>
                    </a:cubicBezTo>
                    <a:cubicBezTo>
                      <a:pt x="12" y="9"/>
                      <a:pt x="11" y="9"/>
                      <a:pt x="10" y="9"/>
                    </a:cubicBezTo>
                    <a:cubicBezTo>
                      <a:pt x="9" y="9"/>
                      <a:pt x="8" y="9"/>
                      <a:pt x="8" y="8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1" y="4"/>
                      <a:pt x="0" y="4"/>
                      <a:pt x="0" y="3"/>
                    </a:cubicBezTo>
                    <a:cubicBezTo>
                      <a:pt x="0" y="3"/>
                      <a:pt x="1" y="2"/>
                      <a:pt x="1" y="2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4" y="0"/>
                      <a:pt x="5" y="0"/>
                      <a:pt x="6" y="0"/>
                    </a:cubicBezTo>
                    <a:cubicBezTo>
                      <a:pt x="7" y="0"/>
                      <a:pt x="8" y="0"/>
                      <a:pt x="8" y="1"/>
                    </a:cubicBezTo>
                    <a:cubicBezTo>
                      <a:pt x="15" y="4"/>
                      <a:pt x="15" y="4"/>
                      <a:pt x="15" y="4"/>
                    </a:cubicBezTo>
                    <a:cubicBezTo>
                      <a:pt x="15" y="5"/>
                      <a:pt x="16" y="5"/>
                      <a:pt x="16" y="6"/>
                    </a:cubicBezTo>
                    <a:cubicBezTo>
                      <a:pt x="16" y="7"/>
                      <a:pt x="15" y="7"/>
                      <a:pt x="15" y="7"/>
                    </a:cubicBezTo>
                    <a:close/>
                    <a:moveTo>
                      <a:pt x="12" y="8"/>
                    </a:moveTo>
                    <a:cubicBezTo>
                      <a:pt x="13" y="7"/>
                      <a:pt x="13" y="7"/>
                      <a:pt x="13" y="7"/>
                    </a:cubicBezTo>
                    <a:cubicBezTo>
                      <a:pt x="14" y="6"/>
                      <a:pt x="14" y="6"/>
                      <a:pt x="13" y="5"/>
                    </a:cubicBezTo>
                    <a:cubicBezTo>
                      <a:pt x="7" y="2"/>
                      <a:pt x="7" y="2"/>
                      <a:pt x="7" y="2"/>
                    </a:cubicBezTo>
                    <a:cubicBezTo>
                      <a:pt x="6" y="1"/>
                      <a:pt x="5" y="1"/>
                      <a:pt x="4" y="2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2" y="3"/>
                      <a:pt x="2" y="4"/>
                      <a:pt x="3" y="4"/>
                    </a:cubicBezTo>
                    <a:cubicBezTo>
                      <a:pt x="9" y="8"/>
                      <a:pt x="9" y="8"/>
                      <a:pt x="9" y="8"/>
                    </a:cubicBezTo>
                    <a:cubicBezTo>
                      <a:pt x="10" y="8"/>
                      <a:pt x="11" y="8"/>
                      <a:pt x="12" y="8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4" name="Freeform: Shape 33" descr="95996cbd-09b6-4926-b1cc-7903338b4fc7"/>
              <p:cNvSpPr/>
              <p:nvPr/>
            </p:nvSpPr>
            <p:spPr bwMode="auto">
              <a:xfrm>
                <a:off x="5905504" y="1646227"/>
                <a:ext cx="60325" cy="34925"/>
              </a:xfrm>
              <a:custGeom>
                <a:avLst/>
                <a:gdLst>
                  <a:gd name="T0" fmla="*/ 15 w 16"/>
                  <a:gd name="T1" fmla="*/ 8 h 9"/>
                  <a:gd name="T2" fmla="*/ 13 w 16"/>
                  <a:gd name="T3" fmla="*/ 9 h 9"/>
                  <a:gd name="T4" fmla="*/ 10 w 16"/>
                  <a:gd name="T5" fmla="*/ 9 h 9"/>
                  <a:gd name="T6" fmla="*/ 8 w 16"/>
                  <a:gd name="T7" fmla="*/ 9 h 9"/>
                  <a:gd name="T8" fmla="*/ 2 w 16"/>
                  <a:gd name="T9" fmla="*/ 5 h 9"/>
                  <a:gd name="T10" fmla="*/ 0 w 16"/>
                  <a:gd name="T11" fmla="*/ 4 h 9"/>
                  <a:gd name="T12" fmla="*/ 2 w 16"/>
                  <a:gd name="T13" fmla="*/ 2 h 9"/>
                  <a:gd name="T14" fmla="*/ 3 w 16"/>
                  <a:gd name="T15" fmla="*/ 1 h 9"/>
                  <a:gd name="T16" fmla="*/ 6 w 16"/>
                  <a:gd name="T17" fmla="*/ 0 h 9"/>
                  <a:gd name="T18" fmla="*/ 9 w 16"/>
                  <a:gd name="T19" fmla="*/ 1 h 9"/>
                  <a:gd name="T20" fmla="*/ 15 w 16"/>
                  <a:gd name="T21" fmla="*/ 5 h 9"/>
                  <a:gd name="T22" fmla="*/ 16 w 16"/>
                  <a:gd name="T23" fmla="*/ 6 h 9"/>
                  <a:gd name="T24" fmla="*/ 15 w 16"/>
                  <a:gd name="T25" fmla="*/ 8 h 9"/>
                  <a:gd name="T26" fmla="*/ 12 w 16"/>
                  <a:gd name="T27" fmla="*/ 8 h 9"/>
                  <a:gd name="T28" fmla="*/ 14 w 16"/>
                  <a:gd name="T29" fmla="*/ 7 h 9"/>
                  <a:gd name="T30" fmla="*/ 13 w 16"/>
                  <a:gd name="T31" fmla="*/ 5 h 9"/>
                  <a:gd name="T32" fmla="*/ 7 w 16"/>
                  <a:gd name="T33" fmla="*/ 2 h 9"/>
                  <a:gd name="T34" fmla="*/ 4 w 16"/>
                  <a:gd name="T35" fmla="*/ 2 h 9"/>
                  <a:gd name="T36" fmla="*/ 3 w 16"/>
                  <a:gd name="T37" fmla="*/ 3 h 9"/>
                  <a:gd name="T38" fmla="*/ 3 w 16"/>
                  <a:gd name="T39" fmla="*/ 4 h 9"/>
                  <a:gd name="T40" fmla="*/ 9 w 16"/>
                  <a:gd name="T41" fmla="*/ 8 h 9"/>
                  <a:gd name="T42" fmla="*/ 12 w 16"/>
                  <a:gd name="T43" fmla="*/ 8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6" h="9">
                    <a:moveTo>
                      <a:pt x="15" y="8"/>
                    </a:moveTo>
                    <a:cubicBezTo>
                      <a:pt x="13" y="9"/>
                      <a:pt x="13" y="9"/>
                      <a:pt x="13" y="9"/>
                    </a:cubicBezTo>
                    <a:cubicBezTo>
                      <a:pt x="12" y="9"/>
                      <a:pt x="11" y="9"/>
                      <a:pt x="10" y="9"/>
                    </a:cubicBezTo>
                    <a:cubicBezTo>
                      <a:pt x="10" y="9"/>
                      <a:pt x="9" y="9"/>
                      <a:pt x="8" y="9"/>
                    </a:cubicBezTo>
                    <a:cubicBezTo>
                      <a:pt x="2" y="5"/>
                      <a:pt x="2" y="5"/>
                      <a:pt x="2" y="5"/>
                    </a:cubicBezTo>
                    <a:cubicBezTo>
                      <a:pt x="1" y="5"/>
                      <a:pt x="0" y="4"/>
                      <a:pt x="0" y="4"/>
                    </a:cubicBezTo>
                    <a:cubicBezTo>
                      <a:pt x="0" y="3"/>
                      <a:pt x="1" y="3"/>
                      <a:pt x="2" y="2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4" y="1"/>
                      <a:pt x="5" y="0"/>
                      <a:pt x="6" y="0"/>
                    </a:cubicBezTo>
                    <a:cubicBezTo>
                      <a:pt x="7" y="0"/>
                      <a:pt x="8" y="1"/>
                      <a:pt x="9" y="1"/>
                    </a:cubicBezTo>
                    <a:cubicBezTo>
                      <a:pt x="15" y="5"/>
                      <a:pt x="15" y="5"/>
                      <a:pt x="15" y="5"/>
                    </a:cubicBezTo>
                    <a:cubicBezTo>
                      <a:pt x="16" y="5"/>
                      <a:pt x="16" y="6"/>
                      <a:pt x="16" y="6"/>
                    </a:cubicBezTo>
                    <a:cubicBezTo>
                      <a:pt x="16" y="7"/>
                      <a:pt x="16" y="7"/>
                      <a:pt x="15" y="8"/>
                    </a:cubicBezTo>
                    <a:close/>
                    <a:moveTo>
                      <a:pt x="12" y="8"/>
                    </a:moveTo>
                    <a:cubicBezTo>
                      <a:pt x="14" y="7"/>
                      <a:pt x="14" y="7"/>
                      <a:pt x="14" y="7"/>
                    </a:cubicBezTo>
                    <a:cubicBezTo>
                      <a:pt x="15" y="7"/>
                      <a:pt x="14" y="6"/>
                      <a:pt x="13" y="5"/>
                    </a:cubicBezTo>
                    <a:cubicBezTo>
                      <a:pt x="7" y="2"/>
                      <a:pt x="7" y="2"/>
                      <a:pt x="7" y="2"/>
                    </a:cubicBezTo>
                    <a:cubicBezTo>
                      <a:pt x="6" y="1"/>
                      <a:pt x="5" y="1"/>
                      <a:pt x="4" y="2"/>
                    </a:cubicBezTo>
                    <a:cubicBezTo>
                      <a:pt x="3" y="3"/>
                      <a:pt x="3" y="3"/>
                      <a:pt x="3" y="3"/>
                    </a:cubicBezTo>
                    <a:cubicBezTo>
                      <a:pt x="2" y="3"/>
                      <a:pt x="2" y="4"/>
                      <a:pt x="3" y="4"/>
                    </a:cubicBezTo>
                    <a:cubicBezTo>
                      <a:pt x="9" y="8"/>
                      <a:pt x="9" y="8"/>
                      <a:pt x="9" y="8"/>
                    </a:cubicBezTo>
                    <a:cubicBezTo>
                      <a:pt x="10" y="9"/>
                      <a:pt x="11" y="9"/>
                      <a:pt x="12" y="8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5" name="Freeform: Shape 34" descr="9e499142-bfe9-49fc-8c0d-4b25fb28290a"/>
              <p:cNvSpPr/>
              <p:nvPr/>
            </p:nvSpPr>
            <p:spPr bwMode="auto">
              <a:xfrm>
                <a:off x="4943478" y="2309798"/>
                <a:ext cx="55563" cy="34925"/>
              </a:xfrm>
              <a:custGeom>
                <a:avLst/>
                <a:gdLst>
                  <a:gd name="T0" fmla="*/ 14 w 15"/>
                  <a:gd name="T1" fmla="*/ 7 h 9"/>
                  <a:gd name="T2" fmla="*/ 12 w 15"/>
                  <a:gd name="T3" fmla="*/ 8 h 9"/>
                  <a:gd name="T4" fmla="*/ 10 w 15"/>
                  <a:gd name="T5" fmla="*/ 9 h 9"/>
                  <a:gd name="T6" fmla="*/ 7 w 15"/>
                  <a:gd name="T7" fmla="*/ 8 h 9"/>
                  <a:gd name="T8" fmla="*/ 1 w 15"/>
                  <a:gd name="T9" fmla="*/ 4 h 9"/>
                  <a:gd name="T10" fmla="*/ 0 w 15"/>
                  <a:gd name="T11" fmla="*/ 3 h 9"/>
                  <a:gd name="T12" fmla="*/ 1 w 15"/>
                  <a:gd name="T13" fmla="*/ 1 h 9"/>
                  <a:gd name="T14" fmla="*/ 3 w 15"/>
                  <a:gd name="T15" fmla="*/ 0 h 9"/>
                  <a:gd name="T16" fmla="*/ 5 w 15"/>
                  <a:gd name="T17" fmla="*/ 0 h 9"/>
                  <a:gd name="T18" fmla="*/ 8 w 15"/>
                  <a:gd name="T19" fmla="*/ 0 h 9"/>
                  <a:gd name="T20" fmla="*/ 14 w 15"/>
                  <a:gd name="T21" fmla="*/ 4 h 9"/>
                  <a:gd name="T22" fmla="*/ 15 w 15"/>
                  <a:gd name="T23" fmla="*/ 5 h 9"/>
                  <a:gd name="T24" fmla="*/ 14 w 15"/>
                  <a:gd name="T25" fmla="*/ 7 h 9"/>
                  <a:gd name="T26" fmla="*/ 11 w 15"/>
                  <a:gd name="T27" fmla="*/ 7 h 9"/>
                  <a:gd name="T28" fmla="*/ 13 w 15"/>
                  <a:gd name="T29" fmla="*/ 6 h 9"/>
                  <a:gd name="T30" fmla="*/ 13 w 15"/>
                  <a:gd name="T31" fmla="*/ 5 h 9"/>
                  <a:gd name="T32" fmla="*/ 7 w 15"/>
                  <a:gd name="T33" fmla="*/ 1 h 9"/>
                  <a:gd name="T34" fmla="*/ 4 w 15"/>
                  <a:gd name="T35" fmla="*/ 1 h 9"/>
                  <a:gd name="T36" fmla="*/ 2 w 15"/>
                  <a:gd name="T37" fmla="*/ 2 h 9"/>
                  <a:gd name="T38" fmla="*/ 2 w 15"/>
                  <a:gd name="T39" fmla="*/ 4 h 9"/>
                  <a:gd name="T40" fmla="*/ 8 w 15"/>
                  <a:gd name="T41" fmla="*/ 7 h 9"/>
                  <a:gd name="T42" fmla="*/ 11 w 15"/>
                  <a:gd name="T43" fmla="*/ 7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5" h="9">
                    <a:moveTo>
                      <a:pt x="14" y="7"/>
                    </a:moveTo>
                    <a:cubicBezTo>
                      <a:pt x="12" y="8"/>
                      <a:pt x="12" y="8"/>
                      <a:pt x="12" y="8"/>
                    </a:cubicBezTo>
                    <a:cubicBezTo>
                      <a:pt x="11" y="8"/>
                      <a:pt x="11" y="9"/>
                      <a:pt x="10" y="9"/>
                    </a:cubicBezTo>
                    <a:cubicBezTo>
                      <a:pt x="9" y="9"/>
                      <a:pt x="8" y="8"/>
                      <a:pt x="7" y="8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0" y="4"/>
                      <a:pt x="0" y="3"/>
                      <a:pt x="0" y="3"/>
                    </a:cubicBezTo>
                    <a:cubicBezTo>
                      <a:pt x="0" y="2"/>
                      <a:pt x="0" y="2"/>
                      <a:pt x="1" y="1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4" y="0"/>
                      <a:pt x="5" y="0"/>
                    </a:cubicBezTo>
                    <a:cubicBezTo>
                      <a:pt x="6" y="0"/>
                      <a:pt x="7" y="0"/>
                      <a:pt x="8" y="0"/>
                    </a:cubicBezTo>
                    <a:cubicBezTo>
                      <a:pt x="14" y="4"/>
                      <a:pt x="14" y="4"/>
                      <a:pt x="14" y="4"/>
                    </a:cubicBezTo>
                    <a:cubicBezTo>
                      <a:pt x="15" y="4"/>
                      <a:pt x="15" y="5"/>
                      <a:pt x="15" y="5"/>
                    </a:cubicBezTo>
                    <a:cubicBezTo>
                      <a:pt x="15" y="6"/>
                      <a:pt x="15" y="7"/>
                      <a:pt x="14" y="7"/>
                    </a:cubicBezTo>
                    <a:close/>
                    <a:moveTo>
                      <a:pt x="11" y="7"/>
                    </a:moveTo>
                    <a:cubicBezTo>
                      <a:pt x="13" y="6"/>
                      <a:pt x="13" y="6"/>
                      <a:pt x="13" y="6"/>
                    </a:cubicBezTo>
                    <a:cubicBezTo>
                      <a:pt x="14" y="6"/>
                      <a:pt x="14" y="5"/>
                      <a:pt x="13" y="5"/>
                    </a:cubicBezTo>
                    <a:cubicBezTo>
                      <a:pt x="7" y="1"/>
                      <a:pt x="7" y="1"/>
                      <a:pt x="7" y="1"/>
                    </a:cubicBezTo>
                    <a:cubicBezTo>
                      <a:pt x="6" y="1"/>
                      <a:pt x="5" y="1"/>
                      <a:pt x="4" y="1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1" y="3"/>
                      <a:pt x="1" y="3"/>
                      <a:pt x="2" y="4"/>
                    </a:cubicBezTo>
                    <a:cubicBezTo>
                      <a:pt x="8" y="7"/>
                      <a:pt x="8" y="7"/>
                      <a:pt x="8" y="7"/>
                    </a:cubicBezTo>
                    <a:cubicBezTo>
                      <a:pt x="9" y="8"/>
                      <a:pt x="10" y="8"/>
                      <a:pt x="11" y="7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6" name="Freeform: Shape 35" descr="3d219d97-23a7-4e49-9576-080bcccc89c7"/>
              <p:cNvSpPr/>
              <p:nvPr/>
            </p:nvSpPr>
            <p:spPr bwMode="auto">
              <a:xfrm>
                <a:off x="6958016" y="2155811"/>
                <a:ext cx="60325" cy="33338"/>
              </a:xfrm>
              <a:custGeom>
                <a:avLst/>
                <a:gdLst>
                  <a:gd name="T0" fmla="*/ 15 w 16"/>
                  <a:gd name="T1" fmla="*/ 7 h 9"/>
                  <a:gd name="T2" fmla="*/ 13 w 16"/>
                  <a:gd name="T3" fmla="*/ 8 h 9"/>
                  <a:gd name="T4" fmla="*/ 10 w 16"/>
                  <a:gd name="T5" fmla="*/ 9 h 9"/>
                  <a:gd name="T6" fmla="*/ 8 w 16"/>
                  <a:gd name="T7" fmla="*/ 8 h 9"/>
                  <a:gd name="T8" fmla="*/ 1 w 16"/>
                  <a:gd name="T9" fmla="*/ 5 h 9"/>
                  <a:gd name="T10" fmla="*/ 0 w 16"/>
                  <a:gd name="T11" fmla="*/ 3 h 9"/>
                  <a:gd name="T12" fmla="*/ 1 w 16"/>
                  <a:gd name="T13" fmla="*/ 1 h 9"/>
                  <a:gd name="T14" fmla="*/ 3 w 16"/>
                  <a:gd name="T15" fmla="*/ 0 h 9"/>
                  <a:gd name="T16" fmla="*/ 6 w 16"/>
                  <a:gd name="T17" fmla="*/ 0 h 9"/>
                  <a:gd name="T18" fmla="*/ 8 w 16"/>
                  <a:gd name="T19" fmla="*/ 0 h 9"/>
                  <a:gd name="T20" fmla="*/ 15 w 16"/>
                  <a:gd name="T21" fmla="*/ 4 h 9"/>
                  <a:gd name="T22" fmla="*/ 16 w 16"/>
                  <a:gd name="T23" fmla="*/ 6 h 9"/>
                  <a:gd name="T24" fmla="*/ 15 w 16"/>
                  <a:gd name="T25" fmla="*/ 7 h 9"/>
                  <a:gd name="T26" fmla="*/ 12 w 16"/>
                  <a:gd name="T27" fmla="*/ 7 h 9"/>
                  <a:gd name="T28" fmla="*/ 13 w 16"/>
                  <a:gd name="T29" fmla="*/ 6 h 9"/>
                  <a:gd name="T30" fmla="*/ 13 w 16"/>
                  <a:gd name="T31" fmla="*/ 5 h 9"/>
                  <a:gd name="T32" fmla="*/ 7 w 16"/>
                  <a:gd name="T33" fmla="*/ 1 h 9"/>
                  <a:gd name="T34" fmla="*/ 4 w 16"/>
                  <a:gd name="T35" fmla="*/ 1 h 9"/>
                  <a:gd name="T36" fmla="*/ 3 w 16"/>
                  <a:gd name="T37" fmla="*/ 2 h 9"/>
                  <a:gd name="T38" fmla="*/ 3 w 16"/>
                  <a:gd name="T39" fmla="*/ 4 h 9"/>
                  <a:gd name="T40" fmla="*/ 9 w 16"/>
                  <a:gd name="T41" fmla="*/ 7 h 9"/>
                  <a:gd name="T42" fmla="*/ 12 w 16"/>
                  <a:gd name="T43" fmla="*/ 7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6" h="9">
                    <a:moveTo>
                      <a:pt x="15" y="7"/>
                    </a:moveTo>
                    <a:cubicBezTo>
                      <a:pt x="13" y="8"/>
                      <a:pt x="13" y="8"/>
                      <a:pt x="13" y="8"/>
                    </a:cubicBezTo>
                    <a:cubicBezTo>
                      <a:pt x="12" y="9"/>
                      <a:pt x="11" y="9"/>
                      <a:pt x="10" y="9"/>
                    </a:cubicBezTo>
                    <a:cubicBezTo>
                      <a:pt x="9" y="9"/>
                      <a:pt x="8" y="9"/>
                      <a:pt x="8" y="8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1" y="4"/>
                      <a:pt x="0" y="4"/>
                      <a:pt x="0" y="3"/>
                    </a:cubicBezTo>
                    <a:cubicBezTo>
                      <a:pt x="0" y="2"/>
                      <a:pt x="1" y="2"/>
                      <a:pt x="1" y="1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4" y="0"/>
                      <a:pt x="5" y="0"/>
                      <a:pt x="6" y="0"/>
                    </a:cubicBezTo>
                    <a:cubicBezTo>
                      <a:pt x="7" y="0"/>
                      <a:pt x="8" y="0"/>
                      <a:pt x="8" y="0"/>
                    </a:cubicBezTo>
                    <a:cubicBezTo>
                      <a:pt x="15" y="4"/>
                      <a:pt x="15" y="4"/>
                      <a:pt x="15" y="4"/>
                    </a:cubicBezTo>
                    <a:cubicBezTo>
                      <a:pt x="15" y="5"/>
                      <a:pt x="16" y="5"/>
                      <a:pt x="16" y="6"/>
                    </a:cubicBezTo>
                    <a:cubicBezTo>
                      <a:pt x="16" y="6"/>
                      <a:pt x="15" y="7"/>
                      <a:pt x="15" y="7"/>
                    </a:cubicBezTo>
                    <a:close/>
                    <a:moveTo>
                      <a:pt x="12" y="7"/>
                    </a:moveTo>
                    <a:cubicBezTo>
                      <a:pt x="13" y="6"/>
                      <a:pt x="13" y="6"/>
                      <a:pt x="13" y="6"/>
                    </a:cubicBezTo>
                    <a:cubicBezTo>
                      <a:pt x="14" y="6"/>
                      <a:pt x="14" y="5"/>
                      <a:pt x="13" y="5"/>
                    </a:cubicBezTo>
                    <a:cubicBezTo>
                      <a:pt x="7" y="1"/>
                      <a:pt x="7" y="1"/>
                      <a:pt x="7" y="1"/>
                    </a:cubicBezTo>
                    <a:cubicBezTo>
                      <a:pt x="6" y="1"/>
                      <a:pt x="5" y="1"/>
                      <a:pt x="4" y="1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2" y="3"/>
                      <a:pt x="2" y="3"/>
                      <a:pt x="3" y="4"/>
                    </a:cubicBezTo>
                    <a:cubicBezTo>
                      <a:pt x="9" y="7"/>
                      <a:pt x="9" y="7"/>
                      <a:pt x="9" y="7"/>
                    </a:cubicBezTo>
                    <a:cubicBezTo>
                      <a:pt x="10" y="8"/>
                      <a:pt x="11" y="8"/>
                      <a:pt x="12" y="7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7" name="Freeform: Shape 36" descr="6db0f8c3-9a71-434a-8e74-a213899cc086"/>
              <p:cNvSpPr/>
              <p:nvPr/>
            </p:nvSpPr>
            <p:spPr bwMode="auto">
              <a:xfrm>
                <a:off x="5184779" y="2660633"/>
                <a:ext cx="52388" cy="26988"/>
              </a:xfrm>
              <a:custGeom>
                <a:avLst/>
                <a:gdLst>
                  <a:gd name="T0" fmla="*/ 1 w 14"/>
                  <a:gd name="T1" fmla="*/ 4 h 7"/>
                  <a:gd name="T2" fmla="*/ 0 w 14"/>
                  <a:gd name="T3" fmla="*/ 3 h 7"/>
                  <a:gd name="T4" fmla="*/ 0 w 14"/>
                  <a:gd name="T5" fmla="*/ 3 h 7"/>
                  <a:gd name="T6" fmla="*/ 1 w 14"/>
                  <a:gd name="T7" fmla="*/ 1 h 7"/>
                  <a:gd name="T8" fmla="*/ 1 w 14"/>
                  <a:gd name="T9" fmla="*/ 1 h 7"/>
                  <a:gd name="T10" fmla="*/ 2 w 14"/>
                  <a:gd name="T11" fmla="*/ 0 h 7"/>
                  <a:gd name="T12" fmla="*/ 3 w 14"/>
                  <a:gd name="T13" fmla="*/ 0 h 7"/>
                  <a:gd name="T14" fmla="*/ 13 w 14"/>
                  <a:gd name="T15" fmla="*/ 6 h 7"/>
                  <a:gd name="T16" fmla="*/ 13 w 14"/>
                  <a:gd name="T17" fmla="*/ 7 h 7"/>
                  <a:gd name="T18" fmla="*/ 13 w 14"/>
                  <a:gd name="T19" fmla="*/ 7 h 7"/>
                  <a:gd name="T20" fmla="*/ 12 w 14"/>
                  <a:gd name="T21" fmla="*/ 7 h 7"/>
                  <a:gd name="T22" fmla="*/ 2 w 14"/>
                  <a:gd name="T23" fmla="*/ 2 h 7"/>
                  <a:gd name="T24" fmla="*/ 1 w 14"/>
                  <a:gd name="T25" fmla="*/ 3 h 7"/>
                  <a:gd name="T26" fmla="*/ 1 w 14"/>
                  <a:gd name="T27" fmla="*/ 4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4" h="7">
                    <a:moveTo>
                      <a:pt x="1" y="4"/>
                    </a:move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3" y="0"/>
                    </a:cubicBezTo>
                    <a:cubicBezTo>
                      <a:pt x="13" y="6"/>
                      <a:pt x="13" y="6"/>
                      <a:pt x="13" y="6"/>
                    </a:cubicBezTo>
                    <a:cubicBezTo>
                      <a:pt x="14" y="7"/>
                      <a:pt x="14" y="7"/>
                      <a:pt x="13" y="7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1" y="4"/>
                      <a:pt x="1" y="4"/>
                      <a:pt x="1" y="4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8" name="Freeform: Shape 37" descr="8a8e82b2-10e3-406d-99b6-11a14f7a75db"/>
              <p:cNvSpPr/>
              <p:nvPr/>
            </p:nvSpPr>
            <p:spPr bwMode="auto">
              <a:xfrm>
                <a:off x="5448304" y="2136761"/>
                <a:ext cx="60325" cy="34925"/>
              </a:xfrm>
              <a:custGeom>
                <a:avLst/>
                <a:gdLst>
                  <a:gd name="T0" fmla="*/ 15 w 16"/>
                  <a:gd name="T1" fmla="*/ 7 h 9"/>
                  <a:gd name="T2" fmla="*/ 13 w 16"/>
                  <a:gd name="T3" fmla="*/ 8 h 9"/>
                  <a:gd name="T4" fmla="*/ 10 w 16"/>
                  <a:gd name="T5" fmla="*/ 9 h 9"/>
                  <a:gd name="T6" fmla="*/ 8 w 16"/>
                  <a:gd name="T7" fmla="*/ 8 h 9"/>
                  <a:gd name="T8" fmla="*/ 2 w 16"/>
                  <a:gd name="T9" fmla="*/ 5 h 9"/>
                  <a:gd name="T10" fmla="*/ 0 w 16"/>
                  <a:gd name="T11" fmla="*/ 3 h 9"/>
                  <a:gd name="T12" fmla="*/ 2 w 16"/>
                  <a:gd name="T13" fmla="*/ 2 h 9"/>
                  <a:gd name="T14" fmla="*/ 3 w 16"/>
                  <a:gd name="T15" fmla="*/ 1 h 9"/>
                  <a:gd name="T16" fmla="*/ 6 w 16"/>
                  <a:gd name="T17" fmla="*/ 0 h 9"/>
                  <a:gd name="T18" fmla="*/ 9 w 16"/>
                  <a:gd name="T19" fmla="*/ 1 h 9"/>
                  <a:gd name="T20" fmla="*/ 15 w 16"/>
                  <a:gd name="T21" fmla="*/ 4 h 9"/>
                  <a:gd name="T22" fmla="*/ 16 w 16"/>
                  <a:gd name="T23" fmla="*/ 6 h 9"/>
                  <a:gd name="T24" fmla="*/ 15 w 16"/>
                  <a:gd name="T25" fmla="*/ 7 h 9"/>
                  <a:gd name="T26" fmla="*/ 12 w 16"/>
                  <a:gd name="T27" fmla="*/ 7 h 9"/>
                  <a:gd name="T28" fmla="*/ 14 w 16"/>
                  <a:gd name="T29" fmla="*/ 7 h 9"/>
                  <a:gd name="T30" fmla="*/ 13 w 16"/>
                  <a:gd name="T31" fmla="*/ 5 h 9"/>
                  <a:gd name="T32" fmla="*/ 7 w 16"/>
                  <a:gd name="T33" fmla="*/ 1 h 9"/>
                  <a:gd name="T34" fmla="*/ 4 w 16"/>
                  <a:gd name="T35" fmla="*/ 1 h 9"/>
                  <a:gd name="T36" fmla="*/ 3 w 16"/>
                  <a:gd name="T37" fmla="*/ 2 h 9"/>
                  <a:gd name="T38" fmla="*/ 3 w 16"/>
                  <a:gd name="T39" fmla="*/ 4 h 9"/>
                  <a:gd name="T40" fmla="*/ 9 w 16"/>
                  <a:gd name="T41" fmla="*/ 7 h 9"/>
                  <a:gd name="T42" fmla="*/ 12 w 16"/>
                  <a:gd name="T43" fmla="*/ 7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6" h="9">
                    <a:moveTo>
                      <a:pt x="15" y="7"/>
                    </a:moveTo>
                    <a:cubicBezTo>
                      <a:pt x="13" y="8"/>
                      <a:pt x="13" y="8"/>
                      <a:pt x="13" y="8"/>
                    </a:cubicBezTo>
                    <a:cubicBezTo>
                      <a:pt x="12" y="9"/>
                      <a:pt x="11" y="9"/>
                      <a:pt x="10" y="9"/>
                    </a:cubicBezTo>
                    <a:cubicBezTo>
                      <a:pt x="10" y="9"/>
                      <a:pt x="9" y="9"/>
                      <a:pt x="8" y="8"/>
                    </a:cubicBezTo>
                    <a:cubicBezTo>
                      <a:pt x="2" y="5"/>
                      <a:pt x="2" y="5"/>
                      <a:pt x="2" y="5"/>
                    </a:cubicBezTo>
                    <a:cubicBezTo>
                      <a:pt x="1" y="4"/>
                      <a:pt x="0" y="4"/>
                      <a:pt x="0" y="3"/>
                    </a:cubicBezTo>
                    <a:cubicBezTo>
                      <a:pt x="0" y="3"/>
                      <a:pt x="1" y="2"/>
                      <a:pt x="2" y="2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4" y="0"/>
                      <a:pt x="5" y="0"/>
                      <a:pt x="6" y="0"/>
                    </a:cubicBezTo>
                    <a:cubicBezTo>
                      <a:pt x="7" y="0"/>
                      <a:pt x="8" y="0"/>
                      <a:pt x="9" y="1"/>
                    </a:cubicBezTo>
                    <a:cubicBezTo>
                      <a:pt x="15" y="4"/>
                      <a:pt x="15" y="4"/>
                      <a:pt x="15" y="4"/>
                    </a:cubicBezTo>
                    <a:cubicBezTo>
                      <a:pt x="16" y="5"/>
                      <a:pt x="16" y="5"/>
                      <a:pt x="16" y="6"/>
                    </a:cubicBezTo>
                    <a:cubicBezTo>
                      <a:pt x="16" y="6"/>
                      <a:pt x="16" y="7"/>
                      <a:pt x="15" y="7"/>
                    </a:cubicBezTo>
                    <a:close/>
                    <a:moveTo>
                      <a:pt x="12" y="7"/>
                    </a:moveTo>
                    <a:cubicBezTo>
                      <a:pt x="14" y="7"/>
                      <a:pt x="14" y="7"/>
                      <a:pt x="14" y="7"/>
                    </a:cubicBezTo>
                    <a:cubicBezTo>
                      <a:pt x="15" y="6"/>
                      <a:pt x="15" y="5"/>
                      <a:pt x="13" y="5"/>
                    </a:cubicBezTo>
                    <a:cubicBezTo>
                      <a:pt x="7" y="1"/>
                      <a:pt x="7" y="1"/>
                      <a:pt x="7" y="1"/>
                    </a:cubicBezTo>
                    <a:cubicBezTo>
                      <a:pt x="6" y="1"/>
                      <a:pt x="5" y="1"/>
                      <a:pt x="4" y="1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2" y="3"/>
                      <a:pt x="2" y="3"/>
                      <a:pt x="3" y="4"/>
                    </a:cubicBezTo>
                    <a:cubicBezTo>
                      <a:pt x="9" y="7"/>
                      <a:pt x="9" y="7"/>
                      <a:pt x="9" y="7"/>
                    </a:cubicBezTo>
                    <a:cubicBezTo>
                      <a:pt x="10" y="8"/>
                      <a:pt x="11" y="8"/>
                      <a:pt x="12" y="7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9" name="Freeform: Shape 38" descr="2a0014d2-ec19-46c6-be51-f1589a1c82ea"/>
              <p:cNvSpPr/>
              <p:nvPr/>
            </p:nvSpPr>
            <p:spPr bwMode="auto">
              <a:xfrm>
                <a:off x="5497516" y="2114536"/>
                <a:ext cx="49213" cy="26988"/>
              </a:xfrm>
              <a:custGeom>
                <a:avLst/>
                <a:gdLst>
                  <a:gd name="T0" fmla="*/ 1 w 13"/>
                  <a:gd name="T1" fmla="*/ 3 h 7"/>
                  <a:gd name="T2" fmla="*/ 0 w 13"/>
                  <a:gd name="T3" fmla="*/ 3 h 7"/>
                  <a:gd name="T4" fmla="*/ 0 w 13"/>
                  <a:gd name="T5" fmla="*/ 3 h 7"/>
                  <a:gd name="T6" fmla="*/ 1 w 13"/>
                  <a:gd name="T7" fmla="*/ 1 h 7"/>
                  <a:gd name="T8" fmla="*/ 1 w 13"/>
                  <a:gd name="T9" fmla="*/ 0 h 7"/>
                  <a:gd name="T10" fmla="*/ 2 w 13"/>
                  <a:gd name="T11" fmla="*/ 0 h 7"/>
                  <a:gd name="T12" fmla="*/ 2 w 13"/>
                  <a:gd name="T13" fmla="*/ 0 h 7"/>
                  <a:gd name="T14" fmla="*/ 13 w 13"/>
                  <a:gd name="T15" fmla="*/ 6 h 7"/>
                  <a:gd name="T16" fmla="*/ 13 w 13"/>
                  <a:gd name="T17" fmla="*/ 7 h 7"/>
                  <a:gd name="T18" fmla="*/ 12 w 13"/>
                  <a:gd name="T19" fmla="*/ 7 h 7"/>
                  <a:gd name="T20" fmla="*/ 12 w 13"/>
                  <a:gd name="T21" fmla="*/ 7 h 7"/>
                  <a:gd name="T22" fmla="*/ 2 w 13"/>
                  <a:gd name="T23" fmla="*/ 1 h 7"/>
                  <a:gd name="T24" fmla="*/ 1 w 13"/>
                  <a:gd name="T25" fmla="*/ 3 h 7"/>
                  <a:gd name="T26" fmla="*/ 1 w 13"/>
                  <a:gd name="T27" fmla="*/ 3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" h="7">
                    <a:moveTo>
                      <a:pt x="1" y="3"/>
                    </a:move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1"/>
                      <a:pt x="1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13" y="6"/>
                      <a:pt x="13" y="6"/>
                      <a:pt x="13" y="6"/>
                    </a:cubicBezTo>
                    <a:cubicBezTo>
                      <a:pt x="13" y="6"/>
                      <a:pt x="13" y="7"/>
                      <a:pt x="13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1" y="4"/>
                      <a:pt x="1" y="4"/>
                      <a:pt x="1" y="3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0" name="Freeform: Shape 39" descr="723b00c2-dc27-4fe6-b1d8-1ce835d70ed4"/>
              <p:cNvSpPr/>
              <p:nvPr/>
            </p:nvSpPr>
            <p:spPr bwMode="auto">
              <a:xfrm>
                <a:off x="6173791" y="1465253"/>
                <a:ext cx="52388" cy="30163"/>
              </a:xfrm>
              <a:custGeom>
                <a:avLst/>
                <a:gdLst>
                  <a:gd name="T0" fmla="*/ 1 w 14"/>
                  <a:gd name="T1" fmla="*/ 4 h 8"/>
                  <a:gd name="T2" fmla="*/ 1 w 14"/>
                  <a:gd name="T3" fmla="*/ 4 h 8"/>
                  <a:gd name="T4" fmla="*/ 0 w 14"/>
                  <a:gd name="T5" fmla="*/ 3 h 8"/>
                  <a:gd name="T6" fmla="*/ 1 w 14"/>
                  <a:gd name="T7" fmla="*/ 1 h 8"/>
                  <a:gd name="T8" fmla="*/ 2 w 14"/>
                  <a:gd name="T9" fmla="*/ 1 h 8"/>
                  <a:gd name="T10" fmla="*/ 2 w 14"/>
                  <a:gd name="T11" fmla="*/ 1 h 8"/>
                  <a:gd name="T12" fmla="*/ 3 w 14"/>
                  <a:gd name="T13" fmla="*/ 1 h 8"/>
                  <a:gd name="T14" fmla="*/ 14 w 14"/>
                  <a:gd name="T15" fmla="*/ 7 h 8"/>
                  <a:gd name="T16" fmla="*/ 14 w 14"/>
                  <a:gd name="T17" fmla="*/ 7 h 8"/>
                  <a:gd name="T18" fmla="*/ 13 w 14"/>
                  <a:gd name="T19" fmla="*/ 8 h 8"/>
                  <a:gd name="T20" fmla="*/ 12 w 14"/>
                  <a:gd name="T21" fmla="*/ 8 h 8"/>
                  <a:gd name="T22" fmla="*/ 3 w 14"/>
                  <a:gd name="T23" fmla="*/ 2 h 8"/>
                  <a:gd name="T24" fmla="*/ 2 w 14"/>
                  <a:gd name="T25" fmla="*/ 4 h 8"/>
                  <a:gd name="T26" fmla="*/ 1 w 14"/>
                  <a:gd name="T27" fmla="*/ 4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4" h="8">
                    <a:moveTo>
                      <a:pt x="1" y="4"/>
                    </a:moveTo>
                    <a:cubicBezTo>
                      <a:pt x="1" y="4"/>
                      <a:pt x="1" y="4"/>
                      <a:pt x="1" y="4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1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0"/>
                      <a:pt x="3" y="0"/>
                      <a:pt x="3" y="1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3" y="8"/>
                      <a:pt x="13" y="8"/>
                      <a:pt x="12" y="8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2" y="4"/>
                      <a:pt x="2" y="4"/>
                      <a:pt x="2" y="4"/>
                    </a:cubicBezTo>
                    <a:cubicBezTo>
                      <a:pt x="2" y="4"/>
                      <a:pt x="1" y="4"/>
                      <a:pt x="1" y="4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1" name="Freeform: Shape 40" descr="408e04c1-f5d4-4e56-8340-6e7d6d25a4c7"/>
              <p:cNvSpPr/>
              <p:nvPr/>
            </p:nvSpPr>
            <p:spPr bwMode="auto">
              <a:xfrm>
                <a:off x="5919791" y="1895463"/>
                <a:ext cx="49213" cy="26988"/>
              </a:xfrm>
              <a:custGeom>
                <a:avLst/>
                <a:gdLst>
                  <a:gd name="T0" fmla="*/ 1 w 13"/>
                  <a:gd name="T1" fmla="*/ 4 h 7"/>
                  <a:gd name="T2" fmla="*/ 0 w 13"/>
                  <a:gd name="T3" fmla="*/ 3 h 7"/>
                  <a:gd name="T4" fmla="*/ 0 w 13"/>
                  <a:gd name="T5" fmla="*/ 3 h 7"/>
                  <a:gd name="T6" fmla="*/ 1 w 13"/>
                  <a:gd name="T7" fmla="*/ 1 h 7"/>
                  <a:gd name="T8" fmla="*/ 1 w 13"/>
                  <a:gd name="T9" fmla="*/ 1 h 7"/>
                  <a:gd name="T10" fmla="*/ 2 w 13"/>
                  <a:gd name="T11" fmla="*/ 0 h 7"/>
                  <a:gd name="T12" fmla="*/ 2 w 13"/>
                  <a:gd name="T13" fmla="*/ 0 h 7"/>
                  <a:gd name="T14" fmla="*/ 13 w 13"/>
                  <a:gd name="T15" fmla="*/ 7 h 7"/>
                  <a:gd name="T16" fmla="*/ 13 w 13"/>
                  <a:gd name="T17" fmla="*/ 7 h 7"/>
                  <a:gd name="T18" fmla="*/ 12 w 13"/>
                  <a:gd name="T19" fmla="*/ 7 h 7"/>
                  <a:gd name="T20" fmla="*/ 12 w 13"/>
                  <a:gd name="T21" fmla="*/ 7 h 7"/>
                  <a:gd name="T22" fmla="*/ 2 w 13"/>
                  <a:gd name="T23" fmla="*/ 2 h 7"/>
                  <a:gd name="T24" fmla="*/ 1 w 13"/>
                  <a:gd name="T25" fmla="*/ 4 h 7"/>
                  <a:gd name="T26" fmla="*/ 1 w 13"/>
                  <a:gd name="T27" fmla="*/ 4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" h="7">
                    <a:moveTo>
                      <a:pt x="1" y="4"/>
                    </a:move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1" y="4"/>
                      <a:pt x="1" y="4"/>
                      <a:pt x="1" y="4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2" name="Freeform: Shape 41" descr="0515ec91-97b1-4fd3-acb6-01f36dba0f58"/>
              <p:cNvSpPr/>
              <p:nvPr/>
            </p:nvSpPr>
            <p:spPr bwMode="auto">
              <a:xfrm>
                <a:off x="5826129" y="1774813"/>
                <a:ext cx="49213" cy="26988"/>
              </a:xfrm>
              <a:custGeom>
                <a:avLst/>
                <a:gdLst>
                  <a:gd name="T0" fmla="*/ 1 w 13"/>
                  <a:gd name="T1" fmla="*/ 3 h 7"/>
                  <a:gd name="T2" fmla="*/ 0 w 13"/>
                  <a:gd name="T3" fmla="*/ 3 h 7"/>
                  <a:gd name="T4" fmla="*/ 0 w 13"/>
                  <a:gd name="T5" fmla="*/ 2 h 7"/>
                  <a:gd name="T6" fmla="*/ 1 w 13"/>
                  <a:gd name="T7" fmla="*/ 1 h 7"/>
                  <a:gd name="T8" fmla="*/ 1 w 13"/>
                  <a:gd name="T9" fmla="*/ 0 h 7"/>
                  <a:gd name="T10" fmla="*/ 2 w 13"/>
                  <a:gd name="T11" fmla="*/ 0 h 7"/>
                  <a:gd name="T12" fmla="*/ 2 w 13"/>
                  <a:gd name="T13" fmla="*/ 0 h 7"/>
                  <a:gd name="T14" fmla="*/ 13 w 13"/>
                  <a:gd name="T15" fmla="*/ 6 h 7"/>
                  <a:gd name="T16" fmla="*/ 13 w 13"/>
                  <a:gd name="T17" fmla="*/ 6 h 7"/>
                  <a:gd name="T18" fmla="*/ 12 w 13"/>
                  <a:gd name="T19" fmla="*/ 7 h 7"/>
                  <a:gd name="T20" fmla="*/ 12 w 13"/>
                  <a:gd name="T21" fmla="*/ 7 h 7"/>
                  <a:gd name="T22" fmla="*/ 2 w 13"/>
                  <a:gd name="T23" fmla="*/ 1 h 7"/>
                  <a:gd name="T24" fmla="*/ 1 w 13"/>
                  <a:gd name="T25" fmla="*/ 3 h 7"/>
                  <a:gd name="T26" fmla="*/ 1 w 13"/>
                  <a:gd name="T27" fmla="*/ 3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" h="7">
                    <a:moveTo>
                      <a:pt x="1" y="3"/>
                    </a:move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2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13" y="6"/>
                      <a:pt x="13" y="6"/>
                      <a:pt x="13" y="6"/>
                    </a:cubicBezTo>
                    <a:cubicBezTo>
                      <a:pt x="13" y="6"/>
                      <a:pt x="13" y="6"/>
                      <a:pt x="13" y="6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3" name="Freeform: Shape 42" descr="e06e2eb1-e1d7-4890-8aeb-d1c251fc513f"/>
              <p:cNvSpPr/>
              <p:nvPr/>
            </p:nvSpPr>
            <p:spPr bwMode="auto">
              <a:xfrm>
                <a:off x="6396041" y="1911337"/>
                <a:ext cx="52388" cy="25400"/>
              </a:xfrm>
              <a:custGeom>
                <a:avLst/>
                <a:gdLst>
                  <a:gd name="T0" fmla="*/ 1 w 14"/>
                  <a:gd name="T1" fmla="*/ 3 h 7"/>
                  <a:gd name="T2" fmla="*/ 1 w 14"/>
                  <a:gd name="T3" fmla="*/ 3 h 7"/>
                  <a:gd name="T4" fmla="*/ 0 w 14"/>
                  <a:gd name="T5" fmla="*/ 3 h 7"/>
                  <a:gd name="T6" fmla="*/ 1 w 14"/>
                  <a:gd name="T7" fmla="*/ 1 h 7"/>
                  <a:gd name="T8" fmla="*/ 2 w 14"/>
                  <a:gd name="T9" fmla="*/ 0 h 7"/>
                  <a:gd name="T10" fmla="*/ 2 w 14"/>
                  <a:gd name="T11" fmla="*/ 0 h 7"/>
                  <a:gd name="T12" fmla="*/ 3 w 14"/>
                  <a:gd name="T13" fmla="*/ 0 h 7"/>
                  <a:gd name="T14" fmla="*/ 14 w 14"/>
                  <a:gd name="T15" fmla="*/ 6 h 7"/>
                  <a:gd name="T16" fmla="*/ 14 w 14"/>
                  <a:gd name="T17" fmla="*/ 6 h 7"/>
                  <a:gd name="T18" fmla="*/ 13 w 14"/>
                  <a:gd name="T19" fmla="*/ 7 h 7"/>
                  <a:gd name="T20" fmla="*/ 12 w 14"/>
                  <a:gd name="T21" fmla="*/ 7 h 7"/>
                  <a:gd name="T22" fmla="*/ 3 w 14"/>
                  <a:gd name="T23" fmla="*/ 1 h 7"/>
                  <a:gd name="T24" fmla="*/ 2 w 14"/>
                  <a:gd name="T25" fmla="*/ 3 h 7"/>
                  <a:gd name="T26" fmla="*/ 1 w 14"/>
                  <a:gd name="T27" fmla="*/ 3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4" h="7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3" y="0"/>
                      <a:pt x="3" y="0"/>
                    </a:cubicBezTo>
                    <a:cubicBezTo>
                      <a:pt x="14" y="6"/>
                      <a:pt x="14" y="6"/>
                      <a:pt x="14" y="6"/>
                    </a:cubicBezTo>
                    <a:cubicBezTo>
                      <a:pt x="14" y="6"/>
                      <a:pt x="14" y="6"/>
                      <a:pt x="14" y="6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3" y="7"/>
                      <a:pt x="13" y="7"/>
                      <a:pt x="12" y="7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4" name="Freeform: Shape 43" descr="cdfbe0ac-6420-446c-8240-be465e8f7fa4"/>
              <p:cNvSpPr/>
              <p:nvPr/>
            </p:nvSpPr>
            <p:spPr bwMode="auto">
              <a:xfrm>
                <a:off x="5210179" y="2709845"/>
                <a:ext cx="49213" cy="30163"/>
              </a:xfrm>
              <a:custGeom>
                <a:avLst/>
                <a:gdLst>
                  <a:gd name="T0" fmla="*/ 1 w 13"/>
                  <a:gd name="T1" fmla="*/ 4 h 8"/>
                  <a:gd name="T2" fmla="*/ 0 w 13"/>
                  <a:gd name="T3" fmla="*/ 4 h 8"/>
                  <a:gd name="T4" fmla="*/ 0 w 13"/>
                  <a:gd name="T5" fmla="*/ 3 h 8"/>
                  <a:gd name="T6" fmla="*/ 1 w 13"/>
                  <a:gd name="T7" fmla="*/ 1 h 8"/>
                  <a:gd name="T8" fmla="*/ 1 w 13"/>
                  <a:gd name="T9" fmla="*/ 1 h 8"/>
                  <a:gd name="T10" fmla="*/ 2 w 13"/>
                  <a:gd name="T11" fmla="*/ 1 h 8"/>
                  <a:gd name="T12" fmla="*/ 2 w 13"/>
                  <a:gd name="T13" fmla="*/ 1 h 8"/>
                  <a:gd name="T14" fmla="*/ 13 w 13"/>
                  <a:gd name="T15" fmla="*/ 7 h 8"/>
                  <a:gd name="T16" fmla="*/ 13 w 13"/>
                  <a:gd name="T17" fmla="*/ 7 h 8"/>
                  <a:gd name="T18" fmla="*/ 12 w 13"/>
                  <a:gd name="T19" fmla="*/ 8 h 8"/>
                  <a:gd name="T20" fmla="*/ 12 w 13"/>
                  <a:gd name="T21" fmla="*/ 8 h 8"/>
                  <a:gd name="T22" fmla="*/ 2 w 13"/>
                  <a:gd name="T23" fmla="*/ 2 h 8"/>
                  <a:gd name="T24" fmla="*/ 1 w 13"/>
                  <a:gd name="T25" fmla="*/ 4 h 8"/>
                  <a:gd name="T26" fmla="*/ 1 w 13"/>
                  <a:gd name="T27" fmla="*/ 4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" h="8">
                    <a:moveTo>
                      <a:pt x="1" y="4"/>
                    </a:moveTo>
                    <a:cubicBezTo>
                      <a:pt x="0" y="4"/>
                      <a:pt x="0" y="4"/>
                      <a:pt x="0" y="4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0"/>
                      <a:pt x="2" y="0"/>
                      <a:pt x="2" y="1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2" y="8"/>
                      <a:pt x="12" y="8"/>
                      <a:pt x="12" y="8"/>
                    </a:cubicBezTo>
                    <a:cubicBezTo>
                      <a:pt x="12" y="8"/>
                      <a:pt x="12" y="8"/>
                      <a:pt x="12" y="8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1" y="4"/>
                      <a:pt x="1" y="4"/>
                      <a:pt x="1" y="4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5" name="Freeform: Shape 44" descr="39f0689e-6ced-4b47-a9a4-d2a67ceb0d69"/>
              <p:cNvSpPr/>
              <p:nvPr/>
            </p:nvSpPr>
            <p:spPr bwMode="auto">
              <a:xfrm>
                <a:off x="5618165" y="2690796"/>
                <a:ext cx="57150" cy="34925"/>
              </a:xfrm>
              <a:custGeom>
                <a:avLst/>
                <a:gdLst>
                  <a:gd name="T0" fmla="*/ 14 w 15"/>
                  <a:gd name="T1" fmla="*/ 8 h 9"/>
                  <a:gd name="T2" fmla="*/ 12 w 15"/>
                  <a:gd name="T3" fmla="*/ 9 h 9"/>
                  <a:gd name="T4" fmla="*/ 10 w 15"/>
                  <a:gd name="T5" fmla="*/ 9 h 9"/>
                  <a:gd name="T6" fmla="*/ 7 w 15"/>
                  <a:gd name="T7" fmla="*/ 9 h 9"/>
                  <a:gd name="T8" fmla="*/ 1 w 15"/>
                  <a:gd name="T9" fmla="*/ 5 h 9"/>
                  <a:gd name="T10" fmla="*/ 0 w 15"/>
                  <a:gd name="T11" fmla="*/ 4 h 9"/>
                  <a:gd name="T12" fmla="*/ 1 w 15"/>
                  <a:gd name="T13" fmla="*/ 2 h 9"/>
                  <a:gd name="T14" fmla="*/ 3 w 15"/>
                  <a:gd name="T15" fmla="*/ 1 h 9"/>
                  <a:gd name="T16" fmla="*/ 5 w 15"/>
                  <a:gd name="T17" fmla="*/ 0 h 9"/>
                  <a:gd name="T18" fmla="*/ 8 w 15"/>
                  <a:gd name="T19" fmla="*/ 1 h 9"/>
                  <a:gd name="T20" fmla="*/ 14 w 15"/>
                  <a:gd name="T21" fmla="*/ 5 h 9"/>
                  <a:gd name="T22" fmla="*/ 15 w 15"/>
                  <a:gd name="T23" fmla="*/ 6 h 9"/>
                  <a:gd name="T24" fmla="*/ 14 w 15"/>
                  <a:gd name="T25" fmla="*/ 8 h 9"/>
                  <a:gd name="T26" fmla="*/ 11 w 15"/>
                  <a:gd name="T27" fmla="*/ 8 h 9"/>
                  <a:gd name="T28" fmla="*/ 13 w 15"/>
                  <a:gd name="T29" fmla="*/ 7 h 9"/>
                  <a:gd name="T30" fmla="*/ 13 w 15"/>
                  <a:gd name="T31" fmla="*/ 5 h 9"/>
                  <a:gd name="T32" fmla="*/ 7 w 15"/>
                  <a:gd name="T33" fmla="*/ 2 h 9"/>
                  <a:gd name="T34" fmla="*/ 4 w 15"/>
                  <a:gd name="T35" fmla="*/ 2 h 9"/>
                  <a:gd name="T36" fmla="*/ 2 w 15"/>
                  <a:gd name="T37" fmla="*/ 3 h 9"/>
                  <a:gd name="T38" fmla="*/ 2 w 15"/>
                  <a:gd name="T39" fmla="*/ 4 h 9"/>
                  <a:gd name="T40" fmla="*/ 8 w 15"/>
                  <a:gd name="T41" fmla="*/ 8 h 9"/>
                  <a:gd name="T42" fmla="*/ 11 w 15"/>
                  <a:gd name="T43" fmla="*/ 8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5" h="9">
                    <a:moveTo>
                      <a:pt x="14" y="8"/>
                    </a:moveTo>
                    <a:cubicBezTo>
                      <a:pt x="12" y="9"/>
                      <a:pt x="12" y="9"/>
                      <a:pt x="12" y="9"/>
                    </a:cubicBezTo>
                    <a:cubicBezTo>
                      <a:pt x="12" y="9"/>
                      <a:pt x="11" y="9"/>
                      <a:pt x="10" y="9"/>
                    </a:cubicBezTo>
                    <a:cubicBezTo>
                      <a:pt x="9" y="9"/>
                      <a:pt x="8" y="9"/>
                      <a:pt x="7" y="9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0" y="5"/>
                      <a:pt x="0" y="4"/>
                      <a:pt x="0" y="4"/>
                    </a:cubicBezTo>
                    <a:cubicBezTo>
                      <a:pt x="0" y="3"/>
                      <a:pt x="0" y="3"/>
                      <a:pt x="1" y="2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4" y="1"/>
                      <a:pt x="4" y="0"/>
                      <a:pt x="5" y="0"/>
                    </a:cubicBezTo>
                    <a:cubicBezTo>
                      <a:pt x="6" y="0"/>
                      <a:pt x="7" y="1"/>
                      <a:pt x="8" y="1"/>
                    </a:cubicBezTo>
                    <a:cubicBezTo>
                      <a:pt x="14" y="5"/>
                      <a:pt x="14" y="5"/>
                      <a:pt x="14" y="5"/>
                    </a:cubicBezTo>
                    <a:cubicBezTo>
                      <a:pt x="15" y="5"/>
                      <a:pt x="15" y="6"/>
                      <a:pt x="15" y="6"/>
                    </a:cubicBezTo>
                    <a:cubicBezTo>
                      <a:pt x="15" y="7"/>
                      <a:pt x="15" y="7"/>
                      <a:pt x="14" y="8"/>
                    </a:cubicBezTo>
                    <a:close/>
                    <a:moveTo>
                      <a:pt x="11" y="8"/>
                    </a:moveTo>
                    <a:cubicBezTo>
                      <a:pt x="13" y="7"/>
                      <a:pt x="13" y="7"/>
                      <a:pt x="13" y="7"/>
                    </a:cubicBezTo>
                    <a:cubicBezTo>
                      <a:pt x="14" y="7"/>
                      <a:pt x="14" y="6"/>
                      <a:pt x="13" y="5"/>
                    </a:cubicBezTo>
                    <a:cubicBezTo>
                      <a:pt x="7" y="2"/>
                      <a:pt x="7" y="2"/>
                      <a:pt x="7" y="2"/>
                    </a:cubicBezTo>
                    <a:cubicBezTo>
                      <a:pt x="6" y="1"/>
                      <a:pt x="5" y="1"/>
                      <a:pt x="4" y="2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1" y="4"/>
                      <a:pt x="2" y="4"/>
                    </a:cubicBezTo>
                    <a:cubicBezTo>
                      <a:pt x="8" y="8"/>
                      <a:pt x="8" y="8"/>
                      <a:pt x="8" y="8"/>
                    </a:cubicBezTo>
                    <a:cubicBezTo>
                      <a:pt x="9" y="8"/>
                      <a:pt x="10" y="8"/>
                      <a:pt x="11" y="8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6" name="Freeform: Shape 45" descr="7fe9abdf-df6b-4ce0-8091-05563d9b50b9"/>
              <p:cNvSpPr/>
              <p:nvPr/>
            </p:nvSpPr>
            <p:spPr bwMode="auto">
              <a:xfrm>
                <a:off x="6234116" y="1635114"/>
                <a:ext cx="52388" cy="26988"/>
              </a:xfrm>
              <a:custGeom>
                <a:avLst/>
                <a:gdLst>
                  <a:gd name="T0" fmla="*/ 1 w 14"/>
                  <a:gd name="T1" fmla="*/ 3 h 7"/>
                  <a:gd name="T2" fmla="*/ 1 w 14"/>
                  <a:gd name="T3" fmla="*/ 3 h 7"/>
                  <a:gd name="T4" fmla="*/ 0 w 14"/>
                  <a:gd name="T5" fmla="*/ 3 h 7"/>
                  <a:gd name="T6" fmla="*/ 1 w 14"/>
                  <a:gd name="T7" fmla="*/ 1 h 7"/>
                  <a:gd name="T8" fmla="*/ 1 w 14"/>
                  <a:gd name="T9" fmla="*/ 0 h 7"/>
                  <a:gd name="T10" fmla="*/ 2 w 14"/>
                  <a:gd name="T11" fmla="*/ 0 h 7"/>
                  <a:gd name="T12" fmla="*/ 3 w 14"/>
                  <a:gd name="T13" fmla="*/ 0 h 7"/>
                  <a:gd name="T14" fmla="*/ 14 w 14"/>
                  <a:gd name="T15" fmla="*/ 6 h 7"/>
                  <a:gd name="T16" fmla="*/ 14 w 14"/>
                  <a:gd name="T17" fmla="*/ 6 h 7"/>
                  <a:gd name="T18" fmla="*/ 13 w 14"/>
                  <a:gd name="T19" fmla="*/ 7 h 7"/>
                  <a:gd name="T20" fmla="*/ 12 w 14"/>
                  <a:gd name="T21" fmla="*/ 7 h 7"/>
                  <a:gd name="T22" fmla="*/ 3 w 14"/>
                  <a:gd name="T23" fmla="*/ 1 h 7"/>
                  <a:gd name="T24" fmla="*/ 2 w 14"/>
                  <a:gd name="T25" fmla="*/ 3 h 7"/>
                  <a:gd name="T26" fmla="*/ 1 w 14"/>
                  <a:gd name="T27" fmla="*/ 3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4" h="7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3" y="0"/>
                      <a:pt x="3" y="0"/>
                    </a:cubicBezTo>
                    <a:cubicBezTo>
                      <a:pt x="14" y="6"/>
                      <a:pt x="14" y="6"/>
                      <a:pt x="14" y="6"/>
                    </a:cubicBezTo>
                    <a:cubicBezTo>
                      <a:pt x="14" y="6"/>
                      <a:pt x="14" y="6"/>
                      <a:pt x="14" y="6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3" y="7"/>
                      <a:pt x="13" y="7"/>
                      <a:pt x="12" y="7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7" name="Freeform: Shape 46" descr="ccf9b229-be5a-493a-ae9c-2ba4283f2e43"/>
              <p:cNvSpPr/>
              <p:nvPr/>
            </p:nvSpPr>
            <p:spPr bwMode="auto">
              <a:xfrm>
                <a:off x="6958016" y="2600308"/>
                <a:ext cx="60325" cy="34925"/>
              </a:xfrm>
              <a:custGeom>
                <a:avLst/>
                <a:gdLst>
                  <a:gd name="T0" fmla="*/ 15 w 16"/>
                  <a:gd name="T1" fmla="*/ 8 h 9"/>
                  <a:gd name="T2" fmla="*/ 13 w 16"/>
                  <a:gd name="T3" fmla="*/ 9 h 9"/>
                  <a:gd name="T4" fmla="*/ 10 w 16"/>
                  <a:gd name="T5" fmla="*/ 9 h 9"/>
                  <a:gd name="T6" fmla="*/ 8 w 16"/>
                  <a:gd name="T7" fmla="*/ 9 h 9"/>
                  <a:gd name="T8" fmla="*/ 1 w 16"/>
                  <a:gd name="T9" fmla="*/ 5 h 9"/>
                  <a:gd name="T10" fmla="*/ 0 w 16"/>
                  <a:gd name="T11" fmla="*/ 4 h 9"/>
                  <a:gd name="T12" fmla="*/ 1 w 16"/>
                  <a:gd name="T13" fmla="*/ 2 h 9"/>
                  <a:gd name="T14" fmla="*/ 3 w 16"/>
                  <a:gd name="T15" fmla="*/ 1 h 9"/>
                  <a:gd name="T16" fmla="*/ 6 w 16"/>
                  <a:gd name="T17" fmla="*/ 0 h 9"/>
                  <a:gd name="T18" fmla="*/ 8 w 16"/>
                  <a:gd name="T19" fmla="*/ 1 h 9"/>
                  <a:gd name="T20" fmla="*/ 15 w 16"/>
                  <a:gd name="T21" fmla="*/ 5 h 9"/>
                  <a:gd name="T22" fmla="*/ 16 w 16"/>
                  <a:gd name="T23" fmla="*/ 6 h 9"/>
                  <a:gd name="T24" fmla="*/ 15 w 16"/>
                  <a:gd name="T25" fmla="*/ 8 h 9"/>
                  <a:gd name="T26" fmla="*/ 12 w 16"/>
                  <a:gd name="T27" fmla="*/ 8 h 9"/>
                  <a:gd name="T28" fmla="*/ 13 w 16"/>
                  <a:gd name="T29" fmla="*/ 7 h 9"/>
                  <a:gd name="T30" fmla="*/ 13 w 16"/>
                  <a:gd name="T31" fmla="*/ 5 h 9"/>
                  <a:gd name="T32" fmla="*/ 7 w 16"/>
                  <a:gd name="T33" fmla="*/ 2 h 9"/>
                  <a:gd name="T34" fmla="*/ 4 w 16"/>
                  <a:gd name="T35" fmla="*/ 2 h 9"/>
                  <a:gd name="T36" fmla="*/ 3 w 16"/>
                  <a:gd name="T37" fmla="*/ 3 h 9"/>
                  <a:gd name="T38" fmla="*/ 3 w 16"/>
                  <a:gd name="T39" fmla="*/ 4 h 9"/>
                  <a:gd name="T40" fmla="*/ 9 w 16"/>
                  <a:gd name="T41" fmla="*/ 8 h 9"/>
                  <a:gd name="T42" fmla="*/ 12 w 16"/>
                  <a:gd name="T43" fmla="*/ 8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6" h="9">
                    <a:moveTo>
                      <a:pt x="15" y="8"/>
                    </a:moveTo>
                    <a:cubicBezTo>
                      <a:pt x="13" y="9"/>
                      <a:pt x="13" y="9"/>
                      <a:pt x="13" y="9"/>
                    </a:cubicBezTo>
                    <a:cubicBezTo>
                      <a:pt x="12" y="9"/>
                      <a:pt x="11" y="9"/>
                      <a:pt x="10" y="9"/>
                    </a:cubicBezTo>
                    <a:cubicBezTo>
                      <a:pt x="9" y="9"/>
                      <a:pt x="8" y="9"/>
                      <a:pt x="8" y="9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1" y="5"/>
                      <a:pt x="0" y="4"/>
                      <a:pt x="0" y="4"/>
                    </a:cubicBezTo>
                    <a:cubicBezTo>
                      <a:pt x="0" y="3"/>
                      <a:pt x="1" y="2"/>
                      <a:pt x="1" y="2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4" y="1"/>
                      <a:pt x="5" y="0"/>
                      <a:pt x="6" y="0"/>
                    </a:cubicBezTo>
                    <a:cubicBezTo>
                      <a:pt x="7" y="0"/>
                      <a:pt x="8" y="1"/>
                      <a:pt x="8" y="1"/>
                    </a:cubicBezTo>
                    <a:cubicBezTo>
                      <a:pt x="15" y="5"/>
                      <a:pt x="15" y="5"/>
                      <a:pt x="15" y="5"/>
                    </a:cubicBezTo>
                    <a:cubicBezTo>
                      <a:pt x="15" y="5"/>
                      <a:pt x="16" y="6"/>
                      <a:pt x="16" y="6"/>
                    </a:cubicBezTo>
                    <a:cubicBezTo>
                      <a:pt x="16" y="7"/>
                      <a:pt x="15" y="7"/>
                      <a:pt x="15" y="8"/>
                    </a:cubicBezTo>
                    <a:close/>
                    <a:moveTo>
                      <a:pt x="12" y="8"/>
                    </a:moveTo>
                    <a:cubicBezTo>
                      <a:pt x="13" y="7"/>
                      <a:pt x="13" y="7"/>
                      <a:pt x="13" y="7"/>
                    </a:cubicBezTo>
                    <a:cubicBezTo>
                      <a:pt x="14" y="6"/>
                      <a:pt x="14" y="6"/>
                      <a:pt x="13" y="5"/>
                    </a:cubicBezTo>
                    <a:cubicBezTo>
                      <a:pt x="7" y="2"/>
                      <a:pt x="7" y="2"/>
                      <a:pt x="7" y="2"/>
                    </a:cubicBezTo>
                    <a:cubicBezTo>
                      <a:pt x="6" y="1"/>
                      <a:pt x="5" y="1"/>
                      <a:pt x="4" y="2"/>
                    </a:cubicBezTo>
                    <a:cubicBezTo>
                      <a:pt x="3" y="3"/>
                      <a:pt x="3" y="3"/>
                      <a:pt x="3" y="3"/>
                    </a:cubicBezTo>
                    <a:cubicBezTo>
                      <a:pt x="2" y="3"/>
                      <a:pt x="2" y="4"/>
                      <a:pt x="3" y="4"/>
                    </a:cubicBezTo>
                    <a:cubicBezTo>
                      <a:pt x="9" y="8"/>
                      <a:pt x="9" y="8"/>
                      <a:pt x="9" y="8"/>
                    </a:cubicBezTo>
                    <a:cubicBezTo>
                      <a:pt x="10" y="8"/>
                      <a:pt x="11" y="8"/>
                      <a:pt x="12" y="8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8" name="Freeform: Shape 47" descr="daee3811-7e7f-43eb-8a05-a690545da9f5"/>
              <p:cNvSpPr/>
              <p:nvPr/>
            </p:nvSpPr>
            <p:spPr bwMode="auto">
              <a:xfrm>
                <a:off x="6573841" y="2454258"/>
                <a:ext cx="49213" cy="25400"/>
              </a:xfrm>
              <a:custGeom>
                <a:avLst/>
                <a:gdLst>
                  <a:gd name="T0" fmla="*/ 1 w 13"/>
                  <a:gd name="T1" fmla="*/ 4 h 7"/>
                  <a:gd name="T2" fmla="*/ 0 w 13"/>
                  <a:gd name="T3" fmla="*/ 3 h 7"/>
                  <a:gd name="T4" fmla="*/ 0 w 13"/>
                  <a:gd name="T5" fmla="*/ 3 h 7"/>
                  <a:gd name="T6" fmla="*/ 1 w 13"/>
                  <a:gd name="T7" fmla="*/ 1 h 7"/>
                  <a:gd name="T8" fmla="*/ 1 w 13"/>
                  <a:gd name="T9" fmla="*/ 1 h 7"/>
                  <a:gd name="T10" fmla="*/ 2 w 13"/>
                  <a:gd name="T11" fmla="*/ 0 h 7"/>
                  <a:gd name="T12" fmla="*/ 2 w 13"/>
                  <a:gd name="T13" fmla="*/ 0 h 7"/>
                  <a:gd name="T14" fmla="*/ 13 w 13"/>
                  <a:gd name="T15" fmla="*/ 7 h 7"/>
                  <a:gd name="T16" fmla="*/ 13 w 13"/>
                  <a:gd name="T17" fmla="*/ 7 h 7"/>
                  <a:gd name="T18" fmla="*/ 12 w 13"/>
                  <a:gd name="T19" fmla="*/ 7 h 7"/>
                  <a:gd name="T20" fmla="*/ 12 w 13"/>
                  <a:gd name="T21" fmla="*/ 7 h 7"/>
                  <a:gd name="T22" fmla="*/ 2 w 13"/>
                  <a:gd name="T23" fmla="*/ 2 h 7"/>
                  <a:gd name="T24" fmla="*/ 1 w 13"/>
                  <a:gd name="T25" fmla="*/ 4 h 7"/>
                  <a:gd name="T26" fmla="*/ 1 w 13"/>
                  <a:gd name="T27" fmla="*/ 4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" h="7">
                    <a:moveTo>
                      <a:pt x="1" y="4"/>
                    </a:move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1" y="4"/>
                      <a:pt x="1" y="4"/>
                      <a:pt x="1" y="4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9" name="Freeform: Shape 48" descr="4db64feb-e231-47f8-b4a1-08d5a3af4120"/>
              <p:cNvSpPr/>
              <p:nvPr/>
            </p:nvSpPr>
            <p:spPr bwMode="auto">
              <a:xfrm>
                <a:off x="6327779" y="2081199"/>
                <a:ext cx="60325" cy="33338"/>
              </a:xfrm>
              <a:custGeom>
                <a:avLst/>
                <a:gdLst>
                  <a:gd name="T0" fmla="*/ 14 w 16"/>
                  <a:gd name="T1" fmla="*/ 7 h 9"/>
                  <a:gd name="T2" fmla="*/ 13 w 16"/>
                  <a:gd name="T3" fmla="*/ 8 h 9"/>
                  <a:gd name="T4" fmla="*/ 10 w 16"/>
                  <a:gd name="T5" fmla="*/ 9 h 9"/>
                  <a:gd name="T6" fmla="*/ 7 w 16"/>
                  <a:gd name="T7" fmla="*/ 8 h 9"/>
                  <a:gd name="T8" fmla="*/ 1 w 16"/>
                  <a:gd name="T9" fmla="*/ 5 h 9"/>
                  <a:gd name="T10" fmla="*/ 0 w 16"/>
                  <a:gd name="T11" fmla="*/ 3 h 9"/>
                  <a:gd name="T12" fmla="*/ 1 w 16"/>
                  <a:gd name="T13" fmla="*/ 2 h 9"/>
                  <a:gd name="T14" fmla="*/ 3 w 16"/>
                  <a:gd name="T15" fmla="*/ 1 h 9"/>
                  <a:gd name="T16" fmla="*/ 5 w 16"/>
                  <a:gd name="T17" fmla="*/ 0 h 9"/>
                  <a:gd name="T18" fmla="*/ 8 w 16"/>
                  <a:gd name="T19" fmla="*/ 1 h 9"/>
                  <a:gd name="T20" fmla="*/ 14 w 16"/>
                  <a:gd name="T21" fmla="*/ 4 h 9"/>
                  <a:gd name="T22" fmla="*/ 15 w 16"/>
                  <a:gd name="T23" fmla="*/ 6 h 9"/>
                  <a:gd name="T24" fmla="*/ 14 w 16"/>
                  <a:gd name="T25" fmla="*/ 7 h 9"/>
                  <a:gd name="T26" fmla="*/ 12 w 16"/>
                  <a:gd name="T27" fmla="*/ 7 h 9"/>
                  <a:gd name="T28" fmla="*/ 13 w 16"/>
                  <a:gd name="T29" fmla="*/ 7 h 9"/>
                  <a:gd name="T30" fmla="*/ 13 w 16"/>
                  <a:gd name="T31" fmla="*/ 5 h 9"/>
                  <a:gd name="T32" fmla="*/ 7 w 16"/>
                  <a:gd name="T33" fmla="*/ 1 h 9"/>
                  <a:gd name="T34" fmla="*/ 4 w 16"/>
                  <a:gd name="T35" fmla="*/ 1 h 9"/>
                  <a:gd name="T36" fmla="*/ 2 w 16"/>
                  <a:gd name="T37" fmla="*/ 2 h 9"/>
                  <a:gd name="T38" fmla="*/ 2 w 16"/>
                  <a:gd name="T39" fmla="*/ 4 h 9"/>
                  <a:gd name="T40" fmla="*/ 9 w 16"/>
                  <a:gd name="T41" fmla="*/ 7 h 9"/>
                  <a:gd name="T42" fmla="*/ 12 w 16"/>
                  <a:gd name="T43" fmla="*/ 7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6" h="9">
                    <a:moveTo>
                      <a:pt x="14" y="7"/>
                    </a:moveTo>
                    <a:cubicBezTo>
                      <a:pt x="13" y="8"/>
                      <a:pt x="13" y="8"/>
                      <a:pt x="13" y="8"/>
                    </a:cubicBezTo>
                    <a:cubicBezTo>
                      <a:pt x="12" y="9"/>
                      <a:pt x="11" y="9"/>
                      <a:pt x="10" y="9"/>
                    </a:cubicBezTo>
                    <a:cubicBezTo>
                      <a:pt x="9" y="9"/>
                      <a:pt x="8" y="9"/>
                      <a:pt x="7" y="8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0" y="4"/>
                      <a:pt x="0" y="4"/>
                      <a:pt x="0" y="3"/>
                    </a:cubicBezTo>
                    <a:cubicBezTo>
                      <a:pt x="0" y="3"/>
                      <a:pt x="0" y="2"/>
                      <a:pt x="1" y="2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4" y="0"/>
                      <a:pt x="5" y="0"/>
                      <a:pt x="5" y="0"/>
                    </a:cubicBezTo>
                    <a:cubicBezTo>
                      <a:pt x="6" y="0"/>
                      <a:pt x="7" y="0"/>
                      <a:pt x="8" y="1"/>
                    </a:cubicBezTo>
                    <a:cubicBezTo>
                      <a:pt x="14" y="4"/>
                      <a:pt x="14" y="4"/>
                      <a:pt x="14" y="4"/>
                    </a:cubicBezTo>
                    <a:cubicBezTo>
                      <a:pt x="15" y="5"/>
                      <a:pt x="16" y="5"/>
                      <a:pt x="15" y="6"/>
                    </a:cubicBezTo>
                    <a:cubicBezTo>
                      <a:pt x="15" y="6"/>
                      <a:pt x="15" y="7"/>
                      <a:pt x="14" y="7"/>
                    </a:cubicBezTo>
                    <a:close/>
                    <a:moveTo>
                      <a:pt x="12" y="7"/>
                    </a:moveTo>
                    <a:cubicBezTo>
                      <a:pt x="13" y="7"/>
                      <a:pt x="13" y="7"/>
                      <a:pt x="13" y="7"/>
                    </a:cubicBezTo>
                    <a:cubicBezTo>
                      <a:pt x="14" y="6"/>
                      <a:pt x="14" y="5"/>
                      <a:pt x="13" y="5"/>
                    </a:cubicBezTo>
                    <a:cubicBezTo>
                      <a:pt x="7" y="1"/>
                      <a:pt x="7" y="1"/>
                      <a:pt x="7" y="1"/>
                    </a:cubicBezTo>
                    <a:cubicBezTo>
                      <a:pt x="6" y="1"/>
                      <a:pt x="5" y="1"/>
                      <a:pt x="4" y="1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1" y="3"/>
                      <a:pt x="1" y="3"/>
                      <a:pt x="2" y="4"/>
                    </a:cubicBezTo>
                    <a:cubicBezTo>
                      <a:pt x="9" y="7"/>
                      <a:pt x="9" y="7"/>
                      <a:pt x="9" y="7"/>
                    </a:cubicBezTo>
                    <a:cubicBezTo>
                      <a:pt x="10" y="8"/>
                      <a:pt x="11" y="8"/>
                      <a:pt x="12" y="7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0" name="Freeform: Shape 49" descr="53fae647-81d1-4e22-8052-7d73e253d3c6"/>
              <p:cNvSpPr/>
              <p:nvPr/>
            </p:nvSpPr>
            <p:spPr bwMode="auto">
              <a:xfrm>
                <a:off x="5157790" y="1971662"/>
                <a:ext cx="52388" cy="30163"/>
              </a:xfrm>
              <a:custGeom>
                <a:avLst/>
                <a:gdLst>
                  <a:gd name="T0" fmla="*/ 1 w 14"/>
                  <a:gd name="T1" fmla="*/ 4 h 8"/>
                  <a:gd name="T2" fmla="*/ 1 w 14"/>
                  <a:gd name="T3" fmla="*/ 3 h 8"/>
                  <a:gd name="T4" fmla="*/ 0 w 14"/>
                  <a:gd name="T5" fmla="*/ 3 h 8"/>
                  <a:gd name="T6" fmla="*/ 1 w 14"/>
                  <a:gd name="T7" fmla="*/ 1 h 8"/>
                  <a:gd name="T8" fmla="*/ 2 w 14"/>
                  <a:gd name="T9" fmla="*/ 1 h 8"/>
                  <a:gd name="T10" fmla="*/ 2 w 14"/>
                  <a:gd name="T11" fmla="*/ 0 h 8"/>
                  <a:gd name="T12" fmla="*/ 3 w 14"/>
                  <a:gd name="T13" fmla="*/ 0 h 8"/>
                  <a:gd name="T14" fmla="*/ 14 w 14"/>
                  <a:gd name="T15" fmla="*/ 7 h 8"/>
                  <a:gd name="T16" fmla="*/ 14 w 14"/>
                  <a:gd name="T17" fmla="*/ 7 h 8"/>
                  <a:gd name="T18" fmla="*/ 13 w 14"/>
                  <a:gd name="T19" fmla="*/ 7 h 8"/>
                  <a:gd name="T20" fmla="*/ 12 w 14"/>
                  <a:gd name="T21" fmla="*/ 7 h 8"/>
                  <a:gd name="T22" fmla="*/ 3 w 14"/>
                  <a:gd name="T23" fmla="*/ 2 h 8"/>
                  <a:gd name="T24" fmla="*/ 2 w 14"/>
                  <a:gd name="T25" fmla="*/ 4 h 8"/>
                  <a:gd name="T26" fmla="*/ 1 w 14"/>
                  <a:gd name="T27" fmla="*/ 4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4" h="8">
                    <a:moveTo>
                      <a:pt x="1" y="4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1"/>
                      <a:pt x="2" y="1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3" y="8"/>
                      <a:pt x="13" y="8"/>
                      <a:pt x="12" y="7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2" y="4"/>
                      <a:pt x="2" y="4"/>
                      <a:pt x="2" y="4"/>
                    </a:cubicBezTo>
                    <a:cubicBezTo>
                      <a:pt x="2" y="4"/>
                      <a:pt x="2" y="4"/>
                      <a:pt x="1" y="4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1" name="Freeform: Shape 50" descr="ec73b7b9-ea8d-4077-a05d-91a9ca387112"/>
              <p:cNvSpPr/>
              <p:nvPr/>
            </p:nvSpPr>
            <p:spPr bwMode="auto">
              <a:xfrm>
                <a:off x="6199191" y="1960549"/>
                <a:ext cx="53975" cy="25400"/>
              </a:xfrm>
              <a:custGeom>
                <a:avLst/>
                <a:gdLst>
                  <a:gd name="T0" fmla="*/ 1 w 14"/>
                  <a:gd name="T1" fmla="*/ 3 h 7"/>
                  <a:gd name="T2" fmla="*/ 0 w 14"/>
                  <a:gd name="T3" fmla="*/ 3 h 7"/>
                  <a:gd name="T4" fmla="*/ 0 w 14"/>
                  <a:gd name="T5" fmla="*/ 2 h 7"/>
                  <a:gd name="T6" fmla="*/ 1 w 14"/>
                  <a:gd name="T7" fmla="*/ 1 h 7"/>
                  <a:gd name="T8" fmla="*/ 1 w 14"/>
                  <a:gd name="T9" fmla="*/ 0 h 7"/>
                  <a:gd name="T10" fmla="*/ 2 w 14"/>
                  <a:gd name="T11" fmla="*/ 0 h 7"/>
                  <a:gd name="T12" fmla="*/ 2 w 14"/>
                  <a:gd name="T13" fmla="*/ 0 h 7"/>
                  <a:gd name="T14" fmla="*/ 13 w 14"/>
                  <a:gd name="T15" fmla="*/ 6 h 7"/>
                  <a:gd name="T16" fmla="*/ 13 w 14"/>
                  <a:gd name="T17" fmla="*/ 6 h 7"/>
                  <a:gd name="T18" fmla="*/ 13 w 14"/>
                  <a:gd name="T19" fmla="*/ 7 h 7"/>
                  <a:gd name="T20" fmla="*/ 12 w 14"/>
                  <a:gd name="T21" fmla="*/ 7 h 7"/>
                  <a:gd name="T22" fmla="*/ 2 w 14"/>
                  <a:gd name="T23" fmla="*/ 1 h 7"/>
                  <a:gd name="T24" fmla="*/ 1 w 14"/>
                  <a:gd name="T25" fmla="*/ 3 h 7"/>
                  <a:gd name="T26" fmla="*/ 1 w 14"/>
                  <a:gd name="T27" fmla="*/ 3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4" h="7">
                    <a:moveTo>
                      <a:pt x="1" y="3"/>
                    </a:move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2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13" y="6"/>
                      <a:pt x="13" y="6"/>
                      <a:pt x="13" y="6"/>
                    </a:cubicBezTo>
                    <a:cubicBezTo>
                      <a:pt x="14" y="6"/>
                      <a:pt x="14" y="6"/>
                      <a:pt x="13" y="6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2" name="Freeform: Shape 51" descr="32797d74-9a2d-4fec-a772-9ecf2fd2ca0e"/>
              <p:cNvSpPr/>
              <p:nvPr/>
            </p:nvSpPr>
            <p:spPr bwMode="auto">
              <a:xfrm>
                <a:off x="5308603" y="2619358"/>
                <a:ext cx="60325" cy="34925"/>
              </a:xfrm>
              <a:custGeom>
                <a:avLst/>
                <a:gdLst>
                  <a:gd name="T0" fmla="*/ 14 w 16"/>
                  <a:gd name="T1" fmla="*/ 7 h 9"/>
                  <a:gd name="T2" fmla="*/ 13 w 16"/>
                  <a:gd name="T3" fmla="*/ 8 h 9"/>
                  <a:gd name="T4" fmla="*/ 10 w 16"/>
                  <a:gd name="T5" fmla="*/ 9 h 9"/>
                  <a:gd name="T6" fmla="*/ 7 w 16"/>
                  <a:gd name="T7" fmla="*/ 8 h 9"/>
                  <a:gd name="T8" fmla="*/ 1 w 16"/>
                  <a:gd name="T9" fmla="*/ 5 h 9"/>
                  <a:gd name="T10" fmla="*/ 0 w 16"/>
                  <a:gd name="T11" fmla="*/ 3 h 9"/>
                  <a:gd name="T12" fmla="*/ 1 w 16"/>
                  <a:gd name="T13" fmla="*/ 1 h 9"/>
                  <a:gd name="T14" fmla="*/ 3 w 16"/>
                  <a:gd name="T15" fmla="*/ 0 h 9"/>
                  <a:gd name="T16" fmla="*/ 6 w 16"/>
                  <a:gd name="T17" fmla="*/ 0 h 9"/>
                  <a:gd name="T18" fmla="*/ 8 w 16"/>
                  <a:gd name="T19" fmla="*/ 0 h 9"/>
                  <a:gd name="T20" fmla="*/ 14 w 16"/>
                  <a:gd name="T21" fmla="*/ 4 h 9"/>
                  <a:gd name="T22" fmla="*/ 16 w 16"/>
                  <a:gd name="T23" fmla="*/ 6 h 9"/>
                  <a:gd name="T24" fmla="*/ 14 w 16"/>
                  <a:gd name="T25" fmla="*/ 7 h 9"/>
                  <a:gd name="T26" fmla="*/ 12 w 16"/>
                  <a:gd name="T27" fmla="*/ 7 h 9"/>
                  <a:gd name="T28" fmla="*/ 13 w 16"/>
                  <a:gd name="T29" fmla="*/ 6 h 9"/>
                  <a:gd name="T30" fmla="*/ 13 w 16"/>
                  <a:gd name="T31" fmla="*/ 5 h 9"/>
                  <a:gd name="T32" fmla="*/ 7 w 16"/>
                  <a:gd name="T33" fmla="*/ 1 h 9"/>
                  <a:gd name="T34" fmla="*/ 4 w 16"/>
                  <a:gd name="T35" fmla="*/ 1 h 9"/>
                  <a:gd name="T36" fmla="*/ 3 w 16"/>
                  <a:gd name="T37" fmla="*/ 2 h 9"/>
                  <a:gd name="T38" fmla="*/ 3 w 16"/>
                  <a:gd name="T39" fmla="*/ 4 h 9"/>
                  <a:gd name="T40" fmla="*/ 9 w 16"/>
                  <a:gd name="T41" fmla="*/ 7 h 9"/>
                  <a:gd name="T42" fmla="*/ 12 w 16"/>
                  <a:gd name="T43" fmla="*/ 7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6" h="9">
                    <a:moveTo>
                      <a:pt x="14" y="7"/>
                    </a:moveTo>
                    <a:cubicBezTo>
                      <a:pt x="13" y="8"/>
                      <a:pt x="13" y="8"/>
                      <a:pt x="13" y="8"/>
                    </a:cubicBezTo>
                    <a:cubicBezTo>
                      <a:pt x="12" y="9"/>
                      <a:pt x="11" y="9"/>
                      <a:pt x="10" y="9"/>
                    </a:cubicBezTo>
                    <a:cubicBezTo>
                      <a:pt x="9" y="9"/>
                      <a:pt x="8" y="9"/>
                      <a:pt x="7" y="8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1" y="4"/>
                      <a:pt x="0" y="4"/>
                      <a:pt x="0" y="3"/>
                    </a:cubicBezTo>
                    <a:cubicBezTo>
                      <a:pt x="0" y="2"/>
                      <a:pt x="1" y="2"/>
                      <a:pt x="1" y="1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4" y="0"/>
                      <a:pt x="5" y="0"/>
                      <a:pt x="6" y="0"/>
                    </a:cubicBezTo>
                    <a:cubicBezTo>
                      <a:pt x="7" y="0"/>
                      <a:pt x="8" y="0"/>
                      <a:pt x="8" y="0"/>
                    </a:cubicBezTo>
                    <a:cubicBezTo>
                      <a:pt x="14" y="4"/>
                      <a:pt x="14" y="4"/>
                      <a:pt x="14" y="4"/>
                    </a:cubicBezTo>
                    <a:cubicBezTo>
                      <a:pt x="15" y="5"/>
                      <a:pt x="16" y="5"/>
                      <a:pt x="16" y="6"/>
                    </a:cubicBezTo>
                    <a:cubicBezTo>
                      <a:pt x="16" y="6"/>
                      <a:pt x="15" y="7"/>
                      <a:pt x="14" y="7"/>
                    </a:cubicBezTo>
                    <a:close/>
                    <a:moveTo>
                      <a:pt x="12" y="7"/>
                    </a:moveTo>
                    <a:cubicBezTo>
                      <a:pt x="13" y="6"/>
                      <a:pt x="13" y="6"/>
                      <a:pt x="13" y="6"/>
                    </a:cubicBezTo>
                    <a:cubicBezTo>
                      <a:pt x="14" y="6"/>
                      <a:pt x="14" y="5"/>
                      <a:pt x="13" y="5"/>
                    </a:cubicBezTo>
                    <a:cubicBezTo>
                      <a:pt x="7" y="1"/>
                      <a:pt x="7" y="1"/>
                      <a:pt x="7" y="1"/>
                    </a:cubicBezTo>
                    <a:cubicBezTo>
                      <a:pt x="6" y="1"/>
                      <a:pt x="5" y="1"/>
                      <a:pt x="4" y="1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2" y="3"/>
                      <a:pt x="2" y="3"/>
                      <a:pt x="3" y="4"/>
                    </a:cubicBezTo>
                    <a:cubicBezTo>
                      <a:pt x="9" y="7"/>
                      <a:pt x="9" y="7"/>
                      <a:pt x="9" y="7"/>
                    </a:cubicBezTo>
                    <a:cubicBezTo>
                      <a:pt x="10" y="8"/>
                      <a:pt x="11" y="8"/>
                      <a:pt x="12" y="7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3" name="Freeform: Shape 52" descr="7dd11b1b-8cb0-4828-a426-200fde90d9f6"/>
              <p:cNvSpPr/>
              <p:nvPr/>
            </p:nvSpPr>
            <p:spPr bwMode="auto">
              <a:xfrm>
                <a:off x="7199316" y="2416159"/>
                <a:ext cx="57150" cy="33338"/>
              </a:xfrm>
              <a:custGeom>
                <a:avLst/>
                <a:gdLst>
                  <a:gd name="T0" fmla="*/ 14 w 15"/>
                  <a:gd name="T1" fmla="*/ 7 h 9"/>
                  <a:gd name="T2" fmla="*/ 12 w 15"/>
                  <a:gd name="T3" fmla="*/ 8 h 9"/>
                  <a:gd name="T4" fmla="*/ 10 w 15"/>
                  <a:gd name="T5" fmla="*/ 9 h 9"/>
                  <a:gd name="T6" fmla="*/ 7 w 15"/>
                  <a:gd name="T7" fmla="*/ 8 h 9"/>
                  <a:gd name="T8" fmla="*/ 1 w 15"/>
                  <a:gd name="T9" fmla="*/ 5 h 9"/>
                  <a:gd name="T10" fmla="*/ 0 w 15"/>
                  <a:gd name="T11" fmla="*/ 3 h 9"/>
                  <a:gd name="T12" fmla="*/ 1 w 15"/>
                  <a:gd name="T13" fmla="*/ 2 h 9"/>
                  <a:gd name="T14" fmla="*/ 3 w 15"/>
                  <a:gd name="T15" fmla="*/ 1 h 9"/>
                  <a:gd name="T16" fmla="*/ 5 w 15"/>
                  <a:gd name="T17" fmla="*/ 0 h 9"/>
                  <a:gd name="T18" fmla="*/ 8 w 15"/>
                  <a:gd name="T19" fmla="*/ 1 h 9"/>
                  <a:gd name="T20" fmla="*/ 14 w 15"/>
                  <a:gd name="T21" fmla="*/ 4 h 9"/>
                  <a:gd name="T22" fmla="*/ 15 w 15"/>
                  <a:gd name="T23" fmla="*/ 6 h 9"/>
                  <a:gd name="T24" fmla="*/ 14 w 15"/>
                  <a:gd name="T25" fmla="*/ 7 h 9"/>
                  <a:gd name="T26" fmla="*/ 11 w 15"/>
                  <a:gd name="T27" fmla="*/ 8 h 9"/>
                  <a:gd name="T28" fmla="*/ 13 w 15"/>
                  <a:gd name="T29" fmla="*/ 7 h 9"/>
                  <a:gd name="T30" fmla="*/ 13 w 15"/>
                  <a:gd name="T31" fmla="*/ 5 h 9"/>
                  <a:gd name="T32" fmla="*/ 7 w 15"/>
                  <a:gd name="T33" fmla="*/ 2 h 9"/>
                  <a:gd name="T34" fmla="*/ 4 w 15"/>
                  <a:gd name="T35" fmla="*/ 2 h 9"/>
                  <a:gd name="T36" fmla="*/ 2 w 15"/>
                  <a:gd name="T37" fmla="*/ 2 h 9"/>
                  <a:gd name="T38" fmla="*/ 2 w 15"/>
                  <a:gd name="T39" fmla="*/ 4 h 9"/>
                  <a:gd name="T40" fmla="*/ 8 w 15"/>
                  <a:gd name="T41" fmla="*/ 8 h 9"/>
                  <a:gd name="T42" fmla="*/ 11 w 15"/>
                  <a:gd name="T43" fmla="*/ 8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5" h="9">
                    <a:moveTo>
                      <a:pt x="14" y="7"/>
                    </a:moveTo>
                    <a:cubicBezTo>
                      <a:pt x="12" y="8"/>
                      <a:pt x="12" y="8"/>
                      <a:pt x="12" y="8"/>
                    </a:cubicBezTo>
                    <a:cubicBezTo>
                      <a:pt x="12" y="9"/>
                      <a:pt x="11" y="9"/>
                      <a:pt x="10" y="9"/>
                    </a:cubicBezTo>
                    <a:cubicBezTo>
                      <a:pt x="9" y="9"/>
                      <a:pt x="8" y="9"/>
                      <a:pt x="7" y="8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0" y="4"/>
                      <a:pt x="0" y="4"/>
                      <a:pt x="0" y="3"/>
                    </a:cubicBezTo>
                    <a:cubicBezTo>
                      <a:pt x="0" y="3"/>
                      <a:pt x="0" y="2"/>
                      <a:pt x="1" y="2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4" y="0"/>
                      <a:pt x="4" y="0"/>
                      <a:pt x="5" y="0"/>
                    </a:cubicBezTo>
                    <a:cubicBezTo>
                      <a:pt x="6" y="0"/>
                      <a:pt x="7" y="0"/>
                      <a:pt x="8" y="1"/>
                    </a:cubicBezTo>
                    <a:cubicBezTo>
                      <a:pt x="14" y="4"/>
                      <a:pt x="14" y="4"/>
                      <a:pt x="14" y="4"/>
                    </a:cubicBezTo>
                    <a:cubicBezTo>
                      <a:pt x="15" y="5"/>
                      <a:pt x="15" y="5"/>
                      <a:pt x="15" y="6"/>
                    </a:cubicBezTo>
                    <a:cubicBezTo>
                      <a:pt x="15" y="6"/>
                      <a:pt x="15" y="7"/>
                      <a:pt x="14" y="7"/>
                    </a:cubicBezTo>
                    <a:close/>
                    <a:moveTo>
                      <a:pt x="11" y="8"/>
                    </a:moveTo>
                    <a:cubicBezTo>
                      <a:pt x="13" y="7"/>
                      <a:pt x="13" y="7"/>
                      <a:pt x="13" y="7"/>
                    </a:cubicBezTo>
                    <a:cubicBezTo>
                      <a:pt x="14" y="6"/>
                      <a:pt x="14" y="6"/>
                      <a:pt x="13" y="5"/>
                    </a:cubicBezTo>
                    <a:cubicBezTo>
                      <a:pt x="7" y="2"/>
                      <a:pt x="7" y="2"/>
                      <a:pt x="7" y="2"/>
                    </a:cubicBezTo>
                    <a:cubicBezTo>
                      <a:pt x="6" y="1"/>
                      <a:pt x="5" y="1"/>
                      <a:pt x="4" y="2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1" y="3"/>
                      <a:pt x="1" y="4"/>
                      <a:pt x="2" y="4"/>
                    </a:cubicBezTo>
                    <a:cubicBezTo>
                      <a:pt x="8" y="8"/>
                      <a:pt x="8" y="8"/>
                      <a:pt x="8" y="8"/>
                    </a:cubicBezTo>
                    <a:cubicBezTo>
                      <a:pt x="9" y="8"/>
                      <a:pt x="10" y="8"/>
                      <a:pt x="11" y="8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4" name="Freeform: Shape 53" descr="d8ae99b8-17c1-4897-81fe-ce23e1f54740"/>
              <p:cNvSpPr/>
              <p:nvPr/>
            </p:nvSpPr>
            <p:spPr bwMode="auto">
              <a:xfrm>
                <a:off x="5056190" y="2566971"/>
                <a:ext cx="49213" cy="30163"/>
              </a:xfrm>
              <a:custGeom>
                <a:avLst/>
                <a:gdLst>
                  <a:gd name="T0" fmla="*/ 1 w 13"/>
                  <a:gd name="T1" fmla="*/ 4 h 8"/>
                  <a:gd name="T2" fmla="*/ 0 w 13"/>
                  <a:gd name="T3" fmla="*/ 4 h 8"/>
                  <a:gd name="T4" fmla="*/ 0 w 13"/>
                  <a:gd name="T5" fmla="*/ 3 h 8"/>
                  <a:gd name="T6" fmla="*/ 0 w 13"/>
                  <a:gd name="T7" fmla="*/ 1 h 8"/>
                  <a:gd name="T8" fmla="*/ 1 w 13"/>
                  <a:gd name="T9" fmla="*/ 1 h 8"/>
                  <a:gd name="T10" fmla="*/ 2 w 13"/>
                  <a:gd name="T11" fmla="*/ 1 h 8"/>
                  <a:gd name="T12" fmla="*/ 2 w 13"/>
                  <a:gd name="T13" fmla="*/ 1 h 8"/>
                  <a:gd name="T14" fmla="*/ 13 w 13"/>
                  <a:gd name="T15" fmla="*/ 7 h 8"/>
                  <a:gd name="T16" fmla="*/ 13 w 13"/>
                  <a:gd name="T17" fmla="*/ 7 h 8"/>
                  <a:gd name="T18" fmla="*/ 12 w 13"/>
                  <a:gd name="T19" fmla="*/ 8 h 8"/>
                  <a:gd name="T20" fmla="*/ 12 w 13"/>
                  <a:gd name="T21" fmla="*/ 8 h 8"/>
                  <a:gd name="T22" fmla="*/ 2 w 13"/>
                  <a:gd name="T23" fmla="*/ 2 h 8"/>
                  <a:gd name="T24" fmla="*/ 1 w 13"/>
                  <a:gd name="T25" fmla="*/ 4 h 8"/>
                  <a:gd name="T26" fmla="*/ 1 w 13"/>
                  <a:gd name="T27" fmla="*/ 4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" h="8">
                    <a:moveTo>
                      <a:pt x="1" y="4"/>
                    </a:moveTo>
                    <a:cubicBezTo>
                      <a:pt x="0" y="4"/>
                      <a:pt x="0" y="4"/>
                      <a:pt x="0" y="4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0"/>
                      <a:pt x="2" y="0"/>
                      <a:pt x="2" y="1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2" y="8"/>
                      <a:pt x="12" y="8"/>
                      <a:pt x="12" y="8"/>
                    </a:cubicBezTo>
                    <a:cubicBezTo>
                      <a:pt x="12" y="8"/>
                      <a:pt x="12" y="8"/>
                      <a:pt x="12" y="8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1" y="4"/>
                      <a:pt x="1" y="4"/>
                      <a:pt x="1" y="4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5" name="Freeform: Shape 54" descr="5589556a-034f-4105-b84b-2917d0476710"/>
              <p:cNvSpPr/>
              <p:nvPr/>
            </p:nvSpPr>
            <p:spPr bwMode="auto">
              <a:xfrm>
                <a:off x="5513391" y="2465372"/>
                <a:ext cx="60325" cy="33338"/>
              </a:xfrm>
              <a:custGeom>
                <a:avLst/>
                <a:gdLst>
                  <a:gd name="T0" fmla="*/ 15 w 16"/>
                  <a:gd name="T1" fmla="*/ 7 h 9"/>
                  <a:gd name="T2" fmla="*/ 13 w 16"/>
                  <a:gd name="T3" fmla="*/ 8 h 9"/>
                  <a:gd name="T4" fmla="*/ 10 w 16"/>
                  <a:gd name="T5" fmla="*/ 9 h 9"/>
                  <a:gd name="T6" fmla="*/ 8 w 16"/>
                  <a:gd name="T7" fmla="*/ 8 h 9"/>
                  <a:gd name="T8" fmla="*/ 1 w 16"/>
                  <a:gd name="T9" fmla="*/ 4 h 9"/>
                  <a:gd name="T10" fmla="*/ 0 w 16"/>
                  <a:gd name="T11" fmla="*/ 3 h 9"/>
                  <a:gd name="T12" fmla="*/ 1 w 16"/>
                  <a:gd name="T13" fmla="*/ 1 h 9"/>
                  <a:gd name="T14" fmla="*/ 3 w 16"/>
                  <a:gd name="T15" fmla="*/ 0 h 9"/>
                  <a:gd name="T16" fmla="*/ 6 w 16"/>
                  <a:gd name="T17" fmla="*/ 0 h 9"/>
                  <a:gd name="T18" fmla="*/ 8 w 16"/>
                  <a:gd name="T19" fmla="*/ 0 h 9"/>
                  <a:gd name="T20" fmla="*/ 15 w 16"/>
                  <a:gd name="T21" fmla="*/ 4 h 9"/>
                  <a:gd name="T22" fmla="*/ 16 w 16"/>
                  <a:gd name="T23" fmla="*/ 6 h 9"/>
                  <a:gd name="T24" fmla="*/ 15 w 16"/>
                  <a:gd name="T25" fmla="*/ 7 h 9"/>
                  <a:gd name="T26" fmla="*/ 12 w 16"/>
                  <a:gd name="T27" fmla="*/ 7 h 9"/>
                  <a:gd name="T28" fmla="*/ 13 w 16"/>
                  <a:gd name="T29" fmla="*/ 6 h 9"/>
                  <a:gd name="T30" fmla="*/ 13 w 16"/>
                  <a:gd name="T31" fmla="*/ 5 h 9"/>
                  <a:gd name="T32" fmla="*/ 7 w 16"/>
                  <a:gd name="T33" fmla="*/ 1 h 9"/>
                  <a:gd name="T34" fmla="*/ 4 w 16"/>
                  <a:gd name="T35" fmla="*/ 1 h 9"/>
                  <a:gd name="T36" fmla="*/ 3 w 16"/>
                  <a:gd name="T37" fmla="*/ 2 h 9"/>
                  <a:gd name="T38" fmla="*/ 3 w 16"/>
                  <a:gd name="T39" fmla="*/ 4 h 9"/>
                  <a:gd name="T40" fmla="*/ 9 w 16"/>
                  <a:gd name="T41" fmla="*/ 7 h 9"/>
                  <a:gd name="T42" fmla="*/ 12 w 16"/>
                  <a:gd name="T43" fmla="*/ 7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6" h="9">
                    <a:moveTo>
                      <a:pt x="15" y="7"/>
                    </a:moveTo>
                    <a:cubicBezTo>
                      <a:pt x="13" y="8"/>
                      <a:pt x="13" y="8"/>
                      <a:pt x="13" y="8"/>
                    </a:cubicBezTo>
                    <a:cubicBezTo>
                      <a:pt x="12" y="9"/>
                      <a:pt x="11" y="9"/>
                      <a:pt x="10" y="9"/>
                    </a:cubicBezTo>
                    <a:cubicBezTo>
                      <a:pt x="9" y="9"/>
                      <a:pt x="8" y="9"/>
                      <a:pt x="8" y="8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1" y="4"/>
                      <a:pt x="0" y="4"/>
                      <a:pt x="0" y="3"/>
                    </a:cubicBezTo>
                    <a:cubicBezTo>
                      <a:pt x="0" y="2"/>
                      <a:pt x="1" y="2"/>
                      <a:pt x="1" y="1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4" y="0"/>
                      <a:pt x="5" y="0"/>
                      <a:pt x="6" y="0"/>
                    </a:cubicBezTo>
                    <a:cubicBezTo>
                      <a:pt x="7" y="0"/>
                      <a:pt x="8" y="0"/>
                      <a:pt x="8" y="0"/>
                    </a:cubicBezTo>
                    <a:cubicBezTo>
                      <a:pt x="15" y="4"/>
                      <a:pt x="15" y="4"/>
                      <a:pt x="15" y="4"/>
                    </a:cubicBezTo>
                    <a:cubicBezTo>
                      <a:pt x="15" y="4"/>
                      <a:pt x="16" y="5"/>
                      <a:pt x="16" y="6"/>
                    </a:cubicBezTo>
                    <a:cubicBezTo>
                      <a:pt x="16" y="6"/>
                      <a:pt x="15" y="7"/>
                      <a:pt x="15" y="7"/>
                    </a:cubicBezTo>
                    <a:close/>
                    <a:moveTo>
                      <a:pt x="12" y="7"/>
                    </a:moveTo>
                    <a:cubicBezTo>
                      <a:pt x="13" y="6"/>
                      <a:pt x="13" y="6"/>
                      <a:pt x="13" y="6"/>
                    </a:cubicBezTo>
                    <a:cubicBezTo>
                      <a:pt x="14" y="6"/>
                      <a:pt x="14" y="5"/>
                      <a:pt x="13" y="5"/>
                    </a:cubicBezTo>
                    <a:cubicBezTo>
                      <a:pt x="7" y="1"/>
                      <a:pt x="7" y="1"/>
                      <a:pt x="7" y="1"/>
                    </a:cubicBezTo>
                    <a:cubicBezTo>
                      <a:pt x="6" y="1"/>
                      <a:pt x="5" y="1"/>
                      <a:pt x="4" y="1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2" y="3"/>
                      <a:pt x="2" y="3"/>
                      <a:pt x="3" y="4"/>
                    </a:cubicBezTo>
                    <a:cubicBezTo>
                      <a:pt x="9" y="7"/>
                      <a:pt x="9" y="7"/>
                      <a:pt x="9" y="7"/>
                    </a:cubicBezTo>
                    <a:cubicBezTo>
                      <a:pt x="10" y="8"/>
                      <a:pt x="11" y="8"/>
                      <a:pt x="12" y="7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6" name="Freeform: Shape 55" descr="2bf610f5-05e1-46f0-b3c2-e86ff2d688cc"/>
              <p:cNvSpPr/>
              <p:nvPr/>
            </p:nvSpPr>
            <p:spPr bwMode="auto">
              <a:xfrm>
                <a:off x="6384929" y="1692263"/>
                <a:ext cx="57150" cy="33338"/>
              </a:xfrm>
              <a:custGeom>
                <a:avLst/>
                <a:gdLst>
                  <a:gd name="T0" fmla="*/ 14 w 15"/>
                  <a:gd name="T1" fmla="*/ 7 h 9"/>
                  <a:gd name="T2" fmla="*/ 12 w 15"/>
                  <a:gd name="T3" fmla="*/ 8 h 9"/>
                  <a:gd name="T4" fmla="*/ 10 w 15"/>
                  <a:gd name="T5" fmla="*/ 9 h 9"/>
                  <a:gd name="T6" fmla="*/ 7 w 15"/>
                  <a:gd name="T7" fmla="*/ 8 h 9"/>
                  <a:gd name="T8" fmla="*/ 1 w 15"/>
                  <a:gd name="T9" fmla="*/ 4 h 9"/>
                  <a:gd name="T10" fmla="*/ 0 w 15"/>
                  <a:gd name="T11" fmla="*/ 3 h 9"/>
                  <a:gd name="T12" fmla="*/ 1 w 15"/>
                  <a:gd name="T13" fmla="*/ 1 h 9"/>
                  <a:gd name="T14" fmla="*/ 3 w 15"/>
                  <a:gd name="T15" fmla="*/ 0 h 9"/>
                  <a:gd name="T16" fmla="*/ 5 w 15"/>
                  <a:gd name="T17" fmla="*/ 0 h 9"/>
                  <a:gd name="T18" fmla="*/ 8 w 15"/>
                  <a:gd name="T19" fmla="*/ 0 h 9"/>
                  <a:gd name="T20" fmla="*/ 14 w 15"/>
                  <a:gd name="T21" fmla="*/ 4 h 9"/>
                  <a:gd name="T22" fmla="*/ 15 w 15"/>
                  <a:gd name="T23" fmla="*/ 5 h 9"/>
                  <a:gd name="T24" fmla="*/ 14 w 15"/>
                  <a:gd name="T25" fmla="*/ 7 h 9"/>
                  <a:gd name="T26" fmla="*/ 11 w 15"/>
                  <a:gd name="T27" fmla="*/ 7 h 9"/>
                  <a:gd name="T28" fmla="*/ 13 w 15"/>
                  <a:gd name="T29" fmla="*/ 6 h 9"/>
                  <a:gd name="T30" fmla="*/ 13 w 15"/>
                  <a:gd name="T31" fmla="*/ 5 h 9"/>
                  <a:gd name="T32" fmla="*/ 7 w 15"/>
                  <a:gd name="T33" fmla="*/ 1 h 9"/>
                  <a:gd name="T34" fmla="*/ 4 w 15"/>
                  <a:gd name="T35" fmla="*/ 1 h 9"/>
                  <a:gd name="T36" fmla="*/ 2 w 15"/>
                  <a:gd name="T37" fmla="*/ 2 h 9"/>
                  <a:gd name="T38" fmla="*/ 2 w 15"/>
                  <a:gd name="T39" fmla="*/ 4 h 9"/>
                  <a:gd name="T40" fmla="*/ 8 w 15"/>
                  <a:gd name="T41" fmla="*/ 7 h 9"/>
                  <a:gd name="T42" fmla="*/ 11 w 15"/>
                  <a:gd name="T43" fmla="*/ 7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5" h="9">
                    <a:moveTo>
                      <a:pt x="14" y="7"/>
                    </a:moveTo>
                    <a:cubicBezTo>
                      <a:pt x="12" y="8"/>
                      <a:pt x="12" y="8"/>
                      <a:pt x="12" y="8"/>
                    </a:cubicBezTo>
                    <a:cubicBezTo>
                      <a:pt x="12" y="8"/>
                      <a:pt x="11" y="9"/>
                      <a:pt x="10" y="9"/>
                    </a:cubicBezTo>
                    <a:cubicBezTo>
                      <a:pt x="9" y="9"/>
                      <a:pt x="8" y="8"/>
                      <a:pt x="7" y="8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0" y="4"/>
                      <a:pt x="0" y="3"/>
                      <a:pt x="0" y="3"/>
                    </a:cubicBezTo>
                    <a:cubicBezTo>
                      <a:pt x="0" y="2"/>
                      <a:pt x="0" y="2"/>
                      <a:pt x="1" y="1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4" y="0"/>
                      <a:pt x="4" y="0"/>
                      <a:pt x="5" y="0"/>
                    </a:cubicBezTo>
                    <a:cubicBezTo>
                      <a:pt x="6" y="0"/>
                      <a:pt x="7" y="0"/>
                      <a:pt x="8" y="0"/>
                    </a:cubicBezTo>
                    <a:cubicBezTo>
                      <a:pt x="14" y="4"/>
                      <a:pt x="14" y="4"/>
                      <a:pt x="14" y="4"/>
                    </a:cubicBezTo>
                    <a:cubicBezTo>
                      <a:pt x="15" y="4"/>
                      <a:pt x="15" y="5"/>
                      <a:pt x="15" y="5"/>
                    </a:cubicBezTo>
                    <a:cubicBezTo>
                      <a:pt x="15" y="6"/>
                      <a:pt x="15" y="6"/>
                      <a:pt x="14" y="7"/>
                    </a:cubicBezTo>
                    <a:close/>
                    <a:moveTo>
                      <a:pt x="11" y="7"/>
                    </a:moveTo>
                    <a:cubicBezTo>
                      <a:pt x="13" y="6"/>
                      <a:pt x="13" y="6"/>
                      <a:pt x="13" y="6"/>
                    </a:cubicBezTo>
                    <a:cubicBezTo>
                      <a:pt x="14" y="6"/>
                      <a:pt x="14" y="5"/>
                      <a:pt x="13" y="5"/>
                    </a:cubicBezTo>
                    <a:cubicBezTo>
                      <a:pt x="7" y="1"/>
                      <a:pt x="7" y="1"/>
                      <a:pt x="7" y="1"/>
                    </a:cubicBezTo>
                    <a:cubicBezTo>
                      <a:pt x="6" y="0"/>
                      <a:pt x="5" y="0"/>
                      <a:pt x="4" y="1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1" y="2"/>
                      <a:pt x="1" y="3"/>
                      <a:pt x="2" y="4"/>
                    </a:cubicBezTo>
                    <a:cubicBezTo>
                      <a:pt x="8" y="7"/>
                      <a:pt x="8" y="7"/>
                      <a:pt x="8" y="7"/>
                    </a:cubicBezTo>
                    <a:cubicBezTo>
                      <a:pt x="9" y="8"/>
                      <a:pt x="10" y="8"/>
                      <a:pt x="11" y="7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7" name="Freeform: Shape 56" descr="715da757-1f83-410d-a5ec-cc9ea686c647"/>
              <p:cNvSpPr/>
              <p:nvPr/>
            </p:nvSpPr>
            <p:spPr bwMode="auto">
              <a:xfrm>
                <a:off x="6059491" y="1311266"/>
                <a:ext cx="60325" cy="33338"/>
              </a:xfrm>
              <a:custGeom>
                <a:avLst/>
                <a:gdLst>
                  <a:gd name="T0" fmla="*/ 15 w 16"/>
                  <a:gd name="T1" fmla="*/ 7 h 9"/>
                  <a:gd name="T2" fmla="*/ 13 w 16"/>
                  <a:gd name="T3" fmla="*/ 8 h 9"/>
                  <a:gd name="T4" fmla="*/ 10 w 16"/>
                  <a:gd name="T5" fmla="*/ 9 h 9"/>
                  <a:gd name="T6" fmla="*/ 8 w 16"/>
                  <a:gd name="T7" fmla="*/ 8 h 9"/>
                  <a:gd name="T8" fmla="*/ 1 w 16"/>
                  <a:gd name="T9" fmla="*/ 5 h 9"/>
                  <a:gd name="T10" fmla="*/ 0 w 16"/>
                  <a:gd name="T11" fmla="*/ 3 h 9"/>
                  <a:gd name="T12" fmla="*/ 1 w 16"/>
                  <a:gd name="T13" fmla="*/ 2 h 9"/>
                  <a:gd name="T14" fmla="*/ 3 w 16"/>
                  <a:gd name="T15" fmla="*/ 1 h 9"/>
                  <a:gd name="T16" fmla="*/ 6 w 16"/>
                  <a:gd name="T17" fmla="*/ 0 h 9"/>
                  <a:gd name="T18" fmla="*/ 8 w 16"/>
                  <a:gd name="T19" fmla="*/ 1 h 9"/>
                  <a:gd name="T20" fmla="*/ 15 w 16"/>
                  <a:gd name="T21" fmla="*/ 4 h 9"/>
                  <a:gd name="T22" fmla="*/ 16 w 16"/>
                  <a:gd name="T23" fmla="*/ 6 h 9"/>
                  <a:gd name="T24" fmla="*/ 15 w 16"/>
                  <a:gd name="T25" fmla="*/ 7 h 9"/>
                  <a:gd name="T26" fmla="*/ 12 w 16"/>
                  <a:gd name="T27" fmla="*/ 7 h 9"/>
                  <a:gd name="T28" fmla="*/ 13 w 16"/>
                  <a:gd name="T29" fmla="*/ 7 h 9"/>
                  <a:gd name="T30" fmla="*/ 13 w 16"/>
                  <a:gd name="T31" fmla="*/ 5 h 9"/>
                  <a:gd name="T32" fmla="*/ 7 w 16"/>
                  <a:gd name="T33" fmla="*/ 1 h 9"/>
                  <a:gd name="T34" fmla="*/ 4 w 16"/>
                  <a:gd name="T35" fmla="*/ 1 h 9"/>
                  <a:gd name="T36" fmla="*/ 3 w 16"/>
                  <a:gd name="T37" fmla="*/ 2 h 9"/>
                  <a:gd name="T38" fmla="*/ 3 w 16"/>
                  <a:gd name="T39" fmla="*/ 4 h 9"/>
                  <a:gd name="T40" fmla="*/ 9 w 16"/>
                  <a:gd name="T41" fmla="*/ 7 h 9"/>
                  <a:gd name="T42" fmla="*/ 12 w 16"/>
                  <a:gd name="T43" fmla="*/ 7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6" h="9">
                    <a:moveTo>
                      <a:pt x="15" y="7"/>
                    </a:moveTo>
                    <a:cubicBezTo>
                      <a:pt x="13" y="8"/>
                      <a:pt x="13" y="8"/>
                      <a:pt x="13" y="8"/>
                    </a:cubicBezTo>
                    <a:cubicBezTo>
                      <a:pt x="12" y="9"/>
                      <a:pt x="11" y="9"/>
                      <a:pt x="10" y="9"/>
                    </a:cubicBezTo>
                    <a:cubicBezTo>
                      <a:pt x="9" y="9"/>
                      <a:pt x="8" y="9"/>
                      <a:pt x="8" y="8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1" y="4"/>
                      <a:pt x="0" y="4"/>
                      <a:pt x="0" y="3"/>
                    </a:cubicBezTo>
                    <a:cubicBezTo>
                      <a:pt x="0" y="3"/>
                      <a:pt x="1" y="2"/>
                      <a:pt x="1" y="2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4" y="0"/>
                      <a:pt x="5" y="0"/>
                      <a:pt x="6" y="0"/>
                    </a:cubicBezTo>
                    <a:cubicBezTo>
                      <a:pt x="7" y="0"/>
                      <a:pt x="8" y="0"/>
                      <a:pt x="8" y="1"/>
                    </a:cubicBezTo>
                    <a:cubicBezTo>
                      <a:pt x="15" y="4"/>
                      <a:pt x="15" y="4"/>
                      <a:pt x="15" y="4"/>
                    </a:cubicBezTo>
                    <a:cubicBezTo>
                      <a:pt x="15" y="5"/>
                      <a:pt x="16" y="5"/>
                      <a:pt x="16" y="6"/>
                    </a:cubicBezTo>
                    <a:cubicBezTo>
                      <a:pt x="16" y="6"/>
                      <a:pt x="15" y="7"/>
                      <a:pt x="15" y="7"/>
                    </a:cubicBezTo>
                    <a:close/>
                    <a:moveTo>
                      <a:pt x="12" y="7"/>
                    </a:moveTo>
                    <a:cubicBezTo>
                      <a:pt x="13" y="7"/>
                      <a:pt x="13" y="7"/>
                      <a:pt x="13" y="7"/>
                    </a:cubicBezTo>
                    <a:cubicBezTo>
                      <a:pt x="14" y="6"/>
                      <a:pt x="14" y="5"/>
                      <a:pt x="13" y="5"/>
                    </a:cubicBezTo>
                    <a:cubicBezTo>
                      <a:pt x="7" y="1"/>
                      <a:pt x="7" y="1"/>
                      <a:pt x="7" y="1"/>
                    </a:cubicBezTo>
                    <a:cubicBezTo>
                      <a:pt x="6" y="1"/>
                      <a:pt x="5" y="1"/>
                      <a:pt x="4" y="1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2" y="3"/>
                      <a:pt x="2" y="3"/>
                      <a:pt x="3" y="4"/>
                    </a:cubicBezTo>
                    <a:cubicBezTo>
                      <a:pt x="9" y="7"/>
                      <a:pt x="9" y="7"/>
                      <a:pt x="9" y="7"/>
                    </a:cubicBezTo>
                    <a:cubicBezTo>
                      <a:pt x="10" y="8"/>
                      <a:pt x="11" y="8"/>
                      <a:pt x="12" y="7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8" name="Freeform: Shape 57" descr="7bd179de-2629-4f80-9a79-84ac86a353ba"/>
              <p:cNvSpPr/>
              <p:nvPr/>
            </p:nvSpPr>
            <p:spPr bwMode="auto">
              <a:xfrm>
                <a:off x="6059491" y="1374766"/>
                <a:ext cx="60325" cy="34925"/>
              </a:xfrm>
              <a:custGeom>
                <a:avLst/>
                <a:gdLst>
                  <a:gd name="T0" fmla="*/ 15 w 16"/>
                  <a:gd name="T1" fmla="*/ 8 h 9"/>
                  <a:gd name="T2" fmla="*/ 13 w 16"/>
                  <a:gd name="T3" fmla="*/ 9 h 9"/>
                  <a:gd name="T4" fmla="*/ 10 w 16"/>
                  <a:gd name="T5" fmla="*/ 9 h 9"/>
                  <a:gd name="T6" fmla="*/ 8 w 16"/>
                  <a:gd name="T7" fmla="*/ 9 h 9"/>
                  <a:gd name="T8" fmla="*/ 1 w 16"/>
                  <a:gd name="T9" fmla="*/ 5 h 9"/>
                  <a:gd name="T10" fmla="*/ 0 w 16"/>
                  <a:gd name="T11" fmla="*/ 4 h 9"/>
                  <a:gd name="T12" fmla="*/ 1 w 16"/>
                  <a:gd name="T13" fmla="*/ 2 h 9"/>
                  <a:gd name="T14" fmla="*/ 3 w 16"/>
                  <a:gd name="T15" fmla="*/ 1 h 9"/>
                  <a:gd name="T16" fmla="*/ 6 w 16"/>
                  <a:gd name="T17" fmla="*/ 0 h 9"/>
                  <a:gd name="T18" fmla="*/ 8 w 16"/>
                  <a:gd name="T19" fmla="*/ 1 h 9"/>
                  <a:gd name="T20" fmla="*/ 15 w 16"/>
                  <a:gd name="T21" fmla="*/ 5 h 9"/>
                  <a:gd name="T22" fmla="*/ 16 w 16"/>
                  <a:gd name="T23" fmla="*/ 6 h 9"/>
                  <a:gd name="T24" fmla="*/ 15 w 16"/>
                  <a:gd name="T25" fmla="*/ 8 h 9"/>
                  <a:gd name="T26" fmla="*/ 12 w 16"/>
                  <a:gd name="T27" fmla="*/ 8 h 9"/>
                  <a:gd name="T28" fmla="*/ 13 w 16"/>
                  <a:gd name="T29" fmla="*/ 7 h 9"/>
                  <a:gd name="T30" fmla="*/ 13 w 16"/>
                  <a:gd name="T31" fmla="*/ 5 h 9"/>
                  <a:gd name="T32" fmla="*/ 7 w 16"/>
                  <a:gd name="T33" fmla="*/ 2 h 9"/>
                  <a:gd name="T34" fmla="*/ 4 w 16"/>
                  <a:gd name="T35" fmla="*/ 2 h 9"/>
                  <a:gd name="T36" fmla="*/ 3 w 16"/>
                  <a:gd name="T37" fmla="*/ 3 h 9"/>
                  <a:gd name="T38" fmla="*/ 3 w 16"/>
                  <a:gd name="T39" fmla="*/ 4 h 9"/>
                  <a:gd name="T40" fmla="*/ 9 w 16"/>
                  <a:gd name="T41" fmla="*/ 8 h 9"/>
                  <a:gd name="T42" fmla="*/ 12 w 16"/>
                  <a:gd name="T43" fmla="*/ 8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6" h="9">
                    <a:moveTo>
                      <a:pt x="15" y="8"/>
                    </a:moveTo>
                    <a:cubicBezTo>
                      <a:pt x="13" y="9"/>
                      <a:pt x="13" y="9"/>
                      <a:pt x="13" y="9"/>
                    </a:cubicBezTo>
                    <a:cubicBezTo>
                      <a:pt x="12" y="9"/>
                      <a:pt x="11" y="9"/>
                      <a:pt x="10" y="9"/>
                    </a:cubicBezTo>
                    <a:cubicBezTo>
                      <a:pt x="9" y="9"/>
                      <a:pt x="8" y="9"/>
                      <a:pt x="8" y="9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1" y="5"/>
                      <a:pt x="0" y="4"/>
                      <a:pt x="0" y="4"/>
                    </a:cubicBezTo>
                    <a:cubicBezTo>
                      <a:pt x="0" y="3"/>
                      <a:pt x="1" y="3"/>
                      <a:pt x="1" y="2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4" y="1"/>
                      <a:pt x="5" y="0"/>
                      <a:pt x="6" y="0"/>
                    </a:cubicBezTo>
                    <a:cubicBezTo>
                      <a:pt x="7" y="0"/>
                      <a:pt x="8" y="1"/>
                      <a:pt x="8" y="1"/>
                    </a:cubicBezTo>
                    <a:cubicBezTo>
                      <a:pt x="15" y="5"/>
                      <a:pt x="15" y="5"/>
                      <a:pt x="15" y="5"/>
                    </a:cubicBezTo>
                    <a:cubicBezTo>
                      <a:pt x="15" y="5"/>
                      <a:pt x="16" y="6"/>
                      <a:pt x="16" y="6"/>
                    </a:cubicBezTo>
                    <a:cubicBezTo>
                      <a:pt x="16" y="7"/>
                      <a:pt x="15" y="7"/>
                      <a:pt x="15" y="8"/>
                    </a:cubicBezTo>
                    <a:close/>
                    <a:moveTo>
                      <a:pt x="12" y="8"/>
                    </a:moveTo>
                    <a:cubicBezTo>
                      <a:pt x="13" y="7"/>
                      <a:pt x="13" y="7"/>
                      <a:pt x="13" y="7"/>
                    </a:cubicBezTo>
                    <a:cubicBezTo>
                      <a:pt x="14" y="7"/>
                      <a:pt x="14" y="6"/>
                      <a:pt x="13" y="5"/>
                    </a:cubicBezTo>
                    <a:cubicBezTo>
                      <a:pt x="7" y="2"/>
                      <a:pt x="7" y="2"/>
                      <a:pt x="7" y="2"/>
                    </a:cubicBezTo>
                    <a:cubicBezTo>
                      <a:pt x="6" y="1"/>
                      <a:pt x="5" y="1"/>
                      <a:pt x="4" y="2"/>
                    </a:cubicBezTo>
                    <a:cubicBezTo>
                      <a:pt x="3" y="3"/>
                      <a:pt x="3" y="3"/>
                      <a:pt x="3" y="3"/>
                    </a:cubicBezTo>
                    <a:cubicBezTo>
                      <a:pt x="2" y="3"/>
                      <a:pt x="2" y="4"/>
                      <a:pt x="3" y="4"/>
                    </a:cubicBezTo>
                    <a:cubicBezTo>
                      <a:pt x="9" y="8"/>
                      <a:pt x="9" y="8"/>
                      <a:pt x="9" y="8"/>
                    </a:cubicBezTo>
                    <a:cubicBezTo>
                      <a:pt x="10" y="8"/>
                      <a:pt x="11" y="8"/>
                      <a:pt x="12" y="8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9" name="Freeform: Shape 58" descr="5aaa8c98-e6d7-43ba-8a20-b6abde8d1d57"/>
              <p:cNvSpPr/>
              <p:nvPr/>
            </p:nvSpPr>
            <p:spPr bwMode="auto">
              <a:xfrm>
                <a:off x="7212017" y="2559033"/>
                <a:ext cx="60325" cy="34925"/>
              </a:xfrm>
              <a:custGeom>
                <a:avLst/>
                <a:gdLst>
                  <a:gd name="T0" fmla="*/ 14 w 16"/>
                  <a:gd name="T1" fmla="*/ 8 h 9"/>
                  <a:gd name="T2" fmla="*/ 13 w 16"/>
                  <a:gd name="T3" fmla="*/ 9 h 9"/>
                  <a:gd name="T4" fmla="*/ 10 w 16"/>
                  <a:gd name="T5" fmla="*/ 9 h 9"/>
                  <a:gd name="T6" fmla="*/ 7 w 16"/>
                  <a:gd name="T7" fmla="*/ 9 h 9"/>
                  <a:gd name="T8" fmla="*/ 1 w 16"/>
                  <a:gd name="T9" fmla="*/ 5 h 9"/>
                  <a:gd name="T10" fmla="*/ 0 w 16"/>
                  <a:gd name="T11" fmla="*/ 4 h 9"/>
                  <a:gd name="T12" fmla="*/ 1 w 16"/>
                  <a:gd name="T13" fmla="*/ 2 h 9"/>
                  <a:gd name="T14" fmla="*/ 3 w 16"/>
                  <a:gd name="T15" fmla="*/ 1 h 9"/>
                  <a:gd name="T16" fmla="*/ 6 w 16"/>
                  <a:gd name="T17" fmla="*/ 0 h 9"/>
                  <a:gd name="T18" fmla="*/ 8 w 16"/>
                  <a:gd name="T19" fmla="*/ 1 h 9"/>
                  <a:gd name="T20" fmla="*/ 14 w 16"/>
                  <a:gd name="T21" fmla="*/ 5 h 9"/>
                  <a:gd name="T22" fmla="*/ 16 w 16"/>
                  <a:gd name="T23" fmla="*/ 6 h 9"/>
                  <a:gd name="T24" fmla="*/ 14 w 16"/>
                  <a:gd name="T25" fmla="*/ 8 h 9"/>
                  <a:gd name="T26" fmla="*/ 12 w 16"/>
                  <a:gd name="T27" fmla="*/ 8 h 9"/>
                  <a:gd name="T28" fmla="*/ 13 w 16"/>
                  <a:gd name="T29" fmla="*/ 7 h 9"/>
                  <a:gd name="T30" fmla="*/ 13 w 16"/>
                  <a:gd name="T31" fmla="*/ 5 h 9"/>
                  <a:gd name="T32" fmla="*/ 7 w 16"/>
                  <a:gd name="T33" fmla="*/ 2 h 9"/>
                  <a:gd name="T34" fmla="*/ 4 w 16"/>
                  <a:gd name="T35" fmla="*/ 2 h 9"/>
                  <a:gd name="T36" fmla="*/ 3 w 16"/>
                  <a:gd name="T37" fmla="*/ 3 h 9"/>
                  <a:gd name="T38" fmla="*/ 3 w 16"/>
                  <a:gd name="T39" fmla="*/ 4 h 9"/>
                  <a:gd name="T40" fmla="*/ 9 w 16"/>
                  <a:gd name="T41" fmla="*/ 8 h 9"/>
                  <a:gd name="T42" fmla="*/ 12 w 16"/>
                  <a:gd name="T43" fmla="*/ 8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6" h="9">
                    <a:moveTo>
                      <a:pt x="14" y="8"/>
                    </a:moveTo>
                    <a:cubicBezTo>
                      <a:pt x="13" y="9"/>
                      <a:pt x="13" y="9"/>
                      <a:pt x="13" y="9"/>
                    </a:cubicBezTo>
                    <a:cubicBezTo>
                      <a:pt x="12" y="9"/>
                      <a:pt x="11" y="9"/>
                      <a:pt x="10" y="9"/>
                    </a:cubicBezTo>
                    <a:cubicBezTo>
                      <a:pt x="9" y="9"/>
                      <a:pt x="8" y="9"/>
                      <a:pt x="7" y="9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1" y="5"/>
                      <a:pt x="0" y="4"/>
                      <a:pt x="0" y="4"/>
                    </a:cubicBezTo>
                    <a:cubicBezTo>
                      <a:pt x="0" y="3"/>
                      <a:pt x="1" y="3"/>
                      <a:pt x="1" y="2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4" y="1"/>
                      <a:pt x="5" y="0"/>
                      <a:pt x="6" y="0"/>
                    </a:cubicBezTo>
                    <a:cubicBezTo>
                      <a:pt x="7" y="0"/>
                      <a:pt x="8" y="1"/>
                      <a:pt x="8" y="1"/>
                    </a:cubicBezTo>
                    <a:cubicBezTo>
                      <a:pt x="14" y="5"/>
                      <a:pt x="14" y="5"/>
                      <a:pt x="14" y="5"/>
                    </a:cubicBezTo>
                    <a:cubicBezTo>
                      <a:pt x="15" y="5"/>
                      <a:pt x="16" y="6"/>
                      <a:pt x="16" y="6"/>
                    </a:cubicBezTo>
                    <a:cubicBezTo>
                      <a:pt x="16" y="7"/>
                      <a:pt x="15" y="7"/>
                      <a:pt x="14" y="8"/>
                    </a:cubicBezTo>
                    <a:close/>
                    <a:moveTo>
                      <a:pt x="12" y="8"/>
                    </a:moveTo>
                    <a:cubicBezTo>
                      <a:pt x="13" y="7"/>
                      <a:pt x="13" y="7"/>
                      <a:pt x="13" y="7"/>
                    </a:cubicBezTo>
                    <a:cubicBezTo>
                      <a:pt x="14" y="7"/>
                      <a:pt x="14" y="6"/>
                      <a:pt x="13" y="5"/>
                    </a:cubicBezTo>
                    <a:cubicBezTo>
                      <a:pt x="7" y="2"/>
                      <a:pt x="7" y="2"/>
                      <a:pt x="7" y="2"/>
                    </a:cubicBezTo>
                    <a:cubicBezTo>
                      <a:pt x="6" y="1"/>
                      <a:pt x="5" y="1"/>
                      <a:pt x="4" y="2"/>
                    </a:cubicBezTo>
                    <a:cubicBezTo>
                      <a:pt x="3" y="3"/>
                      <a:pt x="3" y="3"/>
                      <a:pt x="3" y="3"/>
                    </a:cubicBezTo>
                    <a:cubicBezTo>
                      <a:pt x="2" y="3"/>
                      <a:pt x="2" y="4"/>
                      <a:pt x="3" y="4"/>
                    </a:cubicBezTo>
                    <a:cubicBezTo>
                      <a:pt x="9" y="8"/>
                      <a:pt x="9" y="8"/>
                      <a:pt x="9" y="8"/>
                    </a:cubicBezTo>
                    <a:cubicBezTo>
                      <a:pt x="10" y="9"/>
                      <a:pt x="11" y="9"/>
                      <a:pt x="12" y="8"/>
                    </a:cubicBezTo>
                    <a:close/>
                  </a:path>
                </a:pathLst>
              </a:custGeom>
              <a:solidFill>
                <a:srgbClr val="6DBD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0" name="Freeform: Shape 59" descr="2b8e8523-ad19-482b-92ce-13b3c09b0c5c"/>
              <p:cNvSpPr/>
              <p:nvPr/>
            </p:nvSpPr>
            <p:spPr bwMode="auto">
              <a:xfrm>
                <a:off x="6694491" y="4864070"/>
                <a:ext cx="74613" cy="230186"/>
              </a:xfrm>
              <a:custGeom>
                <a:avLst/>
                <a:gdLst>
                  <a:gd name="T0" fmla="*/ 47 w 47"/>
                  <a:gd name="T1" fmla="*/ 145 h 145"/>
                  <a:gd name="T2" fmla="*/ 33 w 47"/>
                  <a:gd name="T3" fmla="*/ 140 h 145"/>
                  <a:gd name="T4" fmla="*/ 0 w 47"/>
                  <a:gd name="T5" fmla="*/ 0 h 145"/>
                  <a:gd name="T6" fmla="*/ 14 w 47"/>
                  <a:gd name="T7" fmla="*/ 5 h 145"/>
                  <a:gd name="T8" fmla="*/ 47 w 47"/>
                  <a:gd name="T9" fmla="*/ 145 h 1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7" h="145">
                    <a:moveTo>
                      <a:pt x="47" y="145"/>
                    </a:moveTo>
                    <a:lnTo>
                      <a:pt x="33" y="140"/>
                    </a:lnTo>
                    <a:lnTo>
                      <a:pt x="0" y="0"/>
                    </a:lnTo>
                    <a:lnTo>
                      <a:pt x="14" y="5"/>
                    </a:lnTo>
                    <a:lnTo>
                      <a:pt x="47" y="145"/>
                    </a:lnTo>
                    <a:close/>
                  </a:path>
                </a:pathLst>
              </a:custGeom>
              <a:solidFill>
                <a:srgbClr val="CCC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1" name="Freeform: Shape 60" descr="70c91bf1-404f-4530-843d-b7367cf5ff2a"/>
              <p:cNvSpPr/>
              <p:nvPr/>
            </p:nvSpPr>
            <p:spPr bwMode="auto">
              <a:xfrm>
                <a:off x="6645279" y="4652933"/>
                <a:ext cx="63500" cy="188912"/>
              </a:xfrm>
              <a:custGeom>
                <a:avLst/>
                <a:gdLst>
                  <a:gd name="T0" fmla="*/ 40 w 40"/>
                  <a:gd name="T1" fmla="*/ 119 h 119"/>
                  <a:gd name="T2" fmla="*/ 26 w 40"/>
                  <a:gd name="T3" fmla="*/ 114 h 119"/>
                  <a:gd name="T4" fmla="*/ 0 w 40"/>
                  <a:gd name="T5" fmla="*/ 0 h 119"/>
                  <a:gd name="T6" fmla="*/ 14 w 40"/>
                  <a:gd name="T7" fmla="*/ 5 h 119"/>
                  <a:gd name="T8" fmla="*/ 40 w 40"/>
                  <a:gd name="T9" fmla="*/ 119 h 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119">
                    <a:moveTo>
                      <a:pt x="40" y="119"/>
                    </a:moveTo>
                    <a:lnTo>
                      <a:pt x="26" y="114"/>
                    </a:lnTo>
                    <a:lnTo>
                      <a:pt x="0" y="0"/>
                    </a:lnTo>
                    <a:lnTo>
                      <a:pt x="14" y="5"/>
                    </a:lnTo>
                    <a:lnTo>
                      <a:pt x="40" y="119"/>
                    </a:lnTo>
                    <a:close/>
                  </a:path>
                </a:pathLst>
              </a:custGeom>
              <a:solidFill>
                <a:srgbClr val="CCC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2" name="Freeform: Shape 61" descr="2a549612-4133-47b0-89b1-eee6735a5c9f"/>
              <p:cNvSpPr/>
              <p:nvPr/>
            </p:nvSpPr>
            <p:spPr bwMode="auto">
              <a:xfrm>
                <a:off x="6505579" y="4833907"/>
                <a:ext cx="203200" cy="109537"/>
              </a:xfrm>
              <a:custGeom>
                <a:avLst/>
                <a:gdLst>
                  <a:gd name="T0" fmla="*/ 14 w 128"/>
                  <a:gd name="T1" fmla="*/ 69 h 69"/>
                  <a:gd name="T2" fmla="*/ 0 w 128"/>
                  <a:gd name="T3" fmla="*/ 67 h 69"/>
                  <a:gd name="T4" fmla="*/ 114 w 128"/>
                  <a:gd name="T5" fmla="*/ 0 h 69"/>
                  <a:gd name="T6" fmla="*/ 128 w 128"/>
                  <a:gd name="T7" fmla="*/ 5 h 69"/>
                  <a:gd name="T8" fmla="*/ 14 w 128"/>
                  <a:gd name="T9" fmla="*/ 69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8" h="69">
                    <a:moveTo>
                      <a:pt x="14" y="69"/>
                    </a:moveTo>
                    <a:lnTo>
                      <a:pt x="0" y="67"/>
                    </a:lnTo>
                    <a:lnTo>
                      <a:pt x="114" y="0"/>
                    </a:lnTo>
                    <a:lnTo>
                      <a:pt x="128" y="5"/>
                    </a:lnTo>
                    <a:lnTo>
                      <a:pt x="14" y="69"/>
                    </a:lnTo>
                    <a:close/>
                  </a:path>
                </a:pathLst>
              </a:custGeom>
              <a:solidFill>
                <a:srgbClr val="E0DA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3" name="Freeform: Shape 62" descr="70c44052-0a89-49dc-a36f-4089ed27c972"/>
              <p:cNvSpPr/>
              <p:nvPr/>
            </p:nvSpPr>
            <p:spPr bwMode="auto">
              <a:xfrm>
                <a:off x="6596066" y="4441796"/>
                <a:ext cx="63500" cy="188912"/>
              </a:xfrm>
              <a:custGeom>
                <a:avLst/>
                <a:gdLst>
                  <a:gd name="T0" fmla="*/ 40 w 40"/>
                  <a:gd name="T1" fmla="*/ 119 h 119"/>
                  <a:gd name="T2" fmla="*/ 26 w 40"/>
                  <a:gd name="T3" fmla="*/ 114 h 119"/>
                  <a:gd name="T4" fmla="*/ 0 w 40"/>
                  <a:gd name="T5" fmla="*/ 0 h 119"/>
                  <a:gd name="T6" fmla="*/ 14 w 40"/>
                  <a:gd name="T7" fmla="*/ 5 h 119"/>
                  <a:gd name="T8" fmla="*/ 40 w 40"/>
                  <a:gd name="T9" fmla="*/ 119 h 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119">
                    <a:moveTo>
                      <a:pt x="40" y="119"/>
                    </a:moveTo>
                    <a:lnTo>
                      <a:pt x="26" y="114"/>
                    </a:lnTo>
                    <a:lnTo>
                      <a:pt x="0" y="0"/>
                    </a:lnTo>
                    <a:lnTo>
                      <a:pt x="14" y="5"/>
                    </a:lnTo>
                    <a:lnTo>
                      <a:pt x="40" y="119"/>
                    </a:lnTo>
                    <a:close/>
                  </a:path>
                </a:pathLst>
              </a:custGeom>
              <a:solidFill>
                <a:srgbClr val="CCC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4" name="Freeform: Shape 63" descr="44cb8637-52fd-4539-9952-9ec1d749897f"/>
              <p:cNvSpPr/>
              <p:nvPr/>
            </p:nvSpPr>
            <p:spPr bwMode="auto">
              <a:xfrm>
                <a:off x="6453191" y="4622771"/>
                <a:ext cx="206375" cy="112712"/>
              </a:xfrm>
              <a:custGeom>
                <a:avLst/>
                <a:gdLst>
                  <a:gd name="T0" fmla="*/ 16 w 130"/>
                  <a:gd name="T1" fmla="*/ 71 h 71"/>
                  <a:gd name="T2" fmla="*/ 0 w 130"/>
                  <a:gd name="T3" fmla="*/ 67 h 71"/>
                  <a:gd name="T4" fmla="*/ 116 w 130"/>
                  <a:gd name="T5" fmla="*/ 0 h 71"/>
                  <a:gd name="T6" fmla="*/ 130 w 130"/>
                  <a:gd name="T7" fmla="*/ 5 h 71"/>
                  <a:gd name="T8" fmla="*/ 16 w 13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0" h="71">
                    <a:moveTo>
                      <a:pt x="16" y="71"/>
                    </a:moveTo>
                    <a:lnTo>
                      <a:pt x="0" y="67"/>
                    </a:lnTo>
                    <a:lnTo>
                      <a:pt x="116" y="0"/>
                    </a:lnTo>
                    <a:lnTo>
                      <a:pt x="130" y="5"/>
                    </a:lnTo>
                    <a:lnTo>
                      <a:pt x="16" y="71"/>
                    </a:lnTo>
                    <a:close/>
                  </a:path>
                </a:pathLst>
              </a:custGeom>
              <a:solidFill>
                <a:srgbClr val="E0DA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5" name="Freeform: Shape 64" descr="03d3772c-bb72-4a8d-8e27-7972addd9f5f"/>
              <p:cNvSpPr/>
              <p:nvPr/>
            </p:nvSpPr>
            <p:spPr bwMode="auto">
              <a:xfrm>
                <a:off x="6543679" y="4233836"/>
                <a:ext cx="68263" cy="185737"/>
              </a:xfrm>
              <a:custGeom>
                <a:avLst/>
                <a:gdLst>
                  <a:gd name="T0" fmla="*/ 43 w 43"/>
                  <a:gd name="T1" fmla="*/ 117 h 117"/>
                  <a:gd name="T2" fmla="*/ 28 w 43"/>
                  <a:gd name="T3" fmla="*/ 112 h 117"/>
                  <a:gd name="T4" fmla="*/ 0 w 43"/>
                  <a:gd name="T5" fmla="*/ 0 h 117"/>
                  <a:gd name="T6" fmla="*/ 16 w 43"/>
                  <a:gd name="T7" fmla="*/ 3 h 117"/>
                  <a:gd name="T8" fmla="*/ 43 w 43"/>
                  <a:gd name="T9" fmla="*/ 117 h 1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3" h="117">
                    <a:moveTo>
                      <a:pt x="43" y="117"/>
                    </a:moveTo>
                    <a:lnTo>
                      <a:pt x="28" y="112"/>
                    </a:lnTo>
                    <a:lnTo>
                      <a:pt x="0" y="0"/>
                    </a:lnTo>
                    <a:lnTo>
                      <a:pt x="16" y="3"/>
                    </a:lnTo>
                    <a:lnTo>
                      <a:pt x="43" y="117"/>
                    </a:lnTo>
                    <a:close/>
                  </a:path>
                </a:pathLst>
              </a:custGeom>
              <a:solidFill>
                <a:srgbClr val="CCC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6" name="Freeform: Shape 65" descr="88492c61-6ea9-4eeb-9c41-43c2cd7126d9"/>
              <p:cNvSpPr/>
              <p:nvPr/>
            </p:nvSpPr>
            <p:spPr bwMode="auto">
              <a:xfrm>
                <a:off x="6403979" y="4411635"/>
                <a:ext cx="207963" cy="112712"/>
              </a:xfrm>
              <a:custGeom>
                <a:avLst/>
                <a:gdLst>
                  <a:gd name="T0" fmla="*/ 16 w 131"/>
                  <a:gd name="T1" fmla="*/ 71 h 71"/>
                  <a:gd name="T2" fmla="*/ 0 w 131"/>
                  <a:gd name="T3" fmla="*/ 66 h 71"/>
                  <a:gd name="T4" fmla="*/ 116 w 131"/>
                  <a:gd name="T5" fmla="*/ 0 h 71"/>
                  <a:gd name="T6" fmla="*/ 131 w 131"/>
                  <a:gd name="T7" fmla="*/ 5 h 71"/>
                  <a:gd name="T8" fmla="*/ 16 w 131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1" h="71">
                    <a:moveTo>
                      <a:pt x="16" y="71"/>
                    </a:moveTo>
                    <a:lnTo>
                      <a:pt x="0" y="66"/>
                    </a:lnTo>
                    <a:lnTo>
                      <a:pt x="116" y="0"/>
                    </a:lnTo>
                    <a:lnTo>
                      <a:pt x="131" y="5"/>
                    </a:lnTo>
                    <a:lnTo>
                      <a:pt x="16" y="71"/>
                    </a:lnTo>
                    <a:close/>
                  </a:path>
                </a:pathLst>
              </a:custGeom>
              <a:solidFill>
                <a:srgbClr val="E0DA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7" name="Freeform: Shape 66" descr="8bd207cf-9d61-4d62-8376-e089d9c7a8d3"/>
              <p:cNvSpPr/>
              <p:nvPr/>
            </p:nvSpPr>
            <p:spPr bwMode="auto">
              <a:xfrm>
                <a:off x="6494466" y="4022699"/>
                <a:ext cx="68263" cy="185737"/>
              </a:xfrm>
              <a:custGeom>
                <a:avLst/>
                <a:gdLst>
                  <a:gd name="T0" fmla="*/ 43 w 43"/>
                  <a:gd name="T1" fmla="*/ 117 h 117"/>
                  <a:gd name="T2" fmla="*/ 28 w 43"/>
                  <a:gd name="T3" fmla="*/ 112 h 117"/>
                  <a:gd name="T4" fmla="*/ 0 w 43"/>
                  <a:gd name="T5" fmla="*/ 0 h 117"/>
                  <a:gd name="T6" fmla="*/ 16 w 43"/>
                  <a:gd name="T7" fmla="*/ 3 h 117"/>
                  <a:gd name="T8" fmla="*/ 43 w 43"/>
                  <a:gd name="T9" fmla="*/ 117 h 1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3" h="117">
                    <a:moveTo>
                      <a:pt x="43" y="117"/>
                    </a:moveTo>
                    <a:lnTo>
                      <a:pt x="28" y="112"/>
                    </a:lnTo>
                    <a:lnTo>
                      <a:pt x="0" y="0"/>
                    </a:lnTo>
                    <a:lnTo>
                      <a:pt x="16" y="3"/>
                    </a:lnTo>
                    <a:lnTo>
                      <a:pt x="43" y="117"/>
                    </a:lnTo>
                    <a:close/>
                  </a:path>
                </a:pathLst>
              </a:custGeom>
              <a:solidFill>
                <a:srgbClr val="CCC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8" name="Freeform: Shape 67" descr="6123f300-c020-4153-be07-24e333f930d6"/>
              <p:cNvSpPr/>
              <p:nvPr/>
            </p:nvSpPr>
            <p:spPr bwMode="auto">
              <a:xfrm>
                <a:off x="6354766" y="4200498"/>
                <a:ext cx="207963" cy="112712"/>
              </a:xfrm>
              <a:custGeom>
                <a:avLst/>
                <a:gdLst>
                  <a:gd name="T0" fmla="*/ 16 w 131"/>
                  <a:gd name="T1" fmla="*/ 71 h 71"/>
                  <a:gd name="T2" fmla="*/ 0 w 131"/>
                  <a:gd name="T3" fmla="*/ 66 h 71"/>
                  <a:gd name="T4" fmla="*/ 116 w 131"/>
                  <a:gd name="T5" fmla="*/ 0 h 71"/>
                  <a:gd name="T6" fmla="*/ 131 w 131"/>
                  <a:gd name="T7" fmla="*/ 5 h 71"/>
                  <a:gd name="T8" fmla="*/ 16 w 131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1" h="71">
                    <a:moveTo>
                      <a:pt x="16" y="71"/>
                    </a:moveTo>
                    <a:lnTo>
                      <a:pt x="0" y="66"/>
                    </a:lnTo>
                    <a:lnTo>
                      <a:pt x="116" y="0"/>
                    </a:lnTo>
                    <a:lnTo>
                      <a:pt x="131" y="5"/>
                    </a:lnTo>
                    <a:lnTo>
                      <a:pt x="16" y="71"/>
                    </a:lnTo>
                    <a:close/>
                  </a:path>
                </a:pathLst>
              </a:custGeom>
              <a:solidFill>
                <a:srgbClr val="E0DA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9" name="Freeform: Shape 68" descr="3a6d344f-792c-4c19-bd4b-7974aa6949f1"/>
              <p:cNvSpPr/>
              <p:nvPr/>
            </p:nvSpPr>
            <p:spPr bwMode="auto">
              <a:xfrm>
                <a:off x="6445254" y="3811564"/>
                <a:ext cx="68263" cy="185737"/>
              </a:xfrm>
              <a:custGeom>
                <a:avLst/>
                <a:gdLst>
                  <a:gd name="T0" fmla="*/ 43 w 43"/>
                  <a:gd name="T1" fmla="*/ 117 h 117"/>
                  <a:gd name="T2" fmla="*/ 28 w 43"/>
                  <a:gd name="T3" fmla="*/ 114 h 117"/>
                  <a:gd name="T4" fmla="*/ 0 w 43"/>
                  <a:gd name="T5" fmla="*/ 0 h 117"/>
                  <a:gd name="T6" fmla="*/ 17 w 43"/>
                  <a:gd name="T7" fmla="*/ 3 h 117"/>
                  <a:gd name="T8" fmla="*/ 43 w 43"/>
                  <a:gd name="T9" fmla="*/ 117 h 1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3" h="117">
                    <a:moveTo>
                      <a:pt x="43" y="117"/>
                    </a:moveTo>
                    <a:lnTo>
                      <a:pt x="28" y="114"/>
                    </a:lnTo>
                    <a:lnTo>
                      <a:pt x="0" y="0"/>
                    </a:lnTo>
                    <a:lnTo>
                      <a:pt x="17" y="3"/>
                    </a:lnTo>
                    <a:lnTo>
                      <a:pt x="43" y="117"/>
                    </a:lnTo>
                    <a:close/>
                  </a:path>
                </a:pathLst>
              </a:custGeom>
              <a:solidFill>
                <a:srgbClr val="CCC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0" name="Freeform: Shape 69" descr="7e355b08-4010-4298-8d82-9d1977fc586a"/>
              <p:cNvSpPr/>
              <p:nvPr/>
            </p:nvSpPr>
            <p:spPr bwMode="auto">
              <a:xfrm>
                <a:off x="6410329" y="3657577"/>
                <a:ext cx="53975" cy="128588"/>
              </a:xfrm>
              <a:custGeom>
                <a:avLst/>
                <a:gdLst>
                  <a:gd name="T0" fmla="*/ 34 w 34"/>
                  <a:gd name="T1" fmla="*/ 81 h 81"/>
                  <a:gd name="T2" fmla="*/ 17 w 34"/>
                  <a:gd name="T3" fmla="*/ 78 h 81"/>
                  <a:gd name="T4" fmla="*/ 0 w 34"/>
                  <a:gd name="T5" fmla="*/ 0 h 81"/>
                  <a:gd name="T6" fmla="*/ 15 w 34"/>
                  <a:gd name="T7" fmla="*/ 2 h 81"/>
                  <a:gd name="T8" fmla="*/ 34 w 34"/>
                  <a:gd name="T9" fmla="*/ 81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4" h="81">
                    <a:moveTo>
                      <a:pt x="34" y="81"/>
                    </a:moveTo>
                    <a:lnTo>
                      <a:pt x="17" y="78"/>
                    </a:lnTo>
                    <a:lnTo>
                      <a:pt x="0" y="0"/>
                    </a:lnTo>
                    <a:lnTo>
                      <a:pt x="15" y="2"/>
                    </a:lnTo>
                    <a:lnTo>
                      <a:pt x="34" y="81"/>
                    </a:lnTo>
                    <a:close/>
                  </a:path>
                </a:pathLst>
              </a:custGeom>
              <a:solidFill>
                <a:srgbClr val="CCC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1" name="Freeform: Shape 70" descr="12bcd17d-5c96-414b-8a41-d91e75007e1d"/>
              <p:cNvSpPr/>
              <p:nvPr/>
            </p:nvSpPr>
            <p:spPr bwMode="auto">
              <a:xfrm>
                <a:off x="6410329" y="3641702"/>
                <a:ext cx="49213" cy="19050"/>
              </a:xfrm>
              <a:custGeom>
                <a:avLst/>
                <a:gdLst>
                  <a:gd name="T0" fmla="*/ 15 w 31"/>
                  <a:gd name="T1" fmla="*/ 12 h 12"/>
                  <a:gd name="T2" fmla="*/ 0 w 31"/>
                  <a:gd name="T3" fmla="*/ 10 h 12"/>
                  <a:gd name="T4" fmla="*/ 15 w 31"/>
                  <a:gd name="T5" fmla="*/ 0 h 12"/>
                  <a:gd name="T6" fmla="*/ 31 w 31"/>
                  <a:gd name="T7" fmla="*/ 3 h 12"/>
                  <a:gd name="T8" fmla="*/ 15 w 31"/>
                  <a:gd name="T9" fmla="*/ 1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" h="12">
                    <a:moveTo>
                      <a:pt x="15" y="12"/>
                    </a:moveTo>
                    <a:lnTo>
                      <a:pt x="0" y="10"/>
                    </a:lnTo>
                    <a:lnTo>
                      <a:pt x="15" y="0"/>
                    </a:lnTo>
                    <a:lnTo>
                      <a:pt x="31" y="3"/>
                    </a:lnTo>
                    <a:lnTo>
                      <a:pt x="15" y="12"/>
                    </a:lnTo>
                    <a:close/>
                  </a:path>
                </a:pathLst>
              </a:custGeom>
              <a:solidFill>
                <a:srgbClr val="E0DA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2" name="Freeform: Shape 71" descr="84327be9-2d72-4186-a75f-053e884e90cd"/>
              <p:cNvSpPr/>
              <p:nvPr/>
            </p:nvSpPr>
            <p:spPr bwMode="auto">
              <a:xfrm>
                <a:off x="6305554" y="3992538"/>
                <a:ext cx="207963" cy="109537"/>
              </a:xfrm>
              <a:custGeom>
                <a:avLst/>
                <a:gdLst>
                  <a:gd name="T0" fmla="*/ 17 w 131"/>
                  <a:gd name="T1" fmla="*/ 69 h 69"/>
                  <a:gd name="T2" fmla="*/ 0 w 131"/>
                  <a:gd name="T3" fmla="*/ 64 h 69"/>
                  <a:gd name="T4" fmla="*/ 116 w 131"/>
                  <a:gd name="T5" fmla="*/ 0 h 69"/>
                  <a:gd name="T6" fmla="*/ 131 w 131"/>
                  <a:gd name="T7" fmla="*/ 3 h 69"/>
                  <a:gd name="T8" fmla="*/ 17 w 131"/>
                  <a:gd name="T9" fmla="*/ 69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1" h="69">
                    <a:moveTo>
                      <a:pt x="17" y="69"/>
                    </a:moveTo>
                    <a:lnTo>
                      <a:pt x="0" y="64"/>
                    </a:lnTo>
                    <a:lnTo>
                      <a:pt x="116" y="0"/>
                    </a:lnTo>
                    <a:lnTo>
                      <a:pt x="131" y="3"/>
                    </a:lnTo>
                    <a:lnTo>
                      <a:pt x="17" y="69"/>
                    </a:lnTo>
                    <a:close/>
                  </a:path>
                </a:pathLst>
              </a:custGeom>
              <a:solidFill>
                <a:srgbClr val="E0DA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3" name="Freeform: Shape 72" descr="3774df5d-fb3e-4858-b895-725e6b3f6c62"/>
              <p:cNvSpPr/>
              <p:nvPr/>
            </p:nvSpPr>
            <p:spPr bwMode="auto">
              <a:xfrm>
                <a:off x="6256341" y="3781401"/>
                <a:ext cx="207963" cy="109537"/>
              </a:xfrm>
              <a:custGeom>
                <a:avLst/>
                <a:gdLst>
                  <a:gd name="T0" fmla="*/ 17 w 131"/>
                  <a:gd name="T1" fmla="*/ 69 h 69"/>
                  <a:gd name="T2" fmla="*/ 0 w 131"/>
                  <a:gd name="T3" fmla="*/ 67 h 69"/>
                  <a:gd name="T4" fmla="*/ 114 w 131"/>
                  <a:gd name="T5" fmla="*/ 0 h 69"/>
                  <a:gd name="T6" fmla="*/ 131 w 131"/>
                  <a:gd name="T7" fmla="*/ 3 h 69"/>
                  <a:gd name="T8" fmla="*/ 17 w 131"/>
                  <a:gd name="T9" fmla="*/ 69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1" h="69">
                    <a:moveTo>
                      <a:pt x="17" y="69"/>
                    </a:moveTo>
                    <a:lnTo>
                      <a:pt x="0" y="67"/>
                    </a:lnTo>
                    <a:lnTo>
                      <a:pt x="114" y="0"/>
                    </a:lnTo>
                    <a:lnTo>
                      <a:pt x="131" y="3"/>
                    </a:lnTo>
                    <a:lnTo>
                      <a:pt x="17" y="69"/>
                    </a:lnTo>
                    <a:close/>
                  </a:path>
                </a:pathLst>
              </a:custGeom>
              <a:solidFill>
                <a:srgbClr val="E0DA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4" name="Freeform: Shape 73" descr="07796ec8-94d7-4e5d-a1cb-cefd0c4eeb56"/>
              <p:cNvSpPr/>
              <p:nvPr/>
            </p:nvSpPr>
            <p:spPr bwMode="auto">
              <a:xfrm>
                <a:off x="6203954" y="3759176"/>
                <a:ext cx="49213" cy="22225"/>
              </a:xfrm>
              <a:custGeom>
                <a:avLst/>
                <a:gdLst>
                  <a:gd name="T0" fmla="*/ 14 w 31"/>
                  <a:gd name="T1" fmla="*/ 14 h 14"/>
                  <a:gd name="T2" fmla="*/ 0 w 31"/>
                  <a:gd name="T3" fmla="*/ 9 h 14"/>
                  <a:gd name="T4" fmla="*/ 16 w 31"/>
                  <a:gd name="T5" fmla="*/ 0 h 14"/>
                  <a:gd name="T6" fmla="*/ 31 w 31"/>
                  <a:gd name="T7" fmla="*/ 5 h 14"/>
                  <a:gd name="T8" fmla="*/ 14 w 31"/>
                  <a:gd name="T9" fmla="*/ 14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" h="14">
                    <a:moveTo>
                      <a:pt x="14" y="14"/>
                    </a:moveTo>
                    <a:lnTo>
                      <a:pt x="0" y="9"/>
                    </a:lnTo>
                    <a:lnTo>
                      <a:pt x="16" y="0"/>
                    </a:lnTo>
                    <a:lnTo>
                      <a:pt x="31" y="5"/>
                    </a:lnTo>
                    <a:lnTo>
                      <a:pt x="14" y="14"/>
                    </a:lnTo>
                    <a:close/>
                  </a:path>
                </a:pathLst>
              </a:custGeom>
              <a:solidFill>
                <a:srgbClr val="E0DA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5" name="Freeform: Shape 74" descr="c26693e3-27f1-4bca-a032-7ccba29e618f"/>
              <p:cNvSpPr/>
              <p:nvPr/>
            </p:nvSpPr>
            <p:spPr bwMode="auto">
              <a:xfrm>
                <a:off x="6203954" y="3773464"/>
                <a:ext cx="358776" cy="1441441"/>
              </a:xfrm>
              <a:custGeom>
                <a:avLst/>
                <a:gdLst>
                  <a:gd name="T0" fmla="*/ 226 w 226"/>
                  <a:gd name="T1" fmla="*/ 908 h 908"/>
                  <a:gd name="T2" fmla="*/ 211 w 226"/>
                  <a:gd name="T3" fmla="*/ 903 h 908"/>
                  <a:gd name="T4" fmla="*/ 0 w 226"/>
                  <a:gd name="T5" fmla="*/ 0 h 908"/>
                  <a:gd name="T6" fmla="*/ 14 w 226"/>
                  <a:gd name="T7" fmla="*/ 5 h 908"/>
                  <a:gd name="T8" fmla="*/ 226 w 226"/>
                  <a:gd name="T9" fmla="*/ 908 h 9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26" h="907">
                    <a:moveTo>
                      <a:pt x="226" y="908"/>
                    </a:moveTo>
                    <a:lnTo>
                      <a:pt x="211" y="903"/>
                    </a:lnTo>
                    <a:lnTo>
                      <a:pt x="0" y="0"/>
                    </a:lnTo>
                    <a:lnTo>
                      <a:pt x="14" y="5"/>
                    </a:lnTo>
                    <a:lnTo>
                      <a:pt x="226" y="908"/>
                    </a:lnTo>
                    <a:close/>
                  </a:path>
                </a:pathLst>
              </a:custGeom>
              <a:solidFill>
                <a:srgbClr val="CCC7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6" name="Freeform: Shape 75" descr="17fbec34-63f4-453a-80e5-57659deb0835"/>
              <p:cNvSpPr/>
              <p:nvPr/>
            </p:nvSpPr>
            <p:spPr bwMode="auto">
              <a:xfrm>
                <a:off x="6226179" y="3646464"/>
                <a:ext cx="569913" cy="1568441"/>
              </a:xfrm>
              <a:custGeom>
                <a:avLst/>
                <a:gdLst>
                  <a:gd name="T0" fmla="*/ 131 w 359"/>
                  <a:gd name="T1" fmla="*/ 9 h 988"/>
                  <a:gd name="T2" fmla="*/ 147 w 359"/>
                  <a:gd name="T3" fmla="*/ 0 h 988"/>
                  <a:gd name="T4" fmla="*/ 359 w 359"/>
                  <a:gd name="T5" fmla="*/ 903 h 988"/>
                  <a:gd name="T6" fmla="*/ 342 w 359"/>
                  <a:gd name="T7" fmla="*/ 912 h 988"/>
                  <a:gd name="T8" fmla="*/ 309 w 359"/>
                  <a:gd name="T9" fmla="*/ 772 h 988"/>
                  <a:gd name="T10" fmla="*/ 195 w 359"/>
                  <a:gd name="T11" fmla="*/ 836 h 988"/>
                  <a:gd name="T12" fmla="*/ 228 w 359"/>
                  <a:gd name="T13" fmla="*/ 979 h 988"/>
                  <a:gd name="T14" fmla="*/ 212 w 359"/>
                  <a:gd name="T15" fmla="*/ 988 h 988"/>
                  <a:gd name="T16" fmla="*/ 0 w 359"/>
                  <a:gd name="T17" fmla="*/ 85 h 988"/>
                  <a:gd name="T18" fmla="*/ 17 w 359"/>
                  <a:gd name="T19" fmla="*/ 76 h 988"/>
                  <a:gd name="T20" fmla="*/ 36 w 359"/>
                  <a:gd name="T21" fmla="*/ 154 h 988"/>
                  <a:gd name="T22" fmla="*/ 150 w 359"/>
                  <a:gd name="T23" fmla="*/ 88 h 988"/>
                  <a:gd name="T24" fmla="*/ 131 w 359"/>
                  <a:gd name="T25" fmla="*/ 9 h 988"/>
                  <a:gd name="T26" fmla="*/ 273 w 359"/>
                  <a:gd name="T27" fmla="*/ 620 h 988"/>
                  <a:gd name="T28" fmla="*/ 247 w 359"/>
                  <a:gd name="T29" fmla="*/ 506 h 988"/>
                  <a:gd name="T30" fmla="*/ 133 w 359"/>
                  <a:gd name="T31" fmla="*/ 572 h 988"/>
                  <a:gd name="T32" fmla="*/ 159 w 359"/>
                  <a:gd name="T33" fmla="*/ 686 h 988"/>
                  <a:gd name="T34" fmla="*/ 273 w 359"/>
                  <a:gd name="T35" fmla="*/ 620 h 988"/>
                  <a:gd name="T36" fmla="*/ 273 w 359"/>
                  <a:gd name="T37" fmla="*/ 620 h 988"/>
                  <a:gd name="T38" fmla="*/ 181 w 359"/>
                  <a:gd name="T39" fmla="*/ 221 h 988"/>
                  <a:gd name="T40" fmla="*/ 155 w 359"/>
                  <a:gd name="T41" fmla="*/ 107 h 988"/>
                  <a:gd name="T42" fmla="*/ 40 w 359"/>
                  <a:gd name="T43" fmla="*/ 173 h 988"/>
                  <a:gd name="T44" fmla="*/ 67 w 359"/>
                  <a:gd name="T45" fmla="*/ 287 h 988"/>
                  <a:gd name="T46" fmla="*/ 181 w 359"/>
                  <a:gd name="T47" fmla="*/ 221 h 988"/>
                  <a:gd name="T48" fmla="*/ 181 w 359"/>
                  <a:gd name="T49" fmla="*/ 221 h 988"/>
                  <a:gd name="T50" fmla="*/ 304 w 359"/>
                  <a:gd name="T51" fmla="*/ 753 h 988"/>
                  <a:gd name="T52" fmla="*/ 278 w 359"/>
                  <a:gd name="T53" fmla="*/ 639 h 988"/>
                  <a:gd name="T54" fmla="*/ 164 w 359"/>
                  <a:gd name="T55" fmla="*/ 705 h 988"/>
                  <a:gd name="T56" fmla="*/ 190 w 359"/>
                  <a:gd name="T57" fmla="*/ 817 h 988"/>
                  <a:gd name="T58" fmla="*/ 304 w 359"/>
                  <a:gd name="T59" fmla="*/ 753 h 988"/>
                  <a:gd name="T60" fmla="*/ 304 w 359"/>
                  <a:gd name="T61" fmla="*/ 753 h 988"/>
                  <a:gd name="T62" fmla="*/ 212 w 359"/>
                  <a:gd name="T63" fmla="*/ 354 h 988"/>
                  <a:gd name="T64" fmla="*/ 185 w 359"/>
                  <a:gd name="T65" fmla="*/ 240 h 988"/>
                  <a:gd name="T66" fmla="*/ 71 w 359"/>
                  <a:gd name="T67" fmla="*/ 306 h 988"/>
                  <a:gd name="T68" fmla="*/ 97 w 359"/>
                  <a:gd name="T69" fmla="*/ 420 h 988"/>
                  <a:gd name="T70" fmla="*/ 212 w 359"/>
                  <a:gd name="T71" fmla="*/ 354 h 988"/>
                  <a:gd name="T72" fmla="*/ 212 w 359"/>
                  <a:gd name="T73" fmla="*/ 354 h 988"/>
                  <a:gd name="T74" fmla="*/ 243 w 359"/>
                  <a:gd name="T75" fmla="*/ 487 h 988"/>
                  <a:gd name="T76" fmla="*/ 216 w 359"/>
                  <a:gd name="T77" fmla="*/ 373 h 988"/>
                  <a:gd name="T78" fmla="*/ 102 w 359"/>
                  <a:gd name="T79" fmla="*/ 439 h 988"/>
                  <a:gd name="T80" fmla="*/ 128 w 359"/>
                  <a:gd name="T81" fmla="*/ 553 h 988"/>
                  <a:gd name="T82" fmla="*/ 243 w 359"/>
                  <a:gd name="T83" fmla="*/ 487 h 988"/>
                  <a:gd name="T84" fmla="*/ 243 w 359"/>
                  <a:gd name="T85" fmla="*/ 487 h 9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359" h="987">
                    <a:moveTo>
                      <a:pt x="131" y="9"/>
                    </a:moveTo>
                    <a:lnTo>
                      <a:pt x="147" y="0"/>
                    </a:lnTo>
                    <a:lnTo>
                      <a:pt x="359" y="903"/>
                    </a:lnTo>
                    <a:lnTo>
                      <a:pt x="342" y="912"/>
                    </a:lnTo>
                    <a:lnTo>
                      <a:pt x="309" y="772"/>
                    </a:lnTo>
                    <a:lnTo>
                      <a:pt x="195" y="836"/>
                    </a:lnTo>
                    <a:lnTo>
                      <a:pt x="228" y="979"/>
                    </a:lnTo>
                    <a:lnTo>
                      <a:pt x="212" y="988"/>
                    </a:lnTo>
                    <a:lnTo>
                      <a:pt x="0" y="85"/>
                    </a:lnTo>
                    <a:lnTo>
                      <a:pt x="17" y="76"/>
                    </a:lnTo>
                    <a:lnTo>
                      <a:pt x="36" y="154"/>
                    </a:lnTo>
                    <a:lnTo>
                      <a:pt x="150" y="88"/>
                    </a:lnTo>
                    <a:lnTo>
                      <a:pt x="131" y="9"/>
                    </a:lnTo>
                    <a:close/>
                    <a:moveTo>
                      <a:pt x="273" y="620"/>
                    </a:moveTo>
                    <a:lnTo>
                      <a:pt x="247" y="506"/>
                    </a:lnTo>
                    <a:lnTo>
                      <a:pt x="133" y="572"/>
                    </a:lnTo>
                    <a:lnTo>
                      <a:pt x="159" y="686"/>
                    </a:lnTo>
                    <a:lnTo>
                      <a:pt x="273" y="620"/>
                    </a:lnTo>
                    <a:lnTo>
                      <a:pt x="273" y="620"/>
                    </a:lnTo>
                    <a:close/>
                    <a:moveTo>
                      <a:pt x="181" y="221"/>
                    </a:moveTo>
                    <a:lnTo>
                      <a:pt x="155" y="107"/>
                    </a:lnTo>
                    <a:lnTo>
                      <a:pt x="40" y="173"/>
                    </a:lnTo>
                    <a:lnTo>
                      <a:pt x="67" y="287"/>
                    </a:lnTo>
                    <a:lnTo>
                      <a:pt x="181" y="221"/>
                    </a:lnTo>
                    <a:lnTo>
                      <a:pt x="181" y="221"/>
                    </a:lnTo>
                    <a:close/>
                    <a:moveTo>
                      <a:pt x="304" y="753"/>
                    </a:moveTo>
                    <a:lnTo>
                      <a:pt x="278" y="639"/>
                    </a:lnTo>
                    <a:lnTo>
                      <a:pt x="164" y="705"/>
                    </a:lnTo>
                    <a:lnTo>
                      <a:pt x="190" y="817"/>
                    </a:lnTo>
                    <a:lnTo>
                      <a:pt x="304" y="753"/>
                    </a:lnTo>
                    <a:lnTo>
                      <a:pt x="304" y="753"/>
                    </a:lnTo>
                    <a:close/>
                    <a:moveTo>
                      <a:pt x="212" y="354"/>
                    </a:moveTo>
                    <a:lnTo>
                      <a:pt x="185" y="240"/>
                    </a:lnTo>
                    <a:lnTo>
                      <a:pt x="71" y="306"/>
                    </a:lnTo>
                    <a:lnTo>
                      <a:pt x="97" y="420"/>
                    </a:lnTo>
                    <a:lnTo>
                      <a:pt x="212" y="354"/>
                    </a:lnTo>
                    <a:lnTo>
                      <a:pt x="212" y="354"/>
                    </a:lnTo>
                    <a:close/>
                    <a:moveTo>
                      <a:pt x="243" y="487"/>
                    </a:moveTo>
                    <a:lnTo>
                      <a:pt x="216" y="373"/>
                    </a:lnTo>
                    <a:lnTo>
                      <a:pt x="102" y="439"/>
                    </a:lnTo>
                    <a:lnTo>
                      <a:pt x="128" y="553"/>
                    </a:lnTo>
                    <a:lnTo>
                      <a:pt x="243" y="487"/>
                    </a:lnTo>
                    <a:lnTo>
                      <a:pt x="243" y="48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7" name="Freeform: Shape 76" descr="85370e47-8c89-4129-889a-5e15044465a1"/>
              <p:cNvSpPr/>
              <p:nvPr/>
            </p:nvSpPr>
            <p:spPr bwMode="auto">
              <a:xfrm>
                <a:off x="4349753" y="2265348"/>
                <a:ext cx="60325" cy="98425"/>
              </a:xfrm>
              <a:custGeom>
                <a:avLst/>
                <a:gdLst>
                  <a:gd name="T0" fmla="*/ 38 w 38"/>
                  <a:gd name="T1" fmla="*/ 38 h 62"/>
                  <a:gd name="T2" fmla="*/ 0 w 38"/>
                  <a:gd name="T3" fmla="*/ 62 h 62"/>
                  <a:gd name="T4" fmla="*/ 0 w 38"/>
                  <a:gd name="T5" fmla="*/ 21 h 62"/>
                  <a:gd name="T6" fmla="*/ 38 w 38"/>
                  <a:gd name="T7" fmla="*/ 0 h 62"/>
                  <a:gd name="T8" fmla="*/ 38 w 38"/>
                  <a:gd name="T9" fmla="*/ 38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8" h="62">
                    <a:moveTo>
                      <a:pt x="38" y="38"/>
                    </a:moveTo>
                    <a:lnTo>
                      <a:pt x="0" y="62"/>
                    </a:lnTo>
                    <a:lnTo>
                      <a:pt x="0" y="21"/>
                    </a:lnTo>
                    <a:lnTo>
                      <a:pt x="38" y="0"/>
                    </a:lnTo>
                    <a:lnTo>
                      <a:pt x="38" y="38"/>
                    </a:lnTo>
                    <a:close/>
                  </a:path>
                </a:pathLst>
              </a:custGeom>
              <a:solidFill>
                <a:srgbClr val="4685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8" name="Freeform: Shape 77" descr="cc4fe406-96ee-49fc-a806-139a59cbf854"/>
              <p:cNvSpPr/>
              <p:nvPr/>
            </p:nvSpPr>
            <p:spPr bwMode="auto">
              <a:xfrm>
                <a:off x="7332667" y="2824144"/>
                <a:ext cx="71438" cy="112712"/>
              </a:xfrm>
              <a:custGeom>
                <a:avLst/>
                <a:gdLst>
                  <a:gd name="T0" fmla="*/ 45 w 45"/>
                  <a:gd name="T1" fmla="*/ 45 h 71"/>
                  <a:gd name="T2" fmla="*/ 2 w 45"/>
                  <a:gd name="T3" fmla="*/ 71 h 71"/>
                  <a:gd name="T4" fmla="*/ 0 w 45"/>
                  <a:gd name="T5" fmla="*/ 26 h 71"/>
                  <a:gd name="T6" fmla="*/ 45 w 45"/>
                  <a:gd name="T7" fmla="*/ 0 h 71"/>
                  <a:gd name="T8" fmla="*/ 45 w 45"/>
                  <a:gd name="T9" fmla="*/ 45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5" h="71">
                    <a:moveTo>
                      <a:pt x="45" y="45"/>
                    </a:moveTo>
                    <a:lnTo>
                      <a:pt x="2" y="71"/>
                    </a:lnTo>
                    <a:lnTo>
                      <a:pt x="0" y="26"/>
                    </a:lnTo>
                    <a:lnTo>
                      <a:pt x="45" y="0"/>
                    </a:lnTo>
                    <a:lnTo>
                      <a:pt x="45" y="45"/>
                    </a:lnTo>
                    <a:close/>
                  </a:path>
                </a:pathLst>
              </a:custGeom>
              <a:solidFill>
                <a:srgbClr val="4685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9" name="Freeform: Shape 78" descr="e044d5c7-28e9-44fb-92ab-98af8a88c503"/>
              <p:cNvSpPr/>
              <p:nvPr/>
            </p:nvSpPr>
            <p:spPr bwMode="auto">
              <a:xfrm>
                <a:off x="7599367" y="3046393"/>
                <a:ext cx="34925" cy="55563"/>
              </a:xfrm>
              <a:custGeom>
                <a:avLst/>
                <a:gdLst>
                  <a:gd name="T0" fmla="*/ 22 w 22"/>
                  <a:gd name="T1" fmla="*/ 24 h 35"/>
                  <a:gd name="T2" fmla="*/ 0 w 22"/>
                  <a:gd name="T3" fmla="*/ 35 h 35"/>
                  <a:gd name="T4" fmla="*/ 0 w 22"/>
                  <a:gd name="T5" fmla="*/ 14 h 35"/>
                  <a:gd name="T6" fmla="*/ 22 w 22"/>
                  <a:gd name="T7" fmla="*/ 0 h 35"/>
                  <a:gd name="T8" fmla="*/ 22 w 22"/>
                  <a:gd name="T9" fmla="*/ 24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2" h="35">
                    <a:moveTo>
                      <a:pt x="22" y="24"/>
                    </a:moveTo>
                    <a:lnTo>
                      <a:pt x="0" y="35"/>
                    </a:lnTo>
                    <a:lnTo>
                      <a:pt x="0" y="14"/>
                    </a:lnTo>
                    <a:lnTo>
                      <a:pt x="22" y="0"/>
                    </a:lnTo>
                    <a:lnTo>
                      <a:pt x="22" y="24"/>
                    </a:lnTo>
                    <a:close/>
                  </a:path>
                </a:pathLst>
              </a:custGeom>
              <a:solidFill>
                <a:srgbClr val="4685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0" name="Freeform: Shape 79" descr="e59bc0b6-23b1-4fdf-920f-cb9d4b6500b6"/>
              <p:cNvSpPr/>
              <p:nvPr/>
            </p:nvSpPr>
            <p:spPr bwMode="auto">
              <a:xfrm>
                <a:off x="5086353" y="1801801"/>
                <a:ext cx="101600" cy="161924"/>
              </a:xfrm>
              <a:custGeom>
                <a:avLst/>
                <a:gdLst>
                  <a:gd name="T0" fmla="*/ 64 w 64"/>
                  <a:gd name="T1" fmla="*/ 64 h 102"/>
                  <a:gd name="T2" fmla="*/ 0 w 64"/>
                  <a:gd name="T3" fmla="*/ 102 h 102"/>
                  <a:gd name="T4" fmla="*/ 0 w 64"/>
                  <a:gd name="T5" fmla="*/ 38 h 102"/>
                  <a:gd name="T6" fmla="*/ 64 w 64"/>
                  <a:gd name="T7" fmla="*/ 0 h 102"/>
                  <a:gd name="T8" fmla="*/ 64 w 64"/>
                  <a:gd name="T9" fmla="*/ 64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4" h="102">
                    <a:moveTo>
                      <a:pt x="64" y="64"/>
                    </a:moveTo>
                    <a:lnTo>
                      <a:pt x="0" y="102"/>
                    </a:lnTo>
                    <a:lnTo>
                      <a:pt x="0" y="38"/>
                    </a:lnTo>
                    <a:lnTo>
                      <a:pt x="64" y="0"/>
                    </a:lnTo>
                    <a:lnTo>
                      <a:pt x="64" y="64"/>
                    </a:lnTo>
                    <a:close/>
                  </a:path>
                </a:pathLst>
              </a:custGeom>
              <a:solidFill>
                <a:srgbClr val="4685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1" name="Freeform: Shape 80" descr="07cbcbbb-239d-40b2-947d-303731b65960"/>
              <p:cNvSpPr/>
              <p:nvPr/>
            </p:nvSpPr>
            <p:spPr bwMode="auto">
              <a:xfrm>
                <a:off x="7185029" y="2736832"/>
                <a:ext cx="120650" cy="188912"/>
              </a:xfrm>
              <a:custGeom>
                <a:avLst/>
                <a:gdLst>
                  <a:gd name="T0" fmla="*/ 76 w 76"/>
                  <a:gd name="T1" fmla="*/ 76 h 119"/>
                  <a:gd name="T2" fmla="*/ 0 w 76"/>
                  <a:gd name="T3" fmla="*/ 119 h 119"/>
                  <a:gd name="T4" fmla="*/ 0 w 76"/>
                  <a:gd name="T5" fmla="*/ 43 h 119"/>
                  <a:gd name="T6" fmla="*/ 76 w 76"/>
                  <a:gd name="T7" fmla="*/ 0 h 119"/>
                  <a:gd name="T8" fmla="*/ 76 w 76"/>
                  <a:gd name="T9" fmla="*/ 76 h 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6" h="119">
                    <a:moveTo>
                      <a:pt x="76" y="76"/>
                    </a:moveTo>
                    <a:lnTo>
                      <a:pt x="0" y="119"/>
                    </a:lnTo>
                    <a:lnTo>
                      <a:pt x="0" y="43"/>
                    </a:lnTo>
                    <a:lnTo>
                      <a:pt x="76" y="0"/>
                    </a:lnTo>
                    <a:lnTo>
                      <a:pt x="76" y="76"/>
                    </a:lnTo>
                    <a:close/>
                  </a:path>
                </a:pathLst>
              </a:custGeom>
              <a:solidFill>
                <a:srgbClr val="0647A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2" name="Freeform: Shape 81" descr="e0871b1b-3005-49b2-ac38-f00cd792abce"/>
              <p:cNvSpPr/>
              <p:nvPr/>
            </p:nvSpPr>
            <p:spPr bwMode="auto">
              <a:xfrm>
                <a:off x="4565653" y="2555858"/>
                <a:ext cx="85725" cy="139699"/>
              </a:xfrm>
              <a:custGeom>
                <a:avLst/>
                <a:gdLst>
                  <a:gd name="T0" fmla="*/ 54 w 54"/>
                  <a:gd name="T1" fmla="*/ 57 h 88"/>
                  <a:gd name="T2" fmla="*/ 0 w 54"/>
                  <a:gd name="T3" fmla="*/ 88 h 88"/>
                  <a:gd name="T4" fmla="*/ 0 w 54"/>
                  <a:gd name="T5" fmla="*/ 33 h 88"/>
                  <a:gd name="T6" fmla="*/ 54 w 54"/>
                  <a:gd name="T7" fmla="*/ 0 h 88"/>
                  <a:gd name="T8" fmla="*/ 54 w 54"/>
                  <a:gd name="T9" fmla="*/ 57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4" h="88">
                    <a:moveTo>
                      <a:pt x="54" y="57"/>
                    </a:moveTo>
                    <a:lnTo>
                      <a:pt x="0" y="88"/>
                    </a:lnTo>
                    <a:lnTo>
                      <a:pt x="0" y="33"/>
                    </a:lnTo>
                    <a:lnTo>
                      <a:pt x="54" y="0"/>
                    </a:lnTo>
                    <a:lnTo>
                      <a:pt x="54" y="57"/>
                    </a:lnTo>
                    <a:close/>
                  </a:path>
                </a:pathLst>
              </a:custGeom>
              <a:solidFill>
                <a:srgbClr val="0647A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3" name="Freeform: Shape 82" descr="b2bfaf7a-afe4-411c-8a32-2ae634c017c8"/>
              <p:cNvSpPr/>
              <p:nvPr/>
            </p:nvSpPr>
            <p:spPr bwMode="auto">
              <a:xfrm>
                <a:off x="4705353" y="3211492"/>
                <a:ext cx="71438" cy="114299"/>
              </a:xfrm>
              <a:custGeom>
                <a:avLst/>
                <a:gdLst>
                  <a:gd name="T0" fmla="*/ 45 w 45"/>
                  <a:gd name="T1" fmla="*/ 46 h 72"/>
                  <a:gd name="T2" fmla="*/ 0 w 45"/>
                  <a:gd name="T3" fmla="*/ 72 h 72"/>
                  <a:gd name="T4" fmla="*/ 0 w 45"/>
                  <a:gd name="T5" fmla="*/ 27 h 72"/>
                  <a:gd name="T6" fmla="*/ 45 w 45"/>
                  <a:gd name="T7" fmla="*/ 0 h 72"/>
                  <a:gd name="T8" fmla="*/ 45 w 45"/>
                  <a:gd name="T9" fmla="*/ 46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5" h="72">
                    <a:moveTo>
                      <a:pt x="45" y="46"/>
                    </a:moveTo>
                    <a:lnTo>
                      <a:pt x="0" y="72"/>
                    </a:lnTo>
                    <a:lnTo>
                      <a:pt x="0" y="27"/>
                    </a:lnTo>
                    <a:lnTo>
                      <a:pt x="45" y="0"/>
                    </a:lnTo>
                    <a:lnTo>
                      <a:pt x="45" y="46"/>
                    </a:lnTo>
                    <a:close/>
                  </a:path>
                </a:pathLst>
              </a:custGeom>
              <a:solidFill>
                <a:srgbClr val="4685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4" name="Freeform: Shape 83" descr="70ac6490-8c1f-4666-9e0c-f0ee27d63cf2"/>
              <p:cNvSpPr/>
              <p:nvPr/>
            </p:nvSpPr>
            <p:spPr bwMode="auto">
              <a:xfrm>
                <a:off x="6418266" y="1273166"/>
                <a:ext cx="71438" cy="109537"/>
              </a:xfrm>
              <a:custGeom>
                <a:avLst/>
                <a:gdLst>
                  <a:gd name="T0" fmla="*/ 45 w 45"/>
                  <a:gd name="T1" fmla="*/ 43 h 69"/>
                  <a:gd name="T2" fmla="*/ 0 w 45"/>
                  <a:gd name="T3" fmla="*/ 69 h 69"/>
                  <a:gd name="T4" fmla="*/ 0 w 45"/>
                  <a:gd name="T5" fmla="*/ 24 h 69"/>
                  <a:gd name="T6" fmla="*/ 45 w 45"/>
                  <a:gd name="T7" fmla="*/ 0 h 69"/>
                  <a:gd name="T8" fmla="*/ 45 w 45"/>
                  <a:gd name="T9" fmla="*/ 43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5" h="69">
                    <a:moveTo>
                      <a:pt x="45" y="43"/>
                    </a:moveTo>
                    <a:lnTo>
                      <a:pt x="0" y="69"/>
                    </a:lnTo>
                    <a:lnTo>
                      <a:pt x="0" y="24"/>
                    </a:lnTo>
                    <a:lnTo>
                      <a:pt x="45" y="0"/>
                    </a:lnTo>
                    <a:lnTo>
                      <a:pt x="45" y="43"/>
                    </a:lnTo>
                    <a:close/>
                  </a:path>
                </a:pathLst>
              </a:custGeom>
              <a:solidFill>
                <a:srgbClr val="0647A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5" name="Freeform: Shape 84" descr="2bdf4e61-6c29-4552-b4d6-d4aac5657761"/>
              <p:cNvSpPr/>
              <p:nvPr/>
            </p:nvSpPr>
            <p:spPr bwMode="auto">
              <a:xfrm>
                <a:off x="7478717" y="1911337"/>
                <a:ext cx="34925" cy="52388"/>
              </a:xfrm>
              <a:custGeom>
                <a:avLst/>
                <a:gdLst>
                  <a:gd name="T0" fmla="*/ 22 w 22"/>
                  <a:gd name="T1" fmla="*/ 21 h 33"/>
                  <a:gd name="T2" fmla="*/ 0 w 22"/>
                  <a:gd name="T3" fmla="*/ 33 h 33"/>
                  <a:gd name="T4" fmla="*/ 0 w 22"/>
                  <a:gd name="T5" fmla="*/ 12 h 33"/>
                  <a:gd name="T6" fmla="*/ 22 w 22"/>
                  <a:gd name="T7" fmla="*/ 0 h 33"/>
                  <a:gd name="T8" fmla="*/ 22 w 22"/>
                  <a:gd name="T9" fmla="*/ 21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2" h="33">
                    <a:moveTo>
                      <a:pt x="22" y="21"/>
                    </a:moveTo>
                    <a:lnTo>
                      <a:pt x="0" y="33"/>
                    </a:lnTo>
                    <a:lnTo>
                      <a:pt x="0" y="12"/>
                    </a:lnTo>
                    <a:lnTo>
                      <a:pt x="22" y="0"/>
                    </a:lnTo>
                    <a:lnTo>
                      <a:pt x="22" y="21"/>
                    </a:lnTo>
                    <a:close/>
                  </a:path>
                </a:pathLst>
              </a:custGeom>
              <a:solidFill>
                <a:srgbClr val="0647A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6" name="Freeform: Shape 85" descr="af388c3b-1c16-43dd-b057-614939b49126"/>
              <p:cNvSpPr/>
              <p:nvPr/>
            </p:nvSpPr>
            <p:spPr bwMode="auto">
              <a:xfrm>
                <a:off x="6546854" y="2008175"/>
                <a:ext cx="33338" cy="57150"/>
              </a:xfrm>
              <a:custGeom>
                <a:avLst/>
                <a:gdLst>
                  <a:gd name="T0" fmla="*/ 21 w 21"/>
                  <a:gd name="T1" fmla="*/ 22 h 36"/>
                  <a:gd name="T2" fmla="*/ 0 w 21"/>
                  <a:gd name="T3" fmla="*/ 36 h 36"/>
                  <a:gd name="T4" fmla="*/ 0 w 21"/>
                  <a:gd name="T5" fmla="*/ 12 h 36"/>
                  <a:gd name="T6" fmla="*/ 21 w 21"/>
                  <a:gd name="T7" fmla="*/ 0 h 36"/>
                  <a:gd name="T8" fmla="*/ 21 w 21"/>
                  <a:gd name="T9" fmla="*/ 22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" h="36">
                    <a:moveTo>
                      <a:pt x="21" y="22"/>
                    </a:moveTo>
                    <a:lnTo>
                      <a:pt x="0" y="36"/>
                    </a:lnTo>
                    <a:lnTo>
                      <a:pt x="0" y="12"/>
                    </a:lnTo>
                    <a:lnTo>
                      <a:pt x="21" y="0"/>
                    </a:lnTo>
                    <a:lnTo>
                      <a:pt x="21" y="22"/>
                    </a:lnTo>
                    <a:close/>
                  </a:path>
                </a:pathLst>
              </a:custGeom>
              <a:solidFill>
                <a:srgbClr val="4685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7" name="Freeform: Shape 86" descr="c40692c9-eb91-43d0-9eaa-6530cbbf46bd"/>
              <p:cNvSpPr/>
              <p:nvPr/>
            </p:nvSpPr>
            <p:spPr bwMode="auto">
              <a:xfrm>
                <a:off x="6799267" y="1835138"/>
                <a:ext cx="73025" cy="109537"/>
              </a:xfrm>
              <a:custGeom>
                <a:avLst/>
                <a:gdLst>
                  <a:gd name="T0" fmla="*/ 46 w 46"/>
                  <a:gd name="T1" fmla="*/ 43 h 69"/>
                  <a:gd name="T2" fmla="*/ 0 w 46"/>
                  <a:gd name="T3" fmla="*/ 69 h 69"/>
                  <a:gd name="T4" fmla="*/ 0 w 46"/>
                  <a:gd name="T5" fmla="*/ 24 h 69"/>
                  <a:gd name="T6" fmla="*/ 46 w 46"/>
                  <a:gd name="T7" fmla="*/ 0 h 69"/>
                  <a:gd name="T8" fmla="*/ 46 w 46"/>
                  <a:gd name="T9" fmla="*/ 43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6" h="69">
                    <a:moveTo>
                      <a:pt x="46" y="43"/>
                    </a:moveTo>
                    <a:lnTo>
                      <a:pt x="0" y="69"/>
                    </a:lnTo>
                    <a:lnTo>
                      <a:pt x="0" y="24"/>
                    </a:lnTo>
                    <a:lnTo>
                      <a:pt x="46" y="0"/>
                    </a:lnTo>
                    <a:lnTo>
                      <a:pt x="46" y="43"/>
                    </a:lnTo>
                    <a:close/>
                  </a:path>
                </a:pathLst>
              </a:custGeom>
              <a:solidFill>
                <a:srgbClr val="4685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8" name="Freeform: Shape 87" descr="f19fcea8-94f2-4adb-9aa7-294773b9e4b2"/>
              <p:cNvSpPr/>
              <p:nvPr/>
            </p:nvSpPr>
            <p:spPr bwMode="auto">
              <a:xfrm>
                <a:off x="7823205" y="2720958"/>
                <a:ext cx="33338" cy="57150"/>
              </a:xfrm>
              <a:custGeom>
                <a:avLst/>
                <a:gdLst>
                  <a:gd name="T0" fmla="*/ 21 w 21"/>
                  <a:gd name="T1" fmla="*/ 22 h 36"/>
                  <a:gd name="T2" fmla="*/ 0 w 21"/>
                  <a:gd name="T3" fmla="*/ 36 h 36"/>
                  <a:gd name="T4" fmla="*/ 0 w 21"/>
                  <a:gd name="T5" fmla="*/ 12 h 36"/>
                  <a:gd name="T6" fmla="*/ 21 w 21"/>
                  <a:gd name="T7" fmla="*/ 0 h 36"/>
                  <a:gd name="T8" fmla="*/ 21 w 21"/>
                  <a:gd name="T9" fmla="*/ 22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" h="36">
                    <a:moveTo>
                      <a:pt x="21" y="22"/>
                    </a:moveTo>
                    <a:lnTo>
                      <a:pt x="0" y="36"/>
                    </a:lnTo>
                    <a:lnTo>
                      <a:pt x="0" y="12"/>
                    </a:lnTo>
                    <a:lnTo>
                      <a:pt x="21" y="0"/>
                    </a:lnTo>
                    <a:lnTo>
                      <a:pt x="21" y="22"/>
                    </a:lnTo>
                    <a:close/>
                  </a:path>
                </a:pathLst>
              </a:custGeom>
              <a:solidFill>
                <a:srgbClr val="4685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9" name="Freeform: Shape 88" descr="b9f0c44b-0fe7-441f-bb32-70d1c4858e1f"/>
              <p:cNvSpPr/>
              <p:nvPr/>
            </p:nvSpPr>
            <p:spPr bwMode="auto">
              <a:xfrm>
                <a:off x="4179890" y="2547921"/>
                <a:ext cx="30163" cy="49212"/>
              </a:xfrm>
              <a:custGeom>
                <a:avLst/>
                <a:gdLst>
                  <a:gd name="T0" fmla="*/ 19 w 19"/>
                  <a:gd name="T1" fmla="*/ 22 h 31"/>
                  <a:gd name="T2" fmla="*/ 0 w 19"/>
                  <a:gd name="T3" fmla="*/ 31 h 31"/>
                  <a:gd name="T4" fmla="*/ 0 w 19"/>
                  <a:gd name="T5" fmla="*/ 12 h 31"/>
                  <a:gd name="T6" fmla="*/ 19 w 19"/>
                  <a:gd name="T7" fmla="*/ 0 h 31"/>
                  <a:gd name="T8" fmla="*/ 19 w 19"/>
                  <a:gd name="T9" fmla="*/ 22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" h="31">
                    <a:moveTo>
                      <a:pt x="19" y="22"/>
                    </a:moveTo>
                    <a:lnTo>
                      <a:pt x="0" y="31"/>
                    </a:lnTo>
                    <a:lnTo>
                      <a:pt x="0" y="12"/>
                    </a:lnTo>
                    <a:lnTo>
                      <a:pt x="19" y="0"/>
                    </a:lnTo>
                    <a:lnTo>
                      <a:pt x="19" y="22"/>
                    </a:lnTo>
                    <a:close/>
                  </a:path>
                </a:pathLst>
              </a:custGeom>
              <a:solidFill>
                <a:srgbClr val="4685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0" name="Freeform: Shape 89" descr="3a3e246c-a88f-4fd3-ad46-ba7a5dca9d12"/>
              <p:cNvSpPr/>
              <p:nvPr/>
            </p:nvSpPr>
            <p:spPr bwMode="auto">
              <a:xfrm>
                <a:off x="4984753" y="1974837"/>
                <a:ext cx="71438" cy="112712"/>
              </a:xfrm>
              <a:custGeom>
                <a:avLst/>
                <a:gdLst>
                  <a:gd name="T0" fmla="*/ 45 w 45"/>
                  <a:gd name="T1" fmla="*/ 45 h 71"/>
                  <a:gd name="T2" fmla="*/ 0 w 45"/>
                  <a:gd name="T3" fmla="*/ 71 h 71"/>
                  <a:gd name="T4" fmla="*/ 0 w 45"/>
                  <a:gd name="T5" fmla="*/ 26 h 71"/>
                  <a:gd name="T6" fmla="*/ 45 w 45"/>
                  <a:gd name="T7" fmla="*/ 0 h 71"/>
                  <a:gd name="T8" fmla="*/ 45 w 45"/>
                  <a:gd name="T9" fmla="*/ 45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5" h="71">
                    <a:moveTo>
                      <a:pt x="45" y="45"/>
                    </a:moveTo>
                    <a:lnTo>
                      <a:pt x="0" y="71"/>
                    </a:lnTo>
                    <a:lnTo>
                      <a:pt x="0" y="26"/>
                    </a:lnTo>
                    <a:lnTo>
                      <a:pt x="45" y="0"/>
                    </a:lnTo>
                    <a:lnTo>
                      <a:pt x="45" y="45"/>
                    </a:lnTo>
                    <a:close/>
                  </a:path>
                </a:pathLst>
              </a:custGeom>
              <a:solidFill>
                <a:srgbClr val="4685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1" name="Freeform: Shape 90" descr="db8f1127-a6ad-4b65-b81e-2c06271b99d6"/>
              <p:cNvSpPr/>
              <p:nvPr/>
            </p:nvSpPr>
            <p:spPr bwMode="auto">
              <a:xfrm>
                <a:off x="6313491" y="1489065"/>
                <a:ext cx="33338" cy="55563"/>
              </a:xfrm>
              <a:custGeom>
                <a:avLst/>
                <a:gdLst>
                  <a:gd name="T0" fmla="*/ 21 w 21"/>
                  <a:gd name="T1" fmla="*/ 23 h 35"/>
                  <a:gd name="T2" fmla="*/ 0 w 21"/>
                  <a:gd name="T3" fmla="*/ 35 h 35"/>
                  <a:gd name="T4" fmla="*/ 0 w 21"/>
                  <a:gd name="T5" fmla="*/ 14 h 35"/>
                  <a:gd name="T6" fmla="*/ 21 w 21"/>
                  <a:gd name="T7" fmla="*/ 0 h 35"/>
                  <a:gd name="T8" fmla="*/ 21 w 21"/>
                  <a:gd name="T9" fmla="*/ 23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" h="35">
                    <a:moveTo>
                      <a:pt x="21" y="23"/>
                    </a:moveTo>
                    <a:lnTo>
                      <a:pt x="0" y="35"/>
                    </a:lnTo>
                    <a:lnTo>
                      <a:pt x="0" y="14"/>
                    </a:lnTo>
                    <a:lnTo>
                      <a:pt x="21" y="0"/>
                    </a:lnTo>
                    <a:lnTo>
                      <a:pt x="21" y="23"/>
                    </a:lnTo>
                    <a:close/>
                  </a:path>
                </a:pathLst>
              </a:custGeom>
              <a:solidFill>
                <a:srgbClr val="4685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2" name="Freeform: Shape 91" descr="734cd6fb-e2cb-42e7-a8a2-7f891ccb1b2b"/>
              <p:cNvSpPr/>
              <p:nvPr/>
            </p:nvSpPr>
            <p:spPr bwMode="auto">
              <a:xfrm>
                <a:off x="4689478" y="2555858"/>
                <a:ext cx="117475" cy="188912"/>
              </a:xfrm>
              <a:custGeom>
                <a:avLst/>
                <a:gdLst>
                  <a:gd name="T0" fmla="*/ 74 w 74"/>
                  <a:gd name="T1" fmla="*/ 76 h 119"/>
                  <a:gd name="T2" fmla="*/ 0 w 74"/>
                  <a:gd name="T3" fmla="*/ 119 h 119"/>
                  <a:gd name="T4" fmla="*/ 0 w 74"/>
                  <a:gd name="T5" fmla="*/ 43 h 119"/>
                  <a:gd name="T6" fmla="*/ 74 w 74"/>
                  <a:gd name="T7" fmla="*/ 0 h 119"/>
                  <a:gd name="T8" fmla="*/ 74 w 74"/>
                  <a:gd name="T9" fmla="*/ 76 h 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4" h="119">
                    <a:moveTo>
                      <a:pt x="74" y="76"/>
                    </a:moveTo>
                    <a:lnTo>
                      <a:pt x="0" y="119"/>
                    </a:lnTo>
                    <a:lnTo>
                      <a:pt x="0" y="43"/>
                    </a:lnTo>
                    <a:lnTo>
                      <a:pt x="74" y="0"/>
                    </a:lnTo>
                    <a:lnTo>
                      <a:pt x="74" y="76"/>
                    </a:lnTo>
                    <a:close/>
                  </a:path>
                </a:pathLst>
              </a:custGeom>
              <a:solidFill>
                <a:srgbClr val="4685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3" name="Freeform: Shape 92" descr="97612768-ab5e-4551-9568-73f94b4230be"/>
              <p:cNvSpPr/>
              <p:nvPr/>
            </p:nvSpPr>
            <p:spPr bwMode="auto">
              <a:xfrm>
                <a:off x="7675566" y="3060680"/>
                <a:ext cx="71438" cy="114299"/>
              </a:xfrm>
              <a:custGeom>
                <a:avLst/>
                <a:gdLst>
                  <a:gd name="T0" fmla="*/ 45 w 45"/>
                  <a:gd name="T1" fmla="*/ 45 h 72"/>
                  <a:gd name="T2" fmla="*/ 0 w 45"/>
                  <a:gd name="T3" fmla="*/ 72 h 72"/>
                  <a:gd name="T4" fmla="*/ 0 w 45"/>
                  <a:gd name="T5" fmla="*/ 26 h 72"/>
                  <a:gd name="T6" fmla="*/ 45 w 45"/>
                  <a:gd name="T7" fmla="*/ 0 h 72"/>
                  <a:gd name="T8" fmla="*/ 45 w 45"/>
                  <a:gd name="T9" fmla="*/ 45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5" h="72">
                    <a:moveTo>
                      <a:pt x="45" y="45"/>
                    </a:moveTo>
                    <a:lnTo>
                      <a:pt x="0" y="72"/>
                    </a:lnTo>
                    <a:lnTo>
                      <a:pt x="0" y="26"/>
                    </a:lnTo>
                    <a:lnTo>
                      <a:pt x="45" y="0"/>
                    </a:lnTo>
                    <a:lnTo>
                      <a:pt x="45" y="45"/>
                    </a:lnTo>
                    <a:close/>
                  </a:path>
                </a:pathLst>
              </a:custGeom>
              <a:solidFill>
                <a:srgbClr val="83BE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4" name="Freeform: Shape 93" descr="8660de63-f3e4-479f-9fbb-b48c35740b7b"/>
              <p:cNvSpPr/>
              <p:nvPr/>
            </p:nvSpPr>
            <p:spPr bwMode="auto">
              <a:xfrm>
                <a:off x="6453190" y="2103424"/>
                <a:ext cx="71438" cy="112712"/>
              </a:xfrm>
              <a:custGeom>
                <a:avLst/>
                <a:gdLst>
                  <a:gd name="T0" fmla="*/ 45 w 45"/>
                  <a:gd name="T1" fmla="*/ 45 h 71"/>
                  <a:gd name="T2" fmla="*/ 0 w 45"/>
                  <a:gd name="T3" fmla="*/ 71 h 71"/>
                  <a:gd name="T4" fmla="*/ 0 w 45"/>
                  <a:gd name="T5" fmla="*/ 26 h 71"/>
                  <a:gd name="T6" fmla="*/ 45 w 45"/>
                  <a:gd name="T7" fmla="*/ 0 h 71"/>
                  <a:gd name="T8" fmla="*/ 45 w 45"/>
                  <a:gd name="T9" fmla="*/ 45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5" h="71">
                    <a:moveTo>
                      <a:pt x="45" y="45"/>
                    </a:moveTo>
                    <a:lnTo>
                      <a:pt x="0" y="71"/>
                    </a:lnTo>
                    <a:lnTo>
                      <a:pt x="0" y="26"/>
                    </a:lnTo>
                    <a:lnTo>
                      <a:pt x="45" y="0"/>
                    </a:lnTo>
                    <a:lnTo>
                      <a:pt x="45" y="45"/>
                    </a:lnTo>
                    <a:close/>
                  </a:path>
                </a:pathLst>
              </a:custGeom>
              <a:solidFill>
                <a:srgbClr val="83BE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5" name="Freeform: Shape 94" descr="c1f9490a-f124-40c0-9b4c-d0784946f279"/>
              <p:cNvSpPr/>
              <p:nvPr/>
            </p:nvSpPr>
            <p:spPr bwMode="auto">
              <a:xfrm>
                <a:off x="5776916" y="2408222"/>
                <a:ext cx="71438" cy="114299"/>
              </a:xfrm>
              <a:custGeom>
                <a:avLst/>
                <a:gdLst>
                  <a:gd name="T0" fmla="*/ 45 w 45"/>
                  <a:gd name="T1" fmla="*/ 45 h 72"/>
                  <a:gd name="T2" fmla="*/ 0 w 45"/>
                  <a:gd name="T3" fmla="*/ 72 h 72"/>
                  <a:gd name="T4" fmla="*/ 0 w 45"/>
                  <a:gd name="T5" fmla="*/ 26 h 72"/>
                  <a:gd name="T6" fmla="*/ 45 w 45"/>
                  <a:gd name="T7" fmla="*/ 0 h 72"/>
                  <a:gd name="T8" fmla="*/ 45 w 45"/>
                  <a:gd name="T9" fmla="*/ 45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5" h="72">
                    <a:moveTo>
                      <a:pt x="45" y="45"/>
                    </a:moveTo>
                    <a:lnTo>
                      <a:pt x="0" y="72"/>
                    </a:lnTo>
                    <a:lnTo>
                      <a:pt x="0" y="26"/>
                    </a:lnTo>
                    <a:lnTo>
                      <a:pt x="45" y="0"/>
                    </a:lnTo>
                    <a:lnTo>
                      <a:pt x="45" y="45"/>
                    </a:lnTo>
                    <a:close/>
                  </a:path>
                </a:pathLst>
              </a:custGeom>
              <a:solidFill>
                <a:srgbClr val="0647A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6" name="Freeform: Shape 95" descr="8b091198-0057-4253-8f91-8e41ac07a69f"/>
              <p:cNvSpPr/>
              <p:nvPr/>
            </p:nvSpPr>
            <p:spPr bwMode="auto">
              <a:xfrm>
                <a:off x="5003803" y="2770170"/>
                <a:ext cx="33338" cy="57150"/>
              </a:xfrm>
              <a:custGeom>
                <a:avLst/>
                <a:gdLst>
                  <a:gd name="T0" fmla="*/ 21 w 21"/>
                  <a:gd name="T1" fmla="*/ 24 h 36"/>
                  <a:gd name="T2" fmla="*/ 0 w 21"/>
                  <a:gd name="T3" fmla="*/ 36 h 36"/>
                  <a:gd name="T4" fmla="*/ 0 w 21"/>
                  <a:gd name="T5" fmla="*/ 15 h 36"/>
                  <a:gd name="T6" fmla="*/ 21 w 21"/>
                  <a:gd name="T7" fmla="*/ 0 h 36"/>
                  <a:gd name="T8" fmla="*/ 21 w 21"/>
                  <a:gd name="T9" fmla="*/ 24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" h="36">
                    <a:moveTo>
                      <a:pt x="21" y="24"/>
                    </a:moveTo>
                    <a:lnTo>
                      <a:pt x="0" y="36"/>
                    </a:lnTo>
                    <a:lnTo>
                      <a:pt x="0" y="15"/>
                    </a:lnTo>
                    <a:lnTo>
                      <a:pt x="21" y="0"/>
                    </a:lnTo>
                    <a:lnTo>
                      <a:pt x="21" y="24"/>
                    </a:lnTo>
                    <a:close/>
                  </a:path>
                </a:pathLst>
              </a:custGeom>
              <a:solidFill>
                <a:srgbClr val="83BE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7" name="Freeform: Shape 96" descr="35edb808-5d0c-454c-8400-502462090732"/>
              <p:cNvSpPr/>
              <p:nvPr/>
            </p:nvSpPr>
            <p:spPr bwMode="auto">
              <a:xfrm>
                <a:off x="7977191" y="2178036"/>
                <a:ext cx="38100" cy="57150"/>
              </a:xfrm>
              <a:custGeom>
                <a:avLst/>
                <a:gdLst>
                  <a:gd name="T0" fmla="*/ 24 w 24"/>
                  <a:gd name="T1" fmla="*/ 22 h 36"/>
                  <a:gd name="T2" fmla="*/ 0 w 24"/>
                  <a:gd name="T3" fmla="*/ 36 h 36"/>
                  <a:gd name="T4" fmla="*/ 0 w 24"/>
                  <a:gd name="T5" fmla="*/ 12 h 36"/>
                  <a:gd name="T6" fmla="*/ 24 w 24"/>
                  <a:gd name="T7" fmla="*/ 0 h 36"/>
                  <a:gd name="T8" fmla="*/ 24 w 24"/>
                  <a:gd name="T9" fmla="*/ 22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4" h="36">
                    <a:moveTo>
                      <a:pt x="24" y="22"/>
                    </a:moveTo>
                    <a:lnTo>
                      <a:pt x="0" y="36"/>
                    </a:lnTo>
                    <a:lnTo>
                      <a:pt x="0" y="12"/>
                    </a:lnTo>
                    <a:lnTo>
                      <a:pt x="24" y="0"/>
                    </a:lnTo>
                    <a:lnTo>
                      <a:pt x="24" y="22"/>
                    </a:lnTo>
                    <a:close/>
                  </a:path>
                </a:pathLst>
              </a:custGeom>
              <a:solidFill>
                <a:srgbClr val="4685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8" name="Freeform: Shape 97" descr="29a19e29-c420-493e-9857-f16e5bfdd61a"/>
              <p:cNvSpPr/>
              <p:nvPr/>
            </p:nvSpPr>
            <p:spPr bwMode="auto">
              <a:xfrm>
                <a:off x="4833939" y="3046393"/>
                <a:ext cx="71438" cy="109537"/>
              </a:xfrm>
              <a:custGeom>
                <a:avLst/>
                <a:gdLst>
                  <a:gd name="T0" fmla="*/ 45 w 45"/>
                  <a:gd name="T1" fmla="*/ 43 h 69"/>
                  <a:gd name="T2" fmla="*/ 0 w 45"/>
                  <a:gd name="T3" fmla="*/ 69 h 69"/>
                  <a:gd name="T4" fmla="*/ 0 w 45"/>
                  <a:gd name="T5" fmla="*/ 24 h 69"/>
                  <a:gd name="T6" fmla="*/ 45 w 45"/>
                  <a:gd name="T7" fmla="*/ 0 h 69"/>
                  <a:gd name="T8" fmla="*/ 45 w 45"/>
                  <a:gd name="T9" fmla="*/ 43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5" h="69">
                    <a:moveTo>
                      <a:pt x="45" y="43"/>
                    </a:moveTo>
                    <a:lnTo>
                      <a:pt x="0" y="69"/>
                    </a:lnTo>
                    <a:lnTo>
                      <a:pt x="0" y="24"/>
                    </a:lnTo>
                    <a:lnTo>
                      <a:pt x="45" y="0"/>
                    </a:lnTo>
                    <a:lnTo>
                      <a:pt x="45" y="43"/>
                    </a:lnTo>
                    <a:close/>
                  </a:path>
                </a:pathLst>
              </a:custGeom>
              <a:solidFill>
                <a:srgbClr val="4685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9" name="Freeform: Shape 98" descr="76b496c6-ed53-4e7c-9d7b-c60aa98360bb"/>
              <p:cNvSpPr/>
              <p:nvPr/>
            </p:nvSpPr>
            <p:spPr bwMode="auto">
              <a:xfrm>
                <a:off x="7429504" y="2514583"/>
                <a:ext cx="68263" cy="109537"/>
              </a:xfrm>
              <a:custGeom>
                <a:avLst/>
                <a:gdLst>
                  <a:gd name="T0" fmla="*/ 43 w 43"/>
                  <a:gd name="T1" fmla="*/ 43 h 69"/>
                  <a:gd name="T2" fmla="*/ 0 w 43"/>
                  <a:gd name="T3" fmla="*/ 69 h 69"/>
                  <a:gd name="T4" fmla="*/ 0 w 43"/>
                  <a:gd name="T5" fmla="*/ 24 h 69"/>
                  <a:gd name="T6" fmla="*/ 43 w 43"/>
                  <a:gd name="T7" fmla="*/ 0 h 69"/>
                  <a:gd name="T8" fmla="*/ 43 w 43"/>
                  <a:gd name="T9" fmla="*/ 43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3" h="69">
                    <a:moveTo>
                      <a:pt x="43" y="43"/>
                    </a:moveTo>
                    <a:lnTo>
                      <a:pt x="0" y="69"/>
                    </a:lnTo>
                    <a:lnTo>
                      <a:pt x="0" y="24"/>
                    </a:lnTo>
                    <a:lnTo>
                      <a:pt x="43" y="0"/>
                    </a:lnTo>
                    <a:lnTo>
                      <a:pt x="43" y="43"/>
                    </a:lnTo>
                    <a:close/>
                  </a:path>
                </a:pathLst>
              </a:custGeom>
              <a:solidFill>
                <a:srgbClr val="83BE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0" name="Freeform: Shape 99" descr="d749740c-404c-4436-b381-71123104ae80"/>
              <p:cNvSpPr/>
              <p:nvPr/>
            </p:nvSpPr>
            <p:spPr bwMode="auto">
              <a:xfrm>
                <a:off x="5678490" y="2035161"/>
                <a:ext cx="71438" cy="112712"/>
              </a:xfrm>
              <a:custGeom>
                <a:avLst/>
                <a:gdLst>
                  <a:gd name="T0" fmla="*/ 45 w 45"/>
                  <a:gd name="T1" fmla="*/ 45 h 71"/>
                  <a:gd name="T2" fmla="*/ 0 w 45"/>
                  <a:gd name="T3" fmla="*/ 71 h 71"/>
                  <a:gd name="T4" fmla="*/ 0 w 45"/>
                  <a:gd name="T5" fmla="*/ 26 h 71"/>
                  <a:gd name="T6" fmla="*/ 45 w 45"/>
                  <a:gd name="T7" fmla="*/ 0 h 71"/>
                  <a:gd name="T8" fmla="*/ 45 w 45"/>
                  <a:gd name="T9" fmla="*/ 45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5" h="71">
                    <a:moveTo>
                      <a:pt x="45" y="45"/>
                    </a:moveTo>
                    <a:lnTo>
                      <a:pt x="0" y="71"/>
                    </a:lnTo>
                    <a:lnTo>
                      <a:pt x="0" y="26"/>
                    </a:lnTo>
                    <a:lnTo>
                      <a:pt x="45" y="0"/>
                    </a:lnTo>
                    <a:lnTo>
                      <a:pt x="45" y="45"/>
                    </a:lnTo>
                    <a:close/>
                  </a:path>
                </a:pathLst>
              </a:custGeom>
              <a:solidFill>
                <a:srgbClr val="4685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1" name="Freeform: Shape 100" descr="53848f5e-4459-4c83-a10f-0f673cae6d9b"/>
              <p:cNvSpPr/>
              <p:nvPr/>
            </p:nvSpPr>
            <p:spPr bwMode="auto">
              <a:xfrm>
                <a:off x="4837115" y="3174980"/>
                <a:ext cx="120650" cy="187324"/>
              </a:xfrm>
              <a:custGeom>
                <a:avLst/>
                <a:gdLst>
                  <a:gd name="T0" fmla="*/ 76 w 76"/>
                  <a:gd name="T1" fmla="*/ 76 h 118"/>
                  <a:gd name="T2" fmla="*/ 0 w 76"/>
                  <a:gd name="T3" fmla="*/ 118 h 118"/>
                  <a:gd name="T4" fmla="*/ 0 w 76"/>
                  <a:gd name="T5" fmla="*/ 42 h 118"/>
                  <a:gd name="T6" fmla="*/ 76 w 76"/>
                  <a:gd name="T7" fmla="*/ 0 h 118"/>
                  <a:gd name="T8" fmla="*/ 76 w 76"/>
                  <a:gd name="T9" fmla="*/ 76 h 1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6" h="118">
                    <a:moveTo>
                      <a:pt x="76" y="76"/>
                    </a:moveTo>
                    <a:lnTo>
                      <a:pt x="0" y="118"/>
                    </a:lnTo>
                    <a:lnTo>
                      <a:pt x="0" y="42"/>
                    </a:lnTo>
                    <a:lnTo>
                      <a:pt x="76" y="0"/>
                    </a:lnTo>
                    <a:lnTo>
                      <a:pt x="76" y="76"/>
                    </a:lnTo>
                    <a:close/>
                  </a:path>
                </a:pathLst>
              </a:custGeom>
              <a:solidFill>
                <a:srgbClr val="0647A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2" name="Freeform: Shape 101" descr="d6be1e3b-8565-48ec-ab11-04a9b5d78ab8"/>
              <p:cNvSpPr/>
              <p:nvPr/>
            </p:nvSpPr>
            <p:spPr bwMode="auto">
              <a:xfrm>
                <a:off x="7415216" y="3268642"/>
                <a:ext cx="79375" cy="128588"/>
              </a:xfrm>
              <a:custGeom>
                <a:avLst/>
                <a:gdLst>
                  <a:gd name="T0" fmla="*/ 50 w 50"/>
                  <a:gd name="T1" fmla="*/ 52 h 81"/>
                  <a:gd name="T2" fmla="*/ 0 w 50"/>
                  <a:gd name="T3" fmla="*/ 81 h 81"/>
                  <a:gd name="T4" fmla="*/ 0 w 50"/>
                  <a:gd name="T5" fmla="*/ 31 h 81"/>
                  <a:gd name="T6" fmla="*/ 50 w 50"/>
                  <a:gd name="T7" fmla="*/ 0 h 81"/>
                  <a:gd name="T8" fmla="*/ 50 w 50"/>
                  <a:gd name="T9" fmla="*/ 52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0" h="81">
                    <a:moveTo>
                      <a:pt x="50" y="52"/>
                    </a:moveTo>
                    <a:lnTo>
                      <a:pt x="0" y="81"/>
                    </a:lnTo>
                    <a:lnTo>
                      <a:pt x="0" y="31"/>
                    </a:lnTo>
                    <a:lnTo>
                      <a:pt x="50" y="0"/>
                    </a:lnTo>
                    <a:lnTo>
                      <a:pt x="50" y="52"/>
                    </a:lnTo>
                    <a:close/>
                  </a:path>
                </a:pathLst>
              </a:custGeom>
              <a:solidFill>
                <a:srgbClr val="4685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3" name="Freeform: Shape 102" descr="f8d5d3ad-5f76-48bc-907c-c0d5e1817066"/>
              <p:cNvSpPr/>
              <p:nvPr/>
            </p:nvSpPr>
            <p:spPr bwMode="auto">
              <a:xfrm>
                <a:off x="5815015" y="2128824"/>
                <a:ext cx="33338" cy="57150"/>
              </a:xfrm>
              <a:custGeom>
                <a:avLst/>
                <a:gdLst>
                  <a:gd name="T0" fmla="*/ 21 w 21"/>
                  <a:gd name="T1" fmla="*/ 22 h 36"/>
                  <a:gd name="T2" fmla="*/ 0 w 21"/>
                  <a:gd name="T3" fmla="*/ 36 h 36"/>
                  <a:gd name="T4" fmla="*/ 0 w 21"/>
                  <a:gd name="T5" fmla="*/ 12 h 36"/>
                  <a:gd name="T6" fmla="*/ 21 w 21"/>
                  <a:gd name="T7" fmla="*/ 0 h 36"/>
                  <a:gd name="T8" fmla="*/ 21 w 21"/>
                  <a:gd name="T9" fmla="*/ 22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" h="36">
                    <a:moveTo>
                      <a:pt x="21" y="22"/>
                    </a:moveTo>
                    <a:lnTo>
                      <a:pt x="0" y="36"/>
                    </a:lnTo>
                    <a:lnTo>
                      <a:pt x="0" y="12"/>
                    </a:lnTo>
                    <a:lnTo>
                      <a:pt x="21" y="0"/>
                    </a:lnTo>
                    <a:lnTo>
                      <a:pt x="21" y="22"/>
                    </a:lnTo>
                    <a:close/>
                  </a:path>
                </a:pathLst>
              </a:custGeom>
              <a:solidFill>
                <a:srgbClr val="4685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4" name="Freeform: Shape 103" descr="a99c9b0a-80c8-4293-9aed-d2ecbddf3f59"/>
              <p:cNvSpPr/>
              <p:nvPr/>
            </p:nvSpPr>
            <p:spPr bwMode="auto">
              <a:xfrm>
                <a:off x="4281489" y="3155929"/>
                <a:ext cx="73025" cy="112712"/>
              </a:xfrm>
              <a:custGeom>
                <a:avLst/>
                <a:gdLst>
                  <a:gd name="T0" fmla="*/ 46 w 46"/>
                  <a:gd name="T1" fmla="*/ 45 h 71"/>
                  <a:gd name="T2" fmla="*/ 0 w 46"/>
                  <a:gd name="T3" fmla="*/ 71 h 71"/>
                  <a:gd name="T4" fmla="*/ 0 w 46"/>
                  <a:gd name="T5" fmla="*/ 26 h 71"/>
                  <a:gd name="T6" fmla="*/ 46 w 46"/>
                  <a:gd name="T7" fmla="*/ 0 h 71"/>
                  <a:gd name="T8" fmla="*/ 46 w 46"/>
                  <a:gd name="T9" fmla="*/ 45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6" h="71">
                    <a:moveTo>
                      <a:pt x="46" y="45"/>
                    </a:moveTo>
                    <a:lnTo>
                      <a:pt x="0" y="71"/>
                    </a:lnTo>
                    <a:lnTo>
                      <a:pt x="0" y="26"/>
                    </a:lnTo>
                    <a:lnTo>
                      <a:pt x="46" y="0"/>
                    </a:lnTo>
                    <a:lnTo>
                      <a:pt x="46" y="45"/>
                    </a:lnTo>
                    <a:close/>
                  </a:path>
                </a:pathLst>
              </a:custGeom>
              <a:solidFill>
                <a:srgbClr val="4685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5" name="Freeform: Shape 104" descr="3c435042-8f03-47ef-b449-53fc051598af"/>
              <p:cNvSpPr/>
              <p:nvPr/>
            </p:nvSpPr>
            <p:spPr bwMode="auto">
              <a:xfrm>
                <a:off x="7716839" y="3743301"/>
                <a:ext cx="38100" cy="57150"/>
              </a:xfrm>
              <a:custGeom>
                <a:avLst/>
                <a:gdLst>
                  <a:gd name="T0" fmla="*/ 24 w 24"/>
                  <a:gd name="T1" fmla="*/ 22 h 36"/>
                  <a:gd name="T2" fmla="*/ 0 w 24"/>
                  <a:gd name="T3" fmla="*/ 36 h 36"/>
                  <a:gd name="T4" fmla="*/ 0 w 24"/>
                  <a:gd name="T5" fmla="*/ 12 h 36"/>
                  <a:gd name="T6" fmla="*/ 24 w 24"/>
                  <a:gd name="T7" fmla="*/ 0 h 36"/>
                  <a:gd name="T8" fmla="*/ 24 w 24"/>
                  <a:gd name="T9" fmla="*/ 22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4" h="36">
                    <a:moveTo>
                      <a:pt x="24" y="22"/>
                    </a:moveTo>
                    <a:lnTo>
                      <a:pt x="0" y="36"/>
                    </a:lnTo>
                    <a:lnTo>
                      <a:pt x="0" y="12"/>
                    </a:lnTo>
                    <a:lnTo>
                      <a:pt x="24" y="0"/>
                    </a:lnTo>
                    <a:lnTo>
                      <a:pt x="24" y="22"/>
                    </a:lnTo>
                    <a:close/>
                  </a:path>
                </a:pathLst>
              </a:custGeom>
              <a:solidFill>
                <a:srgbClr val="4685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6" name="Freeform: Shape 105" descr="128d8d39-5628-48f9-a2fb-af9d040f747d"/>
              <p:cNvSpPr/>
              <p:nvPr/>
            </p:nvSpPr>
            <p:spPr bwMode="auto">
              <a:xfrm>
                <a:off x="4795838" y="2920981"/>
                <a:ext cx="33338" cy="57150"/>
              </a:xfrm>
              <a:custGeom>
                <a:avLst/>
                <a:gdLst>
                  <a:gd name="T0" fmla="*/ 21 w 21"/>
                  <a:gd name="T1" fmla="*/ 24 h 36"/>
                  <a:gd name="T2" fmla="*/ 0 w 21"/>
                  <a:gd name="T3" fmla="*/ 36 h 36"/>
                  <a:gd name="T4" fmla="*/ 0 w 21"/>
                  <a:gd name="T5" fmla="*/ 15 h 36"/>
                  <a:gd name="T6" fmla="*/ 21 w 21"/>
                  <a:gd name="T7" fmla="*/ 0 h 36"/>
                  <a:gd name="T8" fmla="*/ 21 w 21"/>
                  <a:gd name="T9" fmla="*/ 24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" h="36">
                    <a:moveTo>
                      <a:pt x="21" y="24"/>
                    </a:moveTo>
                    <a:lnTo>
                      <a:pt x="0" y="36"/>
                    </a:lnTo>
                    <a:lnTo>
                      <a:pt x="0" y="15"/>
                    </a:lnTo>
                    <a:lnTo>
                      <a:pt x="21" y="0"/>
                    </a:lnTo>
                    <a:lnTo>
                      <a:pt x="21" y="24"/>
                    </a:lnTo>
                    <a:close/>
                  </a:path>
                </a:pathLst>
              </a:custGeom>
              <a:solidFill>
                <a:srgbClr val="83BE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7" name="Freeform: Shape 106" descr="a4776b40-3114-448a-8172-44ac98aa94f8"/>
              <p:cNvSpPr/>
              <p:nvPr/>
            </p:nvSpPr>
            <p:spPr bwMode="auto">
              <a:xfrm>
                <a:off x="7691440" y="2492358"/>
                <a:ext cx="36513" cy="55563"/>
              </a:xfrm>
              <a:custGeom>
                <a:avLst/>
                <a:gdLst>
                  <a:gd name="T0" fmla="*/ 23 w 23"/>
                  <a:gd name="T1" fmla="*/ 23 h 35"/>
                  <a:gd name="T2" fmla="*/ 0 w 23"/>
                  <a:gd name="T3" fmla="*/ 35 h 35"/>
                  <a:gd name="T4" fmla="*/ 0 w 23"/>
                  <a:gd name="T5" fmla="*/ 14 h 35"/>
                  <a:gd name="T6" fmla="*/ 23 w 23"/>
                  <a:gd name="T7" fmla="*/ 0 h 35"/>
                  <a:gd name="T8" fmla="*/ 23 w 23"/>
                  <a:gd name="T9" fmla="*/ 23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3" h="35">
                    <a:moveTo>
                      <a:pt x="23" y="23"/>
                    </a:moveTo>
                    <a:lnTo>
                      <a:pt x="0" y="35"/>
                    </a:lnTo>
                    <a:lnTo>
                      <a:pt x="0" y="14"/>
                    </a:lnTo>
                    <a:lnTo>
                      <a:pt x="23" y="0"/>
                    </a:lnTo>
                    <a:lnTo>
                      <a:pt x="23" y="23"/>
                    </a:lnTo>
                    <a:close/>
                  </a:path>
                </a:pathLst>
              </a:custGeom>
              <a:solidFill>
                <a:srgbClr val="83BE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8" name="Freeform: Shape 107" descr="1843fa5b-d859-4b20-9017-6a7714299a97"/>
              <p:cNvSpPr/>
              <p:nvPr/>
            </p:nvSpPr>
            <p:spPr bwMode="auto">
              <a:xfrm>
                <a:off x="6007101" y="1514475"/>
                <a:ext cx="38100" cy="57150"/>
              </a:xfrm>
              <a:custGeom>
                <a:avLst/>
                <a:gdLst>
                  <a:gd name="T0" fmla="*/ 24 w 24"/>
                  <a:gd name="T1" fmla="*/ 22 h 36"/>
                  <a:gd name="T2" fmla="*/ 0 w 24"/>
                  <a:gd name="T3" fmla="*/ 36 h 36"/>
                  <a:gd name="T4" fmla="*/ 0 w 24"/>
                  <a:gd name="T5" fmla="*/ 12 h 36"/>
                  <a:gd name="T6" fmla="*/ 24 w 24"/>
                  <a:gd name="T7" fmla="*/ 0 h 36"/>
                  <a:gd name="T8" fmla="*/ 24 w 24"/>
                  <a:gd name="T9" fmla="*/ 22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4" h="36">
                    <a:moveTo>
                      <a:pt x="24" y="22"/>
                    </a:moveTo>
                    <a:lnTo>
                      <a:pt x="0" y="36"/>
                    </a:lnTo>
                    <a:lnTo>
                      <a:pt x="0" y="12"/>
                    </a:lnTo>
                    <a:lnTo>
                      <a:pt x="24" y="0"/>
                    </a:lnTo>
                    <a:lnTo>
                      <a:pt x="24" y="22"/>
                    </a:lnTo>
                    <a:close/>
                  </a:path>
                </a:pathLst>
              </a:custGeom>
              <a:solidFill>
                <a:srgbClr val="83BE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  <p:sp>
          <p:nvSpPr>
            <p:cNvPr id="9" name="Freeform: Shape 8" descr="151f040e-16aa-467c-9086-e102df6f75b9"/>
            <p:cNvSpPr/>
            <p:nvPr/>
          </p:nvSpPr>
          <p:spPr>
            <a:xfrm>
              <a:off x="0" y="2760236"/>
              <a:ext cx="1192356" cy="4097763"/>
            </a:xfrm>
            <a:custGeom>
              <a:avLst/>
              <a:gdLst>
                <a:gd name="connsiteX0" fmla="*/ 0 w 12192000"/>
                <a:gd name="connsiteY0" fmla="*/ 0 h 6857999"/>
                <a:gd name="connsiteX1" fmla="*/ 12192000 w 12192000"/>
                <a:gd name="connsiteY1" fmla="*/ 0 h 6857999"/>
                <a:gd name="connsiteX2" fmla="*/ 12192000 w 12192000"/>
                <a:gd name="connsiteY2" fmla="*/ 6858000 h 6857999"/>
                <a:gd name="connsiteX3" fmla="*/ 0 w 12192000"/>
                <a:gd name="connsiteY3" fmla="*/ 6858000 h 685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6857999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  <a:alpha val="54000"/>
              </a:schemeClr>
            </a:solidFill>
            <a:ln w="199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grpSp>
          <p:nvGrpSpPr>
            <p:cNvPr id="10" name="Group 9" descr="c9e5c1e3-d57e-4159-bef1-40a6ef278447"/>
            <p:cNvGrpSpPr/>
            <p:nvPr/>
          </p:nvGrpSpPr>
          <p:grpSpPr>
            <a:xfrm>
              <a:off x="5105996" y="4736238"/>
              <a:ext cx="645212" cy="650119"/>
              <a:chOff x="5107888" y="4736238"/>
              <a:chExt cx="645212" cy="650119"/>
            </a:xfrm>
          </p:grpSpPr>
          <p:sp>
            <p:nvSpPr>
              <p:cNvPr id="11" name="Rectangle 10" descr="79f8c062-cb1f-45b9-bfb9-aaf3ed8cc601"/>
              <p:cNvSpPr/>
              <p:nvPr/>
            </p:nvSpPr>
            <p:spPr>
              <a:xfrm rot="5400000">
                <a:off x="5105434" y="4738692"/>
                <a:ext cx="650119" cy="64521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279400" dist="88900" dir="5400000" algn="t" rotWithShape="0">
                  <a:srgbClr val="485ABE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" name="Isosceles Triangle 11" descr="5421cd47-b83f-4a61-9bbd-d6a644ac16ae"/>
              <p:cNvSpPr/>
              <p:nvPr/>
            </p:nvSpPr>
            <p:spPr>
              <a:xfrm rot="5400000">
                <a:off x="5356037" y="4955649"/>
                <a:ext cx="245107" cy="211299"/>
              </a:xfrm>
              <a:prstGeom prst="triangl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2" name="Title 1" descr="709aed0f-b971-4916-bdb3-e43b58d0d02e"/>
          <p:cNvSpPr>
            <a:spLocks noGrp="1"/>
          </p:cNvSpPr>
          <p:nvPr>
            <p:ph type="title" hasCustomPrompt="1"/>
          </p:nvPr>
        </p:nvSpPr>
        <p:spPr>
          <a:xfrm>
            <a:off x="3545006" y="2286261"/>
            <a:ext cx="7959492" cy="1875314"/>
          </a:xfrm>
        </p:spPr>
        <p:txBody>
          <a:bodyPr anchor="ctr">
            <a:normAutofit/>
          </a:bodyPr>
          <a:lstStyle>
            <a:lvl1pPr algn="r">
              <a:defRPr sz="6000"/>
            </a:lvl1pPr>
          </a:lstStyle>
          <a:p>
            <a:r>
              <a:rPr lang="en-US" altLang="zh-CN"/>
              <a:t>Click to add title</a:t>
            </a:r>
            <a:endParaRPr lang="en-US"/>
          </a:p>
        </p:txBody>
      </p:sp>
      <p:sp>
        <p:nvSpPr>
          <p:cNvPr id="4" name="Text Placeholder 3" descr="db54ef33-49f8-4847-a76f-a28497a72036"/>
          <p:cNvSpPr>
            <a:spLocks noGrp="1"/>
          </p:cNvSpPr>
          <p:nvPr>
            <p:ph type="body" sz="quarter" idx="13" hasCustomPrompt="1"/>
          </p:nvPr>
        </p:nvSpPr>
        <p:spPr>
          <a:xfrm>
            <a:off x="7001013" y="5859780"/>
            <a:ext cx="4517887" cy="274320"/>
          </a:xfrm>
        </p:spPr>
        <p:txBody>
          <a:bodyPr anchor="ctr">
            <a:noAutofit/>
          </a:bodyPr>
          <a:lstStyle>
            <a:lvl1pPr marL="0" indent="0" algn="r">
              <a:lnSpc>
                <a:spcPct val="100000"/>
              </a:lnSpc>
              <a:spcBef>
                <a:spcPct val="0"/>
              </a:spcBef>
              <a:buNone/>
              <a:defRPr lang="en-US"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altLang="zh-CN"/>
              <a:t>Presenter name</a:t>
            </a:r>
            <a:endParaRPr lang="en-US"/>
          </a:p>
        </p:txBody>
      </p:sp>
      <p:sp>
        <p:nvSpPr>
          <p:cNvPr id="5" name="Text Placeholder 4" descr="0fee92be-2db6-47b8-827f-d33c22f85726"/>
          <p:cNvSpPr>
            <a:spLocks noGrp="1"/>
          </p:cNvSpPr>
          <p:nvPr>
            <p:ph type="body" sz="quarter" idx="14" hasCustomPrompt="1"/>
          </p:nvPr>
        </p:nvSpPr>
        <p:spPr>
          <a:xfrm>
            <a:off x="660400" y="5844540"/>
            <a:ext cx="4517887" cy="27432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ct val="0"/>
              </a:spcBef>
              <a:buNone/>
              <a:defRPr lang="en-US" sz="1200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</p:spTree>
  </p:cSld>
  <p:clrMapOvr>
    <a:masterClrMapping/>
  </p:clrMapOvr>
  <p:transition/>
  <p:hf sldNum="0" hdr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0400" y="128587"/>
            <a:ext cx="10858500" cy="9001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/>
              <a:t>Click to add title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add text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8050" y="6409690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A25592-9C3F-48AB-9A3F-F2A64B129A6F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60399" y="6409690"/>
            <a:ext cx="375073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68168" y="6409690"/>
            <a:ext cx="3750732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BB1146-E542-4D4E-B8E9-6919A11DDD48}" type="slidenum">
              <a:rPr lang="en-US" smtClean="0"/>
            </a:fld>
            <a:endParaRPr lang="en-US"/>
          </a:p>
        </p:txBody>
      </p:sp>
      <p:sp>
        <p:nvSpPr>
          <p:cNvPr id="7" name="Freeform: Shape 6"/>
          <p:cNvSpPr/>
          <p:nvPr/>
        </p:nvSpPr>
        <p:spPr>
          <a:xfrm>
            <a:off x="0" y="3886200"/>
            <a:ext cx="673100" cy="2971799"/>
          </a:xfrm>
          <a:custGeom>
            <a:avLst/>
            <a:gdLst>
              <a:gd name="connsiteX0" fmla="*/ 0 w 12192000"/>
              <a:gd name="connsiteY0" fmla="*/ 0 h 6857999"/>
              <a:gd name="connsiteX1" fmla="*/ 12192000 w 12192000"/>
              <a:gd name="connsiteY1" fmla="*/ 0 h 6857999"/>
              <a:gd name="connsiteX2" fmla="*/ 12192000 w 12192000"/>
              <a:gd name="connsiteY2" fmla="*/ 6858000 h 6857999"/>
              <a:gd name="connsiteX3" fmla="*/ 0 w 12192000"/>
              <a:gd name="connsiteY3" fmla="*/ 685800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7999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54000"/>
            </a:schemeClr>
          </a:solidFill>
          <a:ln w="1992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8" name="Freeform: Shape 7"/>
          <p:cNvSpPr/>
          <p:nvPr/>
        </p:nvSpPr>
        <p:spPr>
          <a:xfrm>
            <a:off x="11518900" y="0"/>
            <a:ext cx="673100" cy="2971799"/>
          </a:xfrm>
          <a:custGeom>
            <a:avLst/>
            <a:gdLst>
              <a:gd name="connsiteX0" fmla="*/ 0 w 12192000"/>
              <a:gd name="connsiteY0" fmla="*/ 0 h 6857999"/>
              <a:gd name="connsiteX1" fmla="*/ 12192000 w 12192000"/>
              <a:gd name="connsiteY1" fmla="*/ 0 h 6857999"/>
              <a:gd name="connsiteX2" fmla="*/ 12192000 w 12192000"/>
              <a:gd name="connsiteY2" fmla="*/ 6858000 h 6857999"/>
              <a:gd name="connsiteX3" fmla="*/ 0 w 12192000"/>
              <a:gd name="connsiteY3" fmla="*/ 685800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7999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>
              <a:alpha val="54000"/>
            </a:schemeClr>
          </a:solidFill>
          <a:ln w="1992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ransition/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dd4c513e-8c8d-44c6-b218-da5199b5c53c"/>
          <p:cNvSpPr>
            <a:spLocks noGrp="1"/>
          </p:cNvSpPr>
          <p:nvPr>
            <p:ph type="ctr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altLang="en-US" sz="4800" b="1" i="0" u="none">
                <a:solidFill>
                  <a:srgbClr val="2F2F2F"/>
                </a:solidFill>
                <a:ea typeface="微软雅黑" panose="020B0503020204020204" charset="-122"/>
              </a:rPr>
              <a:t>作业管理系统</a:t>
            </a:r>
            <a:endParaRPr lang="zh-CN" altLang="en-US" sz="4800" b="1" i="0" u="none">
              <a:solidFill>
                <a:srgbClr val="2F2F2F"/>
              </a:solidFill>
              <a:ea typeface="微软雅黑" panose="020B0503020204020204" charset="-122"/>
            </a:endParaRPr>
          </a:p>
        </p:txBody>
      </p:sp>
      <p:sp>
        <p:nvSpPr>
          <p:cNvPr id="3" name="副标题 2" descr="287ef07e-111d-41c5-a423-2906cf096668"/>
          <p:cNvSpPr>
            <a:spLocks noGrp="1"/>
          </p:cNvSpPr>
          <p:nvPr>
            <p:ph type="subTitle" idx="1" hasCustomPrompt="1"/>
          </p:nvPr>
        </p:nvSpPr>
        <p:spPr/>
        <p:txBody>
          <a:bodyPr anchorCtr="0"/>
          <a:lstStyle/>
          <a:p>
            <a:pPr algn="ctr">
              <a:lnSpc>
                <a:spcPct val="120000"/>
              </a:lnSpc>
              <a:spcBef>
                <a:spcPts val="1000"/>
              </a:spcBef>
            </a:pPr>
            <a:r>
              <a:rPr lang="en-US" sz="1600" b="0" i="0" u="none">
                <a:solidFill>
                  <a:srgbClr val="FFFFFF"/>
                </a:solidFill>
                <a:ea typeface="微软雅黑" panose="020B0503020204020204" charset="-122"/>
              </a:rPr>
              <a:t>探索数据库设计的核心要素与实施策略</a:t>
            </a:r>
            <a:endParaRPr lang="en-US" sz="1600" b="0" i="0" u="none">
              <a:solidFill>
                <a:srgbClr val="FFFFFF"/>
              </a:solidFill>
              <a:ea typeface="微软雅黑" panose="020B0503020204020204" charset="-122"/>
            </a:endParaRPr>
          </a:p>
        </p:txBody>
      </p:sp>
      <p:sp>
        <p:nvSpPr>
          <p:cNvPr id="4" name="文本占位符 3" descr="c982fcda-5e66-4a59-af30-b34b280e929c"/>
          <p:cNvSpPr>
            <a:spLocks noGrp="1"/>
          </p:cNvSpPr>
          <p:nvPr>
            <p:ph type="body" sz="quarter" idx="13" hasCustomPrompt="1"/>
          </p:nvPr>
        </p:nvSpPr>
        <p:spPr/>
        <p:txBody>
          <a:bodyPr anchorCtr="0"/>
          <a:lstStyle/>
          <a:p>
            <a:pPr algn="r">
              <a:lnSpc>
                <a:spcPct val="100000"/>
              </a:lnSpc>
              <a:spcBef>
                <a:spcPts val="1000"/>
              </a:spcBef>
            </a:pPr>
            <a:r>
              <a:rPr lang="en-US" sz="1200" b="0" i="0" u="none">
                <a:solidFill>
                  <a:srgbClr val="FFFFFF"/>
                </a:solidFill>
                <a:ea typeface="微软雅黑" panose="020B0503020204020204" charset="-122"/>
              </a:rPr>
              <a:t>报告人名称</a:t>
            </a:r>
            <a:endParaRPr lang="en-US" sz="1200" b="0" i="0" u="none">
              <a:solidFill>
                <a:srgbClr val="FFFFFF"/>
              </a:solidFill>
              <a:ea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0b6d71f5-6890-4e76-a9df-81f0bb27781f.source.3.zh-Hans.pptx" descr="0a1a2e81-a7e7-44c3-9952-a450fb09c4ec"/>
          <p:cNvGrpSpPr/>
          <p:nvPr/>
        </p:nvGrpSpPr>
        <p:grpSpPr>
          <a:xfrm>
            <a:off x="0" y="1130300"/>
            <a:ext cx="12192000" cy="5727700"/>
            <a:chOff x="0" y="1130300"/>
            <a:chExt cx="12192000" cy="5727700"/>
          </a:xfrm>
        </p:grpSpPr>
        <p:sp>
          <p:nvSpPr>
            <p:cNvPr id="3" name="任意多边形: 形状 2" descr="d9962ab9-4fef-4514-927a-eabd0fbc4429"/>
            <p:cNvSpPr/>
            <p:nvPr/>
          </p:nvSpPr>
          <p:spPr>
            <a:xfrm>
              <a:off x="0" y="5330655"/>
              <a:ext cx="12192000" cy="1150919"/>
            </a:xfrm>
            <a:custGeom>
              <a:avLst/>
              <a:gdLst>
                <a:gd name="connsiteX0" fmla="*/ 0 w 12192000"/>
                <a:gd name="connsiteY0" fmla="*/ 0 h 2679112"/>
                <a:gd name="connsiteX1" fmla="*/ 47798 w 12192000"/>
                <a:gd name="connsiteY1" fmla="*/ 20497 h 2679112"/>
                <a:gd name="connsiteX2" fmla="*/ 6096000 w 12192000"/>
                <a:gd name="connsiteY2" fmla="*/ 996930 h 2679112"/>
                <a:gd name="connsiteX3" fmla="*/ 12144202 w 12192000"/>
                <a:gd name="connsiteY3" fmla="*/ 20497 h 2679112"/>
                <a:gd name="connsiteX4" fmla="*/ 12192000 w 12192000"/>
                <a:gd name="connsiteY4" fmla="*/ 0 h 2679112"/>
                <a:gd name="connsiteX5" fmla="*/ 12192000 w 12192000"/>
                <a:gd name="connsiteY5" fmla="*/ 2679112 h 2679112"/>
                <a:gd name="connsiteX6" fmla="*/ 0 w 12192000"/>
                <a:gd name="connsiteY6" fmla="*/ 2679112 h 267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192000" h="2679112">
                  <a:moveTo>
                    <a:pt x="0" y="0"/>
                  </a:moveTo>
                  <a:lnTo>
                    <a:pt x="47798" y="20497"/>
                  </a:lnTo>
                  <a:cubicBezTo>
                    <a:pt x="1595668" y="623787"/>
                    <a:pt x="3734030" y="996930"/>
                    <a:pt x="6096000" y="996930"/>
                  </a:cubicBezTo>
                  <a:cubicBezTo>
                    <a:pt x="8457970" y="996930"/>
                    <a:pt x="10596333" y="623787"/>
                    <a:pt x="12144202" y="20497"/>
                  </a:cubicBezTo>
                  <a:lnTo>
                    <a:pt x="12192000" y="0"/>
                  </a:lnTo>
                  <a:lnTo>
                    <a:pt x="12192000" y="2679112"/>
                  </a:lnTo>
                  <a:lnTo>
                    <a:pt x="0" y="2679112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20000"/>
                  </a:schemeClr>
                </a:gs>
                <a:gs pos="71000">
                  <a:schemeClr val="accent1">
                    <a:alpha val="38000"/>
                  </a:schemeClr>
                </a:gs>
              </a:gsLst>
              <a:lin ang="2700000" scaled="1"/>
              <a:tileRect/>
            </a:gradFill>
            <a:ln w="12700">
              <a:noFill/>
            </a:ln>
            <a:effectLst>
              <a:outerShdw blurRad="127000" dist="50800" dir="5400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 anchorCtr="0">
              <a:noAutofit/>
            </a:bodyPr>
            <a:lstStyle/>
            <a:p>
              <a:pPr algn="ctr"/>
            </a:p>
          </p:txBody>
        </p:sp>
        <p:sp>
          <p:nvSpPr>
            <p:cNvPr id="4" name="任意多边形: 形状 3" descr="ce2ba40e-2064-4ab8-a974-7283aaf13b9c"/>
            <p:cNvSpPr/>
            <p:nvPr/>
          </p:nvSpPr>
          <p:spPr>
            <a:xfrm>
              <a:off x="0" y="5517240"/>
              <a:ext cx="12192000" cy="1340760"/>
            </a:xfrm>
            <a:custGeom>
              <a:avLst/>
              <a:gdLst>
                <a:gd name="connsiteX0" fmla="*/ 0 w 12192000"/>
                <a:gd name="connsiteY0" fmla="*/ 0 h 2679112"/>
                <a:gd name="connsiteX1" fmla="*/ 47798 w 12192000"/>
                <a:gd name="connsiteY1" fmla="*/ 20497 h 2679112"/>
                <a:gd name="connsiteX2" fmla="*/ 6096000 w 12192000"/>
                <a:gd name="connsiteY2" fmla="*/ 996930 h 2679112"/>
                <a:gd name="connsiteX3" fmla="*/ 12144202 w 12192000"/>
                <a:gd name="connsiteY3" fmla="*/ 20497 h 2679112"/>
                <a:gd name="connsiteX4" fmla="*/ 12192000 w 12192000"/>
                <a:gd name="connsiteY4" fmla="*/ 0 h 2679112"/>
                <a:gd name="connsiteX5" fmla="*/ 12192000 w 12192000"/>
                <a:gd name="connsiteY5" fmla="*/ 2679112 h 2679112"/>
                <a:gd name="connsiteX6" fmla="*/ 0 w 12192000"/>
                <a:gd name="connsiteY6" fmla="*/ 2679112 h 267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192000" h="2679112">
                  <a:moveTo>
                    <a:pt x="0" y="0"/>
                  </a:moveTo>
                  <a:lnTo>
                    <a:pt x="47798" y="20497"/>
                  </a:lnTo>
                  <a:cubicBezTo>
                    <a:pt x="1595668" y="623787"/>
                    <a:pt x="3734030" y="996930"/>
                    <a:pt x="6096000" y="996930"/>
                  </a:cubicBezTo>
                  <a:cubicBezTo>
                    <a:pt x="8457970" y="996930"/>
                    <a:pt x="10596333" y="623787"/>
                    <a:pt x="12144202" y="20497"/>
                  </a:cubicBezTo>
                  <a:lnTo>
                    <a:pt x="12192000" y="0"/>
                  </a:lnTo>
                  <a:lnTo>
                    <a:pt x="12192000" y="2679112"/>
                  </a:lnTo>
                  <a:lnTo>
                    <a:pt x="0" y="2679112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71000">
                  <a:schemeClr val="accent1"/>
                </a:gs>
              </a:gsLst>
              <a:lin ang="2700000" scaled="1"/>
              <a:tileRect/>
            </a:gradFill>
            <a:ln w="12700">
              <a:noFill/>
            </a:ln>
            <a:effectLst>
              <a:outerShdw blurRad="127000" dist="50800" dir="5400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 anchorCtr="0">
              <a:noAutofit/>
            </a:bodyPr>
            <a:lstStyle/>
            <a:p>
              <a:pPr algn="ctr"/>
            </a:p>
          </p:txBody>
        </p:sp>
        <p:sp>
          <p:nvSpPr>
            <p:cNvPr id="10" name="Title" descr="f1fe7dcf-a3d7-4150-b515-ed9b1749fffe"/>
            <p:cNvSpPr/>
            <p:nvPr/>
          </p:nvSpPr>
          <p:spPr>
            <a:xfrm>
              <a:off x="660400" y="1130300"/>
              <a:ext cx="10858500" cy="115091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 anchorCtr="0">
              <a:noAutofit/>
            </a:bodyPr>
            <a:lstStyle/>
            <a:p>
              <a:pPr algn="ctr"/>
              <a:endParaRPr lang="en-US" sz="6000" b="1" i="0" u="none">
                <a:solidFill>
                  <a:srgbClr val="2F2F2F"/>
                </a:solidFill>
                <a:latin typeface="Arial" panose="020B0604020202020204"/>
              </a:endParaRPr>
            </a:p>
          </p:txBody>
        </p:sp>
        <p:grpSp>
          <p:nvGrpSpPr>
            <p:cNvPr id="7" name="组合 6" descr="2ad1336c-e5e1-42f3-8c0b-218278b2e967"/>
            <p:cNvGrpSpPr/>
            <p:nvPr/>
          </p:nvGrpSpPr>
          <p:grpSpPr>
            <a:xfrm>
              <a:off x="660400" y="2435643"/>
              <a:ext cx="10858500" cy="3223234"/>
              <a:chOff x="1939806" y="2435643"/>
              <a:chExt cx="8299688" cy="3223234"/>
            </a:xfrm>
          </p:grpSpPr>
          <p:grpSp>
            <p:nvGrpSpPr>
              <p:cNvPr id="18" name="组合 17" descr="c2a47f4d-77df-48a7-bb52-6d41ea72a026"/>
              <p:cNvGrpSpPr/>
              <p:nvPr/>
            </p:nvGrpSpPr>
            <p:grpSpPr>
              <a:xfrm>
                <a:off x="1939806" y="2435643"/>
                <a:ext cx="2689759" cy="2920440"/>
                <a:chOff x="521291" y="2341365"/>
                <a:chExt cx="2141420" cy="2920440"/>
              </a:xfrm>
            </p:grpSpPr>
            <p:sp>
              <p:nvSpPr>
                <p:cNvPr id="5" name="矩形: 圆角 4" descr="93b84cd0-f5b6-4a4c-8aec-d4bab8e01703"/>
                <p:cNvSpPr/>
                <p:nvPr/>
              </p:nvSpPr>
              <p:spPr>
                <a:xfrm>
                  <a:off x="521291" y="2700805"/>
                  <a:ext cx="2141420" cy="2561000"/>
                </a:xfrm>
                <a:prstGeom prst="roundRect">
                  <a:avLst>
                    <a:gd name="adj" fmla="val 5843"/>
                  </a:avLst>
                </a:prstGeom>
                <a:gradFill>
                  <a:gsLst>
                    <a:gs pos="0">
                      <a:schemeClr val="accent1">
                        <a:lumMod val="45000"/>
                        <a:lumOff val="55000"/>
                        <a:alpha val="50000"/>
                      </a:schemeClr>
                    </a:gs>
                    <a:gs pos="100000">
                      <a:schemeClr val="bg1"/>
                    </a:gs>
                  </a:gsLst>
                  <a:lin ang="5400000" scaled="0"/>
                </a:gradFill>
                <a:ln w="12700" cap="rnd">
                  <a:gradFill>
                    <a:gsLst>
                      <a:gs pos="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  <a:alpha val="0"/>
                        </a:schemeClr>
                      </a:gs>
                    </a:gsLst>
                    <a:lin ang="5400000" scaled="0"/>
                  </a:gradFill>
                  <a:prstDash val="solid"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normAutofit/>
                </a:bodyPr>
                <a:lstStyle/>
                <a:p>
                  <a:pPr algn="r"/>
                </a:p>
              </p:txBody>
            </p:sp>
            <p:sp>
              <p:nvSpPr>
                <p:cNvPr id="14" name="Bullet1" descr="de5aceea-cacf-4413-a194-c235dabf3aec"/>
                <p:cNvSpPr txBox="1"/>
                <p:nvPr/>
              </p:nvSpPr>
              <p:spPr>
                <a:xfrm>
                  <a:off x="574408" y="3372734"/>
                  <a:ext cx="2034060" cy="13407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t" anchorCtr="0">
                  <a:normAutofit/>
                </a:bodyPr>
                <a:lstStyle/>
                <a:p>
                  <a:pPr algn="l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2400" b="1" i="0" u="none" strike="noStrike">
                      <a:solidFill>
                        <a:srgbClr val="2F2F2F"/>
                      </a:solidFill>
                      <a:ea typeface="微软雅黑" panose="020B0503020204020204" charset="-122"/>
                    </a:rPr>
                    <a:t>功能性需求与非功能性需求</a:t>
                  </a:r>
                  <a:endParaRPr lang="en-US" sz="2400" b="1" i="0" u="none" strike="noStrike">
                    <a:solidFill>
                      <a:srgbClr val="2F2F2F"/>
                    </a:solidFill>
                    <a:ea typeface="微软雅黑" panose="020B0503020204020204" charset="-122"/>
                  </a:endParaRPr>
                </a:p>
              </p:txBody>
            </p:sp>
            <p:sp>
              <p:nvSpPr>
                <p:cNvPr id="16" name="Number1" descr="3358558f-40ca-4f84-86fd-86a67386b4b5"/>
                <p:cNvSpPr/>
                <p:nvPr/>
              </p:nvSpPr>
              <p:spPr>
                <a:xfrm>
                  <a:off x="1372851" y="2341365"/>
                  <a:ext cx="438140" cy="720000"/>
                </a:xfrm>
                <a:prstGeom prst="roundRect">
                  <a:avLst>
                    <a:gd name="adj" fmla="val 50000"/>
                  </a:avLst>
                </a:prstGeom>
                <a:gradFill flip="none" rotWithShape="1"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75000">
                      <a:schemeClr val="accent1"/>
                    </a:gs>
                  </a:gsLst>
                  <a:lin ang="2700000" scaled="1"/>
                  <a:tileRect/>
                </a:gradFill>
                <a:ln w="38100">
                  <a:noFill/>
                </a:ln>
                <a:effectLst>
                  <a:outerShdw blurRad="127000" dist="63500" dir="2700000" algn="tl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91440" tIns="45720" rIns="91440" bIns="45720" rtlCol="0" anchor="ctr" anchorCtr="0">
                  <a:normAutofit/>
                </a:bodyPr>
                <a:lstStyle/>
                <a:p>
                  <a:pPr algn="ctr">
                    <a:lnSpc>
                      <a:spcPct val="120000"/>
                    </a:lnSpc>
                  </a:pPr>
                  <a:r>
                    <a:rPr lang="en-US" sz="2000" b="1" i="0" u="none">
                      <a:solidFill>
                        <a:srgbClr val="FFFFFF"/>
                      </a:solidFill>
                      <a:latin typeface="Arial" panose="020B0604020202020204"/>
                    </a:rPr>
                    <a:t>01</a:t>
                  </a:r>
                  <a:endParaRPr lang="en-US" sz="2000" b="1" i="0" u="none">
                    <a:solidFill>
                      <a:srgbClr val="FFFFFF"/>
                    </a:solidFill>
                    <a:latin typeface="Arial" panose="020B0604020202020204"/>
                  </a:endParaRPr>
                </a:p>
              </p:txBody>
            </p:sp>
          </p:grpSp>
          <p:grpSp>
            <p:nvGrpSpPr>
              <p:cNvPr id="19" name="组合 18" descr="afbae8e6-ada2-42fc-8bf3-bae3e932e3ff"/>
              <p:cNvGrpSpPr/>
              <p:nvPr/>
            </p:nvGrpSpPr>
            <p:grpSpPr>
              <a:xfrm>
                <a:off x="4744770" y="2738437"/>
                <a:ext cx="2689759" cy="2920440"/>
                <a:chOff x="521291" y="2341365"/>
                <a:chExt cx="2141420" cy="2920440"/>
              </a:xfrm>
            </p:grpSpPr>
            <p:sp>
              <p:nvSpPr>
                <p:cNvPr id="20" name="矩形: 圆角 19" descr="e31b1839-d26a-4ed7-8a90-f1eb9adecbd8"/>
                <p:cNvSpPr/>
                <p:nvPr/>
              </p:nvSpPr>
              <p:spPr>
                <a:xfrm>
                  <a:off x="521291" y="2700805"/>
                  <a:ext cx="2141420" cy="2561000"/>
                </a:xfrm>
                <a:prstGeom prst="roundRect">
                  <a:avLst>
                    <a:gd name="adj" fmla="val 5843"/>
                  </a:avLst>
                </a:prstGeom>
                <a:gradFill>
                  <a:gsLst>
                    <a:gs pos="0">
                      <a:schemeClr val="accent1">
                        <a:lumMod val="45000"/>
                        <a:lumOff val="55000"/>
                        <a:alpha val="50000"/>
                      </a:schemeClr>
                    </a:gs>
                    <a:gs pos="100000">
                      <a:schemeClr val="bg1"/>
                    </a:gs>
                  </a:gsLst>
                  <a:lin ang="5400000" scaled="0"/>
                </a:gradFill>
                <a:ln w="12700" cap="rnd">
                  <a:gradFill>
                    <a:gsLst>
                      <a:gs pos="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  <a:alpha val="0"/>
                        </a:schemeClr>
                      </a:gs>
                    </a:gsLst>
                    <a:lin ang="5400000" scaled="0"/>
                  </a:gradFill>
                  <a:prstDash val="solid"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normAutofit/>
                </a:bodyPr>
                <a:lstStyle/>
                <a:p>
                  <a:pPr algn="r"/>
                </a:p>
              </p:txBody>
            </p:sp>
            <p:sp>
              <p:nvSpPr>
                <p:cNvPr id="21" name="Bullet2" descr="0cc49dc6-1811-4817-844f-2df56f9610f4"/>
                <p:cNvSpPr txBox="1"/>
                <p:nvPr/>
              </p:nvSpPr>
              <p:spPr>
                <a:xfrm>
                  <a:off x="574408" y="3372734"/>
                  <a:ext cx="2034060" cy="13407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t" anchorCtr="0">
                  <a:normAutofit/>
                </a:bodyPr>
                <a:lstStyle/>
                <a:p>
                  <a:pPr algn="l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2400" b="1" i="0" u="none" strike="noStrike">
                      <a:solidFill>
                        <a:srgbClr val="2F2F2F"/>
                      </a:solidFill>
                      <a:ea typeface="微软雅黑" panose="020B0503020204020204" charset="-122"/>
                    </a:rPr>
                    <a:t>数据库建模与实现</a:t>
                  </a:r>
                  <a:endParaRPr lang="en-US" sz="2400" b="1" i="0" u="none" strike="noStrike">
                    <a:solidFill>
                      <a:srgbClr val="2F2F2F"/>
                    </a:solidFill>
                    <a:ea typeface="微软雅黑" panose="020B0503020204020204" charset="-122"/>
                  </a:endParaRPr>
                </a:p>
              </p:txBody>
            </p:sp>
            <p:sp>
              <p:nvSpPr>
                <p:cNvPr id="23" name="Number2" descr="e2b7dab8-77c6-4a09-890a-0fd753858c8d"/>
                <p:cNvSpPr/>
                <p:nvPr/>
              </p:nvSpPr>
              <p:spPr>
                <a:xfrm>
                  <a:off x="1372851" y="2341365"/>
                  <a:ext cx="438140" cy="720000"/>
                </a:xfrm>
                <a:prstGeom prst="roundRect">
                  <a:avLst>
                    <a:gd name="adj" fmla="val 50000"/>
                  </a:avLst>
                </a:prstGeom>
                <a:gradFill flip="none" rotWithShape="1"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75000">
                      <a:schemeClr val="accent1"/>
                    </a:gs>
                  </a:gsLst>
                  <a:lin ang="2700000" scaled="1"/>
                  <a:tileRect/>
                </a:gradFill>
                <a:ln w="38100">
                  <a:noFill/>
                </a:ln>
                <a:effectLst>
                  <a:outerShdw blurRad="127000" dist="63500" dir="2700000" algn="tl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91440" tIns="45720" rIns="91440" bIns="45720" rtlCol="0" anchor="ctr" anchorCtr="0">
                  <a:normAutofit/>
                </a:bodyPr>
                <a:lstStyle/>
                <a:p>
                  <a:pPr algn="ctr">
                    <a:lnSpc>
                      <a:spcPct val="120000"/>
                    </a:lnSpc>
                  </a:pPr>
                  <a:r>
                    <a:rPr lang="en-US" sz="2000" b="1" i="0" u="none">
                      <a:solidFill>
                        <a:srgbClr val="FFFFFF"/>
                      </a:solidFill>
                      <a:latin typeface="Arial" panose="020B0604020202020204"/>
                    </a:rPr>
                    <a:t>02</a:t>
                  </a:r>
                  <a:endParaRPr lang="en-US" sz="2000" b="1" i="0" u="none">
                    <a:solidFill>
                      <a:srgbClr val="FFFFFF"/>
                    </a:solidFill>
                    <a:latin typeface="Arial" panose="020B0604020202020204"/>
                  </a:endParaRPr>
                </a:p>
              </p:txBody>
            </p:sp>
          </p:grpSp>
          <p:grpSp>
            <p:nvGrpSpPr>
              <p:cNvPr id="24" name="组合 23" descr="a4064415-b129-4ba6-8c4a-ab70648c80d5"/>
              <p:cNvGrpSpPr/>
              <p:nvPr/>
            </p:nvGrpSpPr>
            <p:grpSpPr>
              <a:xfrm>
                <a:off x="7549735" y="2435643"/>
                <a:ext cx="2689759" cy="2920440"/>
                <a:chOff x="521291" y="2341365"/>
                <a:chExt cx="2141420" cy="2920440"/>
              </a:xfrm>
            </p:grpSpPr>
            <p:sp>
              <p:nvSpPr>
                <p:cNvPr id="25" name="矩形: 圆角 24" descr="08ee9a97-93d8-446f-b986-e304f86c79c7"/>
                <p:cNvSpPr/>
                <p:nvPr/>
              </p:nvSpPr>
              <p:spPr>
                <a:xfrm>
                  <a:off x="521291" y="2700805"/>
                  <a:ext cx="2141420" cy="2561000"/>
                </a:xfrm>
                <a:prstGeom prst="roundRect">
                  <a:avLst>
                    <a:gd name="adj" fmla="val 5843"/>
                  </a:avLst>
                </a:prstGeom>
                <a:gradFill>
                  <a:gsLst>
                    <a:gs pos="0">
                      <a:schemeClr val="accent1">
                        <a:lumMod val="45000"/>
                        <a:lumOff val="55000"/>
                        <a:alpha val="50000"/>
                      </a:schemeClr>
                    </a:gs>
                    <a:gs pos="100000">
                      <a:schemeClr val="bg1"/>
                    </a:gs>
                  </a:gsLst>
                  <a:lin ang="5400000" scaled="0"/>
                </a:gradFill>
                <a:ln w="12700" cap="rnd">
                  <a:gradFill>
                    <a:gsLst>
                      <a:gs pos="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  <a:alpha val="0"/>
                        </a:schemeClr>
                      </a:gs>
                    </a:gsLst>
                    <a:lin ang="5400000" scaled="0"/>
                  </a:gradFill>
                  <a:prstDash val="solid"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normAutofit/>
                </a:bodyPr>
                <a:lstStyle/>
                <a:p>
                  <a:pPr algn="r"/>
                </a:p>
              </p:txBody>
            </p:sp>
            <p:sp>
              <p:nvSpPr>
                <p:cNvPr id="26" name="Bullet3" descr="215dec6e-3466-4829-af1a-6741f16ab384"/>
                <p:cNvSpPr txBox="1"/>
                <p:nvPr/>
              </p:nvSpPr>
              <p:spPr>
                <a:xfrm>
                  <a:off x="574408" y="3372734"/>
                  <a:ext cx="2034060" cy="13407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t" anchorCtr="0">
                  <a:normAutofit/>
                </a:bodyPr>
                <a:lstStyle/>
                <a:p>
                  <a:pPr algn="l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2400" b="1" i="0" u="none" strike="noStrike">
                      <a:solidFill>
                        <a:srgbClr val="2F2F2F"/>
                      </a:solidFill>
                      <a:ea typeface="微软雅黑" panose="020B0503020204020204" charset="-122"/>
                    </a:rPr>
                    <a:t>前端设计与技术栈选择</a:t>
                  </a:r>
                  <a:endParaRPr lang="en-US" sz="2400" b="1" i="0" u="none" strike="noStrike">
                    <a:solidFill>
                      <a:srgbClr val="2F2F2F"/>
                    </a:solidFill>
                    <a:ea typeface="微软雅黑" panose="020B0503020204020204" charset="-122"/>
                  </a:endParaRPr>
                </a:p>
              </p:txBody>
            </p:sp>
            <p:sp>
              <p:nvSpPr>
                <p:cNvPr id="28" name="Number3" descr="0a59551d-33ab-4bba-ae4d-fb82375ddcf9"/>
                <p:cNvSpPr/>
                <p:nvPr/>
              </p:nvSpPr>
              <p:spPr>
                <a:xfrm>
                  <a:off x="1372851" y="2341365"/>
                  <a:ext cx="438140" cy="720000"/>
                </a:xfrm>
                <a:prstGeom prst="roundRect">
                  <a:avLst>
                    <a:gd name="adj" fmla="val 50000"/>
                  </a:avLst>
                </a:prstGeom>
                <a:gradFill flip="none" rotWithShape="1"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75000">
                      <a:schemeClr val="accent1"/>
                    </a:gs>
                  </a:gsLst>
                  <a:lin ang="2700000" scaled="1"/>
                  <a:tileRect/>
                </a:gradFill>
                <a:ln w="38100">
                  <a:noFill/>
                </a:ln>
                <a:effectLst>
                  <a:outerShdw blurRad="127000" dist="63500" dir="2700000" algn="tl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91440" tIns="45720" rIns="91440" bIns="45720" rtlCol="0" anchor="ctr" anchorCtr="0">
                  <a:normAutofit/>
                </a:bodyPr>
                <a:lstStyle/>
                <a:p>
                  <a:pPr algn="ctr">
                    <a:lnSpc>
                      <a:spcPct val="120000"/>
                    </a:lnSpc>
                  </a:pPr>
                  <a:r>
                    <a:rPr lang="en-US" sz="2000" b="1" i="0" u="none">
                      <a:solidFill>
                        <a:srgbClr val="FFFFFF"/>
                      </a:solidFill>
                      <a:latin typeface="Arial" panose="020B0604020202020204"/>
                    </a:rPr>
                    <a:t>03</a:t>
                  </a:r>
                  <a:endParaRPr lang="en-US" sz="2000" b="1" i="0" u="none">
                    <a:solidFill>
                      <a:srgbClr val="FFFFFF"/>
                    </a:solidFill>
                    <a:latin typeface="Arial" panose="020B0604020202020204"/>
                  </a:endParaRPr>
                </a:p>
              </p:txBody>
            </p:sp>
          </p:grpSp>
        </p:grpSp>
      </p:grpSp>
      <p:sp>
        <p:nvSpPr>
          <p:cNvPr id="6" name="标题 5" descr="76398703-853e-4dfb-a61f-6163fe6ad629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2F2F2F"/>
                </a:solidFill>
                <a:ea typeface="微软雅黑" panose="020B0503020204020204" charset="-122"/>
              </a:rPr>
              <a:t>目录</a:t>
            </a:r>
            <a:endParaRPr lang="en-US" sz="2800" b="1" i="0" u="none">
              <a:solidFill>
                <a:srgbClr val="2F2F2F"/>
              </a:solidFill>
              <a:ea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148c98f2-74e6-47b2-9bbb-78a5c4d6871e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2F2F2F"/>
                </a:solidFill>
                <a:ea typeface="微软雅黑" panose="020B0503020204020204" charset="-122"/>
              </a:rPr>
              <a:t>功能性需求与非功能性需求</a:t>
            </a:r>
            <a:endParaRPr lang="en-US" sz="2800" b="1" i="0" u="none">
              <a:solidFill>
                <a:srgbClr val="2F2F2F"/>
              </a:solidFill>
              <a:ea typeface="微软雅黑" panose="020B0503020204020204" charset="-122"/>
            </a:endParaRPr>
          </a:p>
        </p:txBody>
      </p:sp>
      <p:sp>
        <p:nvSpPr>
          <p:cNvPr id="3" name="文本占位符 2" descr="f0548bd5-916f-4fdb-b600-5975fdeb51bb"/>
          <p:cNvSpPr>
            <a:spLocks noGrp="1"/>
          </p:cNvSpPr>
          <p:nvPr>
            <p:ph type="body" idx="1" hasCustomPrompt="1"/>
          </p:nvPr>
        </p:nvSpPr>
        <p:spPr/>
        <p:txBody>
          <a:bodyPr anchorCtr="0"/>
          <a:lstStyle/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lang="en-US" sz="1200" b="0" i="0" u="none">
                <a:solidFill>
                  <a:srgbClr val="2F2F2F"/>
                </a:solidFill>
                <a:ea typeface="微软雅黑" panose="020B0503020204020204" charset="-122"/>
              </a:rPr>
              <a:t>理解并满足数据库的功能与非功能需求</a:t>
            </a:r>
            <a:endParaRPr lang="en-US" sz="1200" b="0" i="0" u="none">
              <a:solidFill>
                <a:srgbClr val="2F2F2F"/>
              </a:solidFill>
              <a:ea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76398703-853e-4dfb-a61f-6163fe6ad629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2F2F2F"/>
                </a:solidFill>
                <a:ea typeface="微软雅黑" panose="020B0503020204020204" charset="-122"/>
              </a:rPr>
              <a:t>功能性需求概述</a:t>
            </a:r>
            <a:endParaRPr lang="en-US" sz="2800" b="1" i="0" u="none">
              <a:solidFill>
                <a:srgbClr val="2F2F2F"/>
              </a:solidFill>
              <a:ea typeface="微软雅黑" panose="020B0503020204020204" charset="-122"/>
            </a:endParaRPr>
          </a:p>
        </p:txBody>
      </p:sp>
      <p:graphicFrame>
        <p:nvGraphicFramePr>
          <p:cNvPr id="3" name="表格 2"/>
          <p:cNvGraphicFramePr/>
          <p:nvPr/>
        </p:nvGraphicFramePr>
        <p:xfrm>
          <a:off x="4300220" y="371475"/>
          <a:ext cx="5217795" cy="5941695"/>
        </p:xfrm>
        <a:graphic>
          <a:graphicData uri="http://schemas.openxmlformats.org/drawingml/2006/table">
            <a:tbl>
              <a:tblPr/>
              <a:tblGrid>
                <a:gridCol w="1690370"/>
                <a:gridCol w="3527425"/>
              </a:tblGrid>
              <a:tr h="241300">
                <a:tc>
                  <a:txBody>
                    <a:bodyPr/>
                    <a:p>
                      <a:pPr algn="l" fontAlgn="ctr"/>
                      <a:r>
                        <a:rPr lang="zh-CN" altLang="en-US" sz="2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角色</a:t>
                      </a:r>
                      <a:endParaRPr lang="zh-CN" altLang="en-US" sz="20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2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需求</a:t>
                      </a:r>
                      <a:endParaRPr lang="zh-CN" altLang="en-US" sz="20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1935">
                <a:tc>
                  <a:txBody>
                    <a:bodyPr/>
                    <a:p>
                      <a:pPr algn="l" fontAlgn="ctr"/>
                      <a:r>
                        <a:rPr lang="zh-CN" altLang="en-US" sz="2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游客</a:t>
                      </a:r>
                      <a:endParaRPr lang="zh-CN" altLang="en-US" sz="20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2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登录</a:t>
                      </a:r>
                      <a:endParaRPr lang="zh-CN" altLang="en-US" sz="20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1300">
                <a:tc>
                  <a:txBody>
                    <a:bodyPr/>
                    <a:p>
                      <a:pPr algn="l" fontAlgn="ctr"/>
                      <a:endParaRPr sz="20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2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注册</a:t>
                      </a:r>
                      <a:endParaRPr lang="zh-CN" altLang="en-US" sz="20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1935">
                <a:tc>
                  <a:txBody>
                    <a:bodyPr/>
                    <a:p>
                      <a:pPr algn="l" fontAlgn="ctr"/>
                      <a:r>
                        <a:rPr lang="zh-CN" altLang="en-US" sz="2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学生</a:t>
                      </a:r>
                      <a:endParaRPr lang="zh-CN" altLang="en-US" sz="20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2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查看作业</a:t>
                      </a:r>
                      <a:endParaRPr lang="zh-CN" altLang="en-US" sz="20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1300">
                <a:tc>
                  <a:txBody>
                    <a:bodyPr/>
                    <a:p>
                      <a:pPr algn="l" fontAlgn="ctr"/>
                      <a:endParaRPr sz="20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2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提交作业</a:t>
                      </a:r>
                      <a:endParaRPr lang="zh-CN" altLang="en-US" sz="20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1300">
                <a:tc>
                  <a:txBody>
                    <a:bodyPr/>
                    <a:p>
                      <a:pPr algn="l" fontAlgn="ctr"/>
                      <a:endParaRPr sz="20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2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个人信息（待定）</a:t>
                      </a:r>
                      <a:endParaRPr lang="zh-CN" altLang="en-US" sz="20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8135">
                <a:tc>
                  <a:txBody>
                    <a:bodyPr/>
                    <a:p>
                      <a:pPr algn="l" fontAlgn="ctr"/>
                      <a:r>
                        <a:rPr lang="zh-CN" altLang="en-US" sz="2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老师</a:t>
                      </a:r>
                      <a:endParaRPr lang="zh-CN" altLang="en-US" sz="20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2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查看课程</a:t>
                      </a:r>
                      <a:endParaRPr lang="zh-CN" altLang="en-US" sz="20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1300">
                <a:tc>
                  <a:txBody>
                    <a:bodyPr/>
                    <a:p>
                      <a:pPr algn="l" fontAlgn="ctr"/>
                      <a:endParaRPr sz="20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2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增加课程</a:t>
                      </a:r>
                      <a:endParaRPr lang="zh-CN" altLang="en-US" sz="20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1935">
                <a:tc>
                  <a:txBody>
                    <a:bodyPr/>
                    <a:p>
                      <a:pPr algn="l" fontAlgn="ctr"/>
                      <a:endParaRPr sz="20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2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删除课程</a:t>
                      </a:r>
                      <a:endParaRPr lang="zh-CN" altLang="en-US" sz="20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1300">
                <a:tc>
                  <a:txBody>
                    <a:bodyPr/>
                    <a:p>
                      <a:pPr algn="l" fontAlgn="ctr"/>
                      <a:endParaRPr sz="20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2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编辑课程</a:t>
                      </a:r>
                      <a:endParaRPr lang="zh-CN" altLang="en-US" sz="20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1935">
                <a:tc>
                  <a:txBody>
                    <a:bodyPr/>
                    <a:p>
                      <a:pPr algn="l" fontAlgn="ctr"/>
                      <a:endParaRPr sz="20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2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查看学生</a:t>
                      </a:r>
                      <a:endParaRPr lang="zh-CN" altLang="en-US" sz="20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1300">
                <a:tc>
                  <a:txBody>
                    <a:bodyPr/>
                    <a:p>
                      <a:pPr algn="l" fontAlgn="ctr"/>
                      <a:endParaRPr sz="20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2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增加学生</a:t>
                      </a:r>
                      <a:endParaRPr lang="zh-CN" altLang="en-US" sz="20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1935">
                <a:tc>
                  <a:txBody>
                    <a:bodyPr/>
                    <a:p>
                      <a:pPr algn="l" fontAlgn="ctr"/>
                      <a:endParaRPr sz="20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2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删除学生</a:t>
                      </a:r>
                      <a:endParaRPr lang="zh-CN" altLang="en-US" sz="20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1300">
                <a:tc>
                  <a:txBody>
                    <a:bodyPr/>
                    <a:p>
                      <a:pPr algn="l" fontAlgn="ctr"/>
                      <a:endParaRPr sz="20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2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编辑学生</a:t>
                      </a:r>
                      <a:endParaRPr lang="zh-CN" altLang="en-US" sz="20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1300">
                <a:tc>
                  <a:txBody>
                    <a:bodyPr/>
                    <a:p>
                      <a:pPr algn="l" fontAlgn="ctr"/>
                      <a:endParaRPr sz="20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2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布置作业</a:t>
                      </a:r>
                      <a:endParaRPr lang="zh-CN" altLang="en-US" sz="20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1935">
                <a:tc>
                  <a:txBody>
                    <a:bodyPr/>
                    <a:p>
                      <a:pPr algn="l" fontAlgn="ctr"/>
                      <a:endParaRPr sz="20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2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删除作业</a:t>
                      </a:r>
                      <a:endParaRPr lang="zh-CN" altLang="en-US" sz="20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1300">
                <a:tc>
                  <a:txBody>
                    <a:bodyPr/>
                    <a:p>
                      <a:pPr algn="l" fontAlgn="ctr"/>
                      <a:endParaRPr sz="20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2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修改作业</a:t>
                      </a:r>
                      <a:endParaRPr lang="zh-CN" altLang="en-US" sz="20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1935">
                <a:tc>
                  <a:txBody>
                    <a:bodyPr/>
                    <a:p>
                      <a:pPr algn="l" fontAlgn="ctr"/>
                      <a:endParaRPr sz="20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2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查看作业</a:t>
                      </a:r>
                      <a:endParaRPr lang="zh-CN" altLang="en-US" sz="20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1300">
                <a:tc>
                  <a:txBody>
                    <a:bodyPr/>
                    <a:p>
                      <a:pPr algn="l" fontAlgn="ctr"/>
                      <a:endParaRPr sz="20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2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个人信息（待定）</a:t>
                      </a:r>
                      <a:endParaRPr lang="zh-CN" altLang="en-US" sz="20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3ff84500-77bb-4d16-ad0c-2c531a2a2adf.source.5.zh-Hans.pptx" descr="1407c5d7-aa36-4960-821b-71bf81460cef"/>
          <p:cNvGrpSpPr/>
          <p:nvPr/>
        </p:nvGrpSpPr>
        <p:grpSpPr>
          <a:xfrm>
            <a:off x="660400" y="1130300"/>
            <a:ext cx="10858500" cy="4815687"/>
            <a:chOff x="660400" y="1130300"/>
            <a:chExt cx="10858500" cy="4815687"/>
          </a:xfrm>
        </p:grpSpPr>
        <p:sp>
          <p:nvSpPr>
            <p:cNvPr id="29" name="Title" descr="106dd71c-285c-45a3-bc7a-bfa0b96efac4"/>
            <p:cNvSpPr txBox="1"/>
            <p:nvPr/>
          </p:nvSpPr>
          <p:spPr>
            <a:xfrm>
              <a:off x="660400" y="1130300"/>
              <a:ext cx="10858500" cy="461665"/>
            </a:xfrm>
            <a:prstGeom prst="rect">
              <a:avLst/>
            </a:prstGeom>
            <a:noFill/>
          </p:spPr>
          <p:txBody>
            <a:bodyPr vert="horz" wrap="square" rtlCol="0" anchor="t" anchorCtr="1">
              <a:normAutofit/>
            </a:bodyPr>
            <a:lstStyle/>
            <a:p>
              <a:pPr algn="ctr"/>
              <a:r>
                <a:rPr lang="en-US" sz="2400" b="1" i="0" u="none">
                  <a:solidFill>
                    <a:srgbClr val="2F2F2F"/>
                  </a:solidFill>
                  <a:ea typeface="微软雅黑" panose="020B0503020204020204" charset="-122"/>
                </a:rPr>
                <a:t>保障系统高效安全运行</a:t>
              </a:r>
              <a:endParaRPr lang="en-US" sz="2400" b="1" i="0" u="none">
                <a:solidFill>
                  <a:srgbClr val="2F2F2F"/>
                </a:solidFill>
                <a:ea typeface="微软雅黑" panose="020B0503020204020204" charset="-122"/>
              </a:endParaRPr>
            </a:p>
          </p:txBody>
        </p:sp>
        <p:grpSp>
          <p:nvGrpSpPr>
            <p:cNvPr id="60" name="组合 59" descr="ef032f34-9838-48ae-b668-d01af46b220f"/>
            <p:cNvGrpSpPr/>
            <p:nvPr/>
          </p:nvGrpSpPr>
          <p:grpSpPr>
            <a:xfrm>
              <a:off x="673982" y="1989718"/>
              <a:ext cx="1980289" cy="3956269"/>
              <a:chOff x="673982" y="1989718"/>
              <a:chExt cx="1980289" cy="3956269"/>
            </a:xfrm>
          </p:grpSpPr>
          <p:sp>
            <p:nvSpPr>
              <p:cNvPr id="46" name="ComponentBackground1" descr="d15499dd-edf7-4ab3-a9ae-a128f8b2bcdf"/>
              <p:cNvSpPr/>
              <p:nvPr/>
            </p:nvSpPr>
            <p:spPr>
              <a:xfrm>
                <a:off x="678587" y="2694211"/>
                <a:ext cx="1975684" cy="1849582"/>
              </a:xfrm>
              <a:prstGeom prst="rect">
                <a:avLst/>
              </a:prstGeom>
              <a:solidFill>
                <a:schemeClr val="tx2">
                  <a:alpha val="15000"/>
                </a:schemeClr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</a:p>
            </p:txBody>
          </p:sp>
          <p:sp>
            <p:nvSpPr>
              <p:cNvPr id="47" name="Number1" descr="bb95e798-1c62-4106-92fa-5e586f0f0441"/>
              <p:cNvSpPr txBox="1"/>
              <p:nvPr/>
            </p:nvSpPr>
            <p:spPr>
              <a:xfrm>
                <a:off x="851597" y="2951295"/>
                <a:ext cx="755335" cy="1323439"/>
              </a:xfrm>
              <a:prstGeom prst="rect">
                <a:avLst/>
              </a:prstGeom>
              <a:noFill/>
            </p:spPr>
            <p:txBody>
              <a:bodyPr wrap="none" rtlCol="0" anchorCtr="0">
                <a:spAutoFit/>
              </a:bodyPr>
              <a:lstStyle/>
              <a:p>
                <a:pPr algn="l"/>
                <a:r>
                  <a:rPr lang="en-US" sz="8000" b="1" i="0" u="none">
                    <a:solidFill>
                      <a:srgbClr val="4775E7"/>
                    </a:solidFill>
                    <a:latin typeface="Arial" panose="020B0604020202020204"/>
                  </a:rPr>
                  <a:t>1</a:t>
                </a:r>
                <a:endParaRPr lang="en-US" sz="8000" b="1" i="0" u="none">
                  <a:solidFill>
                    <a:srgbClr val="4775E7"/>
                  </a:solidFill>
                  <a:latin typeface="Arial" panose="020B0604020202020204"/>
                </a:endParaRPr>
              </a:p>
            </p:txBody>
          </p:sp>
          <p:sp>
            <p:nvSpPr>
              <p:cNvPr id="48" name="Text1" descr="86ce8b4b-b9c0-4753-b8d6-6f456ed3036b"/>
              <p:cNvSpPr txBox="1"/>
              <p:nvPr/>
            </p:nvSpPr>
            <p:spPr>
              <a:xfrm>
                <a:off x="673982" y="4543793"/>
                <a:ext cx="1975684" cy="1402194"/>
              </a:xfrm>
              <a:prstGeom prst="rect">
                <a:avLst/>
              </a:prstGeom>
              <a:noFill/>
            </p:spPr>
            <p:txBody>
              <a:bodyPr wrap="square" rtlCol="0" anchorCtr="0">
                <a:normAutofit/>
              </a:bodyPr>
              <a:lstStyle>
                <a:defPPr>
                  <a:defRPr lang="zh-CN"/>
                </a:defPPr>
                <a:lvl1pPr>
                  <a:lnSpc>
                    <a:spcPts val="1500"/>
                  </a:lnSpc>
                  <a:defRPr sz="900"/>
                </a:lvl1pPr>
              </a:lstStyle>
              <a:p>
                <a:pPr algn="l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优化数据库查询算法，减少响应时间，提高系统吞吐量，确保用户体验流畅。</a:t>
                </a:r>
                <a:endParaRPr lang="en-US" sz="1200" b="0" i="0" u="none">
                  <a:solidFill>
                    <a:srgbClr val="2F2F2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49" name="Bullet1" descr="d8dd2bbc-3959-4be1-b238-9dae174a1758"/>
              <p:cNvSpPr txBox="1"/>
              <p:nvPr/>
            </p:nvSpPr>
            <p:spPr>
              <a:xfrm>
                <a:off x="678587" y="1989718"/>
                <a:ext cx="1975684" cy="692518"/>
              </a:xfrm>
              <a:prstGeom prst="rect">
                <a:avLst/>
              </a:prstGeom>
              <a:noFill/>
              <a:effectLst/>
            </p:spPr>
            <p:txBody>
              <a:bodyPr wrap="square" rtlCol="0" anchor="b" anchorCtr="0">
                <a:normAutofit/>
              </a:bodyPr>
              <a:lstStyle>
                <a:defPPr>
                  <a:defRPr lang="zh-CN"/>
                </a:defPPr>
                <a:lvl1pPr>
                  <a:defRPr sz="2000" b="1" i="0">
                    <a:gradFill>
                      <a:gsLst>
                        <a:gs pos="0">
                          <a:schemeClr val="accent1">
                            <a:lumMod val="60000"/>
                            <a:lumOff val="40000"/>
                          </a:schemeClr>
                        </a:gs>
                        <a:gs pos="60000">
                          <a:schemeClr val="accent1"/>
                        </a:gs>
                      </a:gsLst>
                      <a:lin ang="2700000" scaled="0"/>
                    </a:gradFill>
                    <a:effectLst>
                      <a:outerShdw blurRad="76200" dist="50800" dir="5400000" algn="ctr" rotWithShape="0">
                        <a:schemeClr val="accent1">
                          <a:alpha val="20000"/>
                        </a:schemeClr>
                      </a:outerShdw>
                    </a:effectLst>
                  </a:defRPr>
                </a:lvl1pPr>
              </a:lstStyle>
              <a:p>
                <a:pPr algn="l"/>
                <a:r>
                  <a:rPr lang="en-US" sz="1800" b="1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响应时间与吞吐量</a:t>
                </a:r>
                <a:endParaRPr lang="en-US" sz="1800" b="1" i="0" u="none">
                  <a:solidFill>
                    <a:srgbClr val="2F2F2F"/>
                  </a:solidFill>
                  <a:ea typeface="微软雅黑" panose="020B0503020204020204" charset="-122"/>
                </a:endParaRPr>
              </a:p>
            </p:txBody>
          </p:sp>
        </p:grpSp>
        <p:grpSp>
          <p:nvGrpSpPr>
            <p:cNvPr id="61" name="组合 60" descr="062cc008-9979-42b5-bdaf-703826b7da8d"/>
            <p:cNvGrpSpPr/>
            <p:nvPr/>
          </p:nvGrpSpPr>
          <p:grpSpPr>
            <a:xfrm>
              <a:off x="2885684" y="1989718"/>
              <a:ext cx="1984789" cy="3956269"/>
              <a:chOff x="2885684" y="1989718"/>
              <a:chExt cx="1984789" cy="3956269"/>
            </a:xfrm>
          </p:grpSpPr>
          <p:sp>
            <p:nvSpPr>
              <p:cNvPr id="42" name="ComponentBackground2" descr="6304a075-9a5e-44e5-b6c4-607ff99d5ca2"/>
              <p:cNvSpPr/>
              <p:nvPr/>
            </p:nvSpPr>
            <p:spPr>
              <a:xfrm>
                <a:off x="2894789" y="2694211"/>
                <a:ext cx="1975684" cy="1849582"/>
              </a:xfrm>
              <a:prstGeom prst="rect">
                <a:avLst/>
              </a:prstGeom>
              <a:solidFill>
                <a:schemeClr val="tx2">
                  <a:alpha val="15000"/>
                </a:schemeClr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</a:p>
            </p:txBody>
          </p:sp>
          <p:sp>
            <p:nvSpPr>
              <p:cNvPr id="43" name="Number2" descr="e989222a-1dfa-4587-afc1-fb3738dfe87e"/>
              <p:cNvSpPr txBox="1"/>
              <p:nvPr/>
            </p:nvSpPr>
            <p:spPr>
              <a:xfrm>
                <a:off x="3018034" y="2951295"/>
                <a:ext cx="755335" cy="1323439"/>
              </a:xfrm>
              <a:prstGeom prst="rect">
                <a:avLst/>
              </a:prstGeom>
              <a:noFill/>
            </p:spPr>
            <p:txBody>
              <a:bodyPr wrap="none" rtlCol="0" anchorCtr="0">
                <a:spAutoFit/>
              </a:bodyPr>
              <a:lstStyle/>
              <a:p>
                <a:pPr algn="l"/>
                <a:r>
                  <a:rPr lang="en-US" sz="8000" b="1" i="0" u="none">
                    <a:solidFill>
                      <a:srgbClr val="2F2F2F"/>
                    </a:solidFill>
                    <a:latin typeface="Arial" panose="020B0604020202020204"/>
                  </a:rPr>
                  <a:t>2</a:t>
                </a:r>
                <a:endParaRPr lang="en-US" sz="8000" b="1" i="0" u="none">
                  <a:solidFill>
                    <a:srgbClr val="2F2F2F"/>
                  </a:solidFill>
                  <a:latin typeface="Arial" panose="020B0604020202020204"/>
                </a:endParaRPr>
              </a:p>
            </p:txBody>
          </p:sp>
          <p:sp>
            <p:nvSpPr>
              <p:cNvPr id="44" name="Text2" descr="9f8a4852-5e5d-427a-b591-1f91c8cdf834"/>
              <p:cNvSpPr txBox="1"/>
              <p:nvPr/>
            </p:nvSpPr>
            <p:spPr>
              <a:xfrm>
                <a:off x="2885684" y="4543793"/>
                <a:ext cx="1975684" cy="1402194"/>
              </a:xfrm>
              <a:prstGeom prst="rect">
                <a:avLst/>
              </a:prstGeom>
              <a:noFill/>
            </p:spPr>
            <p:txBody>
              <a:bodyPr wrap="square" rtlCol="0" anchorCtr="0">
                <a:normAutofit/>
              </a:bodyPr>
              <a:lstStyle>
                <a:defPPr>
                  <a:defRPr lang="zh-CN"/>
                </a:defPPr>
                <a:lvl1pPr>
                  <a:lnSpc>
                    <a:spcPts val="1500"/>
                  </a:lnSpc>
                  <a:defRPr sz="900"/>
                </a:lvl1pPr>
              </a:lstStyle>
              <a:p>
                <a:pPr algn="l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定期自动备份数据，支持快速恢复机制，以防数据丢失，保障业务连续性。</a:t>
                </a:r>
                <a:endParaRPr lang="en-US" sz="1200" b="0" i="0" u="none">
                  <a:solidFill>
                    <a:srgbClr val="2F2F2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45" name="Bullet2" descr="18f25c69-9452-443b-803f-201453fec212"/>
              <p:cNvSpPr txBox="1"/>
              <p:nvPr/>
            </p:nvSpPr>
            <p:spPr>
              <a:xfrm>
                <a:off x="2894789" y="1989718"/>
                <a:ext cx="1975684" cy="692518"/>
              </a:xfrm>
              <a:prstGeom prst="rect">
                <a:avLst/>
              </a:prstGeom>
              <a:noFill/>
              <a:effectLst/>
            </p:spPr>
            <p:txBody>
              <a:bodyPr wrap="square" rtlCol="0" anchor="b" anchorCtr="0">
                <a:normAutofit/>
              </a:bodyPr>
              <a:lstStyle>
                <a:defPPr>
                  <a:defRPr lang="zh-CN"/>
                </a:defPPr>
                <a:lvl1pPr>
                  <a:defRPr sz="2000" b="1" i="0">
                    <a:gradFill>
                      <a:gsLst>
                        <a:gs pos="0">
                          <a:schemeClr val="accent1">
                            <a:lumMod val="60000"/>
                            <a:lumOff val="40000"/>
                          </a:schemeClr>
                        </a:gs>
                        <a:gs pos="60000">
                          <a:schemeClr val="accent1"/>
                        </a:gs>
                      </a:gsLst>
                      <a:lin ang="2700000" scaled="0"/>
                    </a:gradFill>
                    <a:effectLst>
                      <a:outerShdw blurRad="76200" dist="50800" dir="5400000" algn="ctr" rotWithShape="0">
                        <a:schemeClr val="accent1">
                          <a:alpha val="20000"/>
                        </a:schemeClr>
                      </a:outerShdw>
                    </a:effectLst>
                  </a:defRPr>
                </a:lvl1pPr>
              </a:lstStyle>
              <a:p>
                <a:pPr algn="l"/>
                <a:r>
                  <a:rPr lang="en-US" sz="1800" b="1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数据备份与恢复</a:t>
                </a:r>
                <a:endParaRPr lang="en-US" sz="1800" b="1" i="0" u="none">
                  <a:solidFill>
                    <a:srgbClr val="2F2F2F"/>
                  </a:solidFill>
                  <a:ea typeface="微软雅黑" panose="020B0503020204020204" charset="-122"/>
                </a:endParaRPr>
              </a:p>
            </p:txBody>
          </p:sp>
        </p:grpSp>
        <p:grpSp>
          <p:nvGrpSpPr>
            <p:cNvPr id="62" name="组合 61" descr="6e87b374-182f-4681-99e3-706e7cb2ee33"/>
            <p:cNvGrpSpPr/>
            <p:nvPr/>
          </p:nvGrpSpPr>
          <p:grpSpPr>
            <a:xfrm>
              <a:off x="5101884" y="1989718"/>
              <a:ext cx="1989239" cy="3956269"/>
              <a:chOff x="5101884" y="1989718"/>
              <a:chExt cx="1989239" cy="3956269"/>
            </a:xfrm>
          </p:grpSpPr>
          <p:sp>
            <p:nvSpPr>
              <p:cNvPr id="38" name="ComponentBackground3" descr="d5f92f41-2498-418e-a56e-572a87f090a5"/>
              <p:cNvSpPr/>
              <p:nvPr/>
            </p:nvSpPr>
            <p:spPr>
              <a:xfrm>
                <a:off x="5101884" y="2694211"/>
                <a:ext cx="1975684" cy="1849582"/>
              </a:xfrm>
              <a:prstGeom prst="rect">
                <a:avLst/>
              </a:prstGeom>
              <a:solidFill>
                <a:schemeClr val="tx2">
                  <a:alpha val="15000"/>
                </a:schemeClr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</a:p>
            </p:txBody>
          </p:sp>
          <p:sp>
            <p:nvSpPr>
              <p:cNvPr id="39" name="Number3" descr="b35d573b-217f-4534-851f-0387314950de"/>
              <p:cNvSpPr txBox="1"/>
              <p:nvPr/>
            </p:nvSpPr>
            <p:spPr>
              <a:xfrm>
                <a:off x="5247789" y="2951295"/>
                <a:ext cx="755335" cy="1323439"/>
              </a:xfrm>
              <a:prstGeom prst="rect">
                <a:avLst/>
              </a:prstGeom>
              <a:noFill/>
            </p:spPr>
            <p:txBody>
              <a:bodyPr wrap="none" rtlCol="0" anchorCtr="0">
                <a:spAutoFit/>
              </a:bodyPr>
              <a:lstStyle/>
              <a:p>
                <a:pPr algn="l"/>
                <a:r>
                  <a:rPr lang="en-US" sz="8000" b="1" i="0" u="none">
                    <a:solidFill>
                      <a:srgbClr val="4775E7"/>
                    </a:solidFill>
                    <a:latin typeface="Arial" panose="020B0604020202020204"/>
                  </a:rPr>
                  <a:t>3</a:t>
                </a:r>
                <a:endParaRPr lang="en-US" sz="8000" b="1" i="0" u="none">
                  <a:solidFill>
                    <a:srgbClr val="4775E7"/>
                  </a:solidFill>
                  <a:latin typeface="Arial" panose="020B0604020202020204"/>
                </a:endParaRPr>
              </a:p>
            </p:txBody>
          </p:sp>
          <p:sp>
            <p:nvSpPr>
              <p:cNvPr id="40" name="Text3" descr="39e6c006-6663-4d0e-a50d-e3df731acd1b"/>
              <p:cNvSpPr txBox="1"/>
              <p:nvPr/>
            </p:nvSpPr>
            <p:spPr>
              <a:xfrm>
                <a:off x="5115439" y="4543793"/>
                <a:ext cx="1975684" cy="1402194"/>
              </a:xfrm>
              <a:prstGeom prst="rect">
                <a:avLst/>
              </a:prstGeom>
              <a:noFill/>
            </p:spPr>
            <p:txBody>
              <a:bodyPr wrap="square" rtlCol="0" anchorCtr="0">
                <a:normAutofit/>
              </a:bodyPr>
              <a:lstStyle>
                <a:defPPr>
                  <a:defRPr lang="zh-CN"/>
                </a:defPPr>
                <a:lvl1pPr>
                  <a:lnSpc>
                    <a:spcPts val="1500"/>
                  </a:lnSpc>
                  <a:defRPr sz="900"/>
                </a:lvl1pPr>
              </a:lstStyle>
              <a:p>
                <a:pPr algn="l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采用锁机制和事务隔离级别，有效管理并发操作，避免数据冲突和不一致。</a:t>
                </a:r>
                <a:endParaRPr lang="en-US" sz="1200" b="0" i="0" u="none">
                  <a:solidFill>
                    <a:srgbClr val="2F2F2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41" name="Bullet3" descr="038e4168-f166-490d-85f5-bc700b52503c"/>
              <p:cNvSpPr txBox="1"/>
              <p:nvPr/>
            </p:nvSpPr>
            <p:spPr>
              <a:xfrm>
                <a:off x="5101884" y="1989718"/>
                <a:ext cx="1975684" cy="692518"/>
              </a:xfrm>
              <a:prstGeom prst="rect">
                <a:avLst/>
              </a:prstGeom>
              <a:noFill/>
              <a:effectLst/>
            </p:spPr>
            <p:txBody>
              <a:bodyPr wrap="square" rtlCol="0" anchor="b" anchorCtr="0">
                <a:normAutofit/>
              </a:bodyPr>
              <a:lstStyle>
                <a:defPPr>
                  <a:defRPr lang="zh-CN"/>
                </a:defPPr>
                <a:lvl1pPr>
                  <a:defRPr sz="2000" b="1" i="0">
                    <a:gradFill>
                      <a:gsLst>
                        <a:gs pos="0">
                          <a:schemeClr val="accent1">
                            <a:lumMod val="60000"/>
                            <a:lumOff val="40000"/>
                          </a:schemeClr>
                        </a:gs>
                        <a:gs pos="60000">
                          <a:schemeClr val="accent1"/>
                        </a:gs>
                      </a:gsLst>
                      <a:lin ang="2700000" scaled="0"/>
                    </a:gradFill>
                    <a:effectLst>
                      <a:outerShdw blurRad="76200" dist="50800" dir="5400000" algn="ctr" rotWithShape="0">
                        <a:schemeClr val="accent1">
                          <a:alpha val="20000"/>
                        </a:schemeClr>
                      </a:outerShdw>
                    </a:effectLst>
                  </a:defRPr>
                </a:lvl1pPr>
              </a:lstStyle>
              <a:p>
                <a:pPr algn="l"/>
                <a:r>
                  <a:rPr lang="en-US" sz="1800" b="1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并发控制</a:t>
                </a:r>
                <a:endParaRPr lang="en-US" sz="1800" b="1" i="0" u="none">
                  <a:solidFill>
                    <a:srgbClr val="2F2F2F"/>
                  </a:solidFill>
                  <a:ea typeface="微软雅黑" panose="020B0503020204020204" charset="-122"/>
                </a:endParaRPr>
              </a:p>
            </p:txBody>
          </p:sp>
        </p:grpSp>
        <p:grpSp>
          <p:nvGrpSpPr>
            <p:cNvPr id="63" name="组合 62" descr="1f80dc36-99a8-4773-abfc-96a9443188b0"/>
            <p:cNvGrpSpPr/>
            <p:nvPr/>
          </p:nvGrpSpPr>
          <p:grpSpPr>
            <a:xfrm>
              <a:off x="7322535" y="1989718"/>
              <a:ext cx="1975685" cy="3956269"/>
              <a:chOff x="7322535" y="1989718"/>
              <a:chExt cx="1975685" cy="3956269"/>
            </a:xfrm>
          </p:grpSpPr>
          <p:sp>
            <p:nvSpPr>
              <p:cNvPr id="34" name="ComponentBackground4" descr="0bcbe9fb-0454-4780-b15f-f8c947b04cc7"/>
              <p:cNvSpPr/>
              <p:nvPr/>
            </p:nvSpPr>
            <p:spPr>
              <a:xfrm>
                <a:off x="7322535" y="2694211"/>
                <a:ext cx="1975684" cy="1849582"/>
              </a:xfrm>
              <a:prstGeom prst="rect">
                <a:avLst/>
              </a:prstGeom>
              <a:solidFill>
                <a:schemeClr val="tx2">
                  <a:alpha val="15000"/>
                </a:schemeClr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</a:p>
            </p:txBody>
          </p:sp>
          <p:sp>
            <p:nvSpPr>
              <p:cNvPr id="35" name="Number4" descr="417978d4-0e3d-465f-b0b4-cd4a12d84b0e"/>
              <p:cNvSpPr txBox="1"/>
              <p:nvPr/>
            </p:nvSpPr>
            <p:spPr>
              <a:xfrm>
                <a:off x="7454886" y="2951295"/>
                <a:ext cx="755335" cy="1323439"/>
              </a:xfrm>
              <a:prstGeom prst="rect">
                <a:avLst/>
              </a:prstGeom>
              <a:noFill/>
            </p:spPr>
            <p:txBody>
              <a:bodyPr wrap="none" rtlCol="0" anchorCtr="0">
                <a:spAutoFit/>
              </a:bodyPr>
              <a:lstStyle/>
              <a:p>
                <a:pPr algn="l"/>
                <a:r>
                  <a:rPr lang="en-US" sz="8000" b="1" i="0" u="none">
                    <a:solidFill>
                      <a:srgbClr val="2F2F2F"/>
                    </a:solidFill>
                    <a:latin typeface="Arial" panose="020B0604020202020204"/>
                  </a:rPr>
                  <a:t>4</a:t>
                </a:r>
                <a:endParaRPr lang="en-US" sz="8000" b="1" i="0" u="none">
                  <a:solidFill>
                    <a:srgbClr val="2F2F2F"/>
                  </a:solidFill>
                  <a:latin typeface="Arial" panose="020B0604020202020204"/>
                </a:endParaRPr>
              </a:p>
            </p:txBody>
          </p:sp>
          <p:sp>
            <p:nvSpPr>
              <p:cNvPr id="36" name="Text4" descr="1ec64dc1-090d-44cc-bd29-f1efc5929036"/>
              <p:cNvSpPr txBox="1"/>
              <p:nvPr/>
            </p:nvSpPr>
            <p:spPr>
              <a:xfrm>
                <a:off x="7322536" y="4543793"/>
                <a:ext cx="1975684" cy="1402194"/>
              </a:xfrm>
              <a:prstGeom prst="rect">
                <a:avLst/>
              </a:prstGeom>
              <a:noFill/>
            </p:spPr>
            <p:txBody>
              <a:bodyPr wrap="square" rtlCol="0" anchorCtr="0">
                <a:normAutofit/>
              </a:bodyPr>
              <a:lstStyle>
                <a:defPPr>
                  <a:defRPr lang="zh-CN"/>
                </a:defPPr>
                <a:lvl1pPr>
                  <a:lnSpc>
                    <a:spcPts val="1500"/>
                  </a:lnSpc>
                  <a:defRPr sz="900"/>
                </a:lvl1pPr>
              </a:lstStyle>
              <a:p>
                <a:pPr algn="l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实施严格的访问控制和数据加密策略，防止未授权访问和数据泄露。</a:t>
                </a:r>
                <a:endParaRPr lang="en-US" sz="1200" b="0" i="0" u="none">
                  <a:solidFill>
                    <a:srgbClr val="2F2F2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37" name="Bullet4" descr="21362954-0809-47fb-8db0-1589fbf457ea"/>
              <p:cNvSpPr txBox="1"/>
              <p:nvPr/>
            </p:nvSpPr>
            <p:spPr>
              <a:xfrm>
                <a:off x="7322535" y="1989718"/>
                <a:ext cx="1975684" cy="692518"/>
              </a:xfrm>
              <a:prstGeom prst="rect">
                <a:avLst/>
              </a:prstGeom>
              <a:noFill/>
              <a:effectLst/>
            </p:spPr>
            <p:txBody>
              <a:bodyPr wrap="square" rtlCol="0" anchor="b" anchorCtr="0">
                <a:normAutofit/>
              </a:bodyPr>
              <a:lstStyle>
                <a:defPPr>
                  <a:defRPr lang="zh-CN"/>
                </a:defPPr>
                <a:lvl1pPr>
                  <a:defRPr sz="2000" b="1" i="0">
                    <a:gradFill>
                      <a:gsLst>
                        <a:gs pos="0">
                          <a:schemeClr val="accent1">
                            <a:lumMod val="60000"/>
                            <a:lumOff val="40000"/>
                          </a:schemeClr>
                        </a:gs>
                        <a:gs pos="60000">
                          <a:schemeClr val="accent1"/>
                        </a:gs>
                      </a:gsLst>
                      <a:lin ang="2700000" scaled="0"/>
                    </a:gradFill>
                    <a:effectLst>
                      <a:outerShdw blurRad="76200" dist="50800" dir="5400000" algn="ctr" rotWithShape="0">
                        <a:schemeClr val="accent1">
                          <a:alpha val="20000"/>
                        </a:schemeClr>
                      </a:outerShdw>
                    </a:effectLst>
                  </a:defRPr>
                </a:lvl1pPr>
              </a:lstStyle>
              <a:p>
                <a:pPr algn="l"/>
                <a:r>
                  <a:rPr lang="en-US" sz="1800" b="1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安全性措施</a:t>
                </a:r>
                <a:endParaRPr lang="en-US" sz="1800" b="1" i="0" u="none">
                  <a:solidFill>
                    <a:srgbClr val="2F2F2F"/>
                  </a:solidFill>
                  <a:ea typeface="微软雅黑" panose="020B0503020204020204" charset="-122"/>
                </a:endParaRPr>
              </a:p>
            </p:txBody>
          </p:sp>
        </p:grpSp>
        <p:grpSp>
          <p:nvGrpSpPr>
            <p:cNvPr id="64" name="组合 63" descr="09008fc3-3fa7-41c0-a4a7-e2113955d07a"/>
            <p:cNvGrpSpPr/>
            <p:nvPr/>
          </p:nvGrpSpPr>
          <p:grpSpPr>
            <a:xfrm>
              <a:off x="9529632" y="1989718"/>
              <a:ext cx="1975685" cy="3956269"/>
              <a:chOff x="9529632" y="1989718"/>
              <a:chExt cx="1975685" cy="3956269"/>
            </a:xfrm>
          </p:grpSpPr>
          <p:sp>
            <p:nvSpPr>
              <p:cNvPr id="51" name="ComponentBackground5" descr="c00ac038-161d-4c66-bb98-cb9f659120bb"/>
              <p:cNvSpPr/>
              <p:nvPr/>
            </p:nvSpPr>
            <p:spPr>
              <a:xfrm>
                <a:off x="9529632" y="2694211"/>
                <a:ext cx="1975684" cy="1849582"/>
              </a:xfrm>
              <a:prstGeom prst="rect">
                <a:avLst/>
              </a:prstGeom>
              <a:solidFill>
                <a:schemeClr val="tx2">
                  <a:alpha val="15000"/>
                </a:schemeClr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</a:p>
            </p:txBody>
          </p:sp>
          <p:sp>
            <p:nvSpPr>
              <p:cNvPr id="52" name="Number5" descr="1312ca8d-40ca-4e78-b5e4-9cc30a5fea96"/>
              <p:cNvSpPr txBox="1"/>
              <p:nvPr/>
            </p:nvSpPr>
            <p:spPr>
              <a:xfrm>
                <a:off x="9661983" y="2951295"/>
                <a:ext cx="755335" cy="1323439"/>
              </a:xfrm>
              <a:prstGeom prst="rect">
                <a:avLst/>
              </a:prstGeom>
              <a:noFill/>
            </p:spPr>
            <p:txBody>
              <a:bodyPr wrap="none" rtlCol="0" anchorCtr="0">
                <a:spAutoFit/>
              </a:bodyPr>
              <a:lstStyle/>
              <a:p>
                <a:pPr algn="l"/>
                <a:r>
                  <a:rPr lang="en-US" sz="8000" b="1" i="0" u="none">
                    <a:solidFill>
                      <a:srgbClr val="4775E7"/>
                    </a:solidFill>
                    <a:latin typeface="Arial" panose="020B0604020202020204"/>
                  </a:rPr>
                  <a:t>5</a:t>
                </a:r>
                <a:endParaRPr lang="en-US" sz="8000" b="1" i="0" u="none">
                  <a:solidFill>
                    <a:srgbClr val="4775E7"/>
                  </a:solidFill>
                  <a:latin typeface="Arial" panose="020B0604020202020204"/>
                </a:endParaRPr>
              </a:p>
            </p:txBody>
          </p:sp>
          <p:sp>
            <p:nvSpPr>
              <p:cNvPr id="53" name="Text5" descr="05409cae-38c7-458d-984e-265764dc3e33"/>
              <p:cNvSpPr txBox="1"/>
              <p:nvPr/>
            </p:nvSpPr>
            <p:spPr>
              <a:xfrm>
                <a:off x="9529633" y="4543793"/>
                <a:ext cx="1975684" cy="1402194"/>
              </a:xfrm>
              <a:prstGeom prst="rect">
                <a:avLst/>
              </a:prstGeom>
              <a:noFill/>
            </p:spPr>
            <p:txBody>
              <a:bodyPr wrap="square" rtlCol="0" anchorCtr="0">
                <a:normAutofit/>
              </a:bodyPr>
              <a:lstStyle>
                <a:defPPr>
                  <a:defRPr lang="zh-CN"/>
                </a:defPPr>
                <a:lvl1pPr>
                  <a:lnSpc>
                    <a:spcPts val="1500"/>
                  </a:lnSpc>
                  <a:defRPr sz="900"/>
                </a:lvl1pPr>
              </a:lstStyle>
              <a:p>
                <a:pPr algn="l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设计可扩展的数据库架构，支持硬件和软件的灵活升级，适应业务增长需求。</a:t>
                </a:r>
                <a:endParaRPr lang="en-US" sz="1200" b="0" i="0" u="none">
                  <a:solidFill>
                    <a:srgbClr val="2F2F2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54" name="Bullet5" descr="48e0e703-cb05-47cc-aafe-402ce78980c5"/>
              <p:cNvSpPr txBox="1"/>
              <p:nvPr/>
            </p:nvSpPr>
            <p:spPr>
              <a:xfrm>
                <a:off x="9529632" y="1989718"/>
                <a:ext cx="1975684" cy="692518"/>
              </a:xfrm>
              <a:prstGeom prst="rect">
                <a:avLst/>
              </a:prstGeom>
              <a:noFill/>
              <a:effectLst/>
            </p:spPr>
            <p:txBody>
              <a:bodyPr wrap="square" rtlCol="0" anchor="b" anchorCtr="0">
                <a:normAutofit/>
              </a:bodyPr>
              <a:lstStyle>
                <a:defPPr>
                  <a:defRPr lang="zh-CN"/>
                </a:defPPr>
                <a:lvl1pPr>
                  <a:defRPr sz="2000" b="1" i="0">
                    <a:gradFill>
                      <a:gsLst>
                        <a:gs pos="0">
                          <a:schemeClr val="accent1">
                            <a:lumMod val="60000"/>
                            <a:lumOff val="40000"/>
                          </a:schemeClr>
                        </a:gs>
                        <a:gs pos="60000">
                          <a:schemeClr val="accent1"/>
                        </a:gs>
                      </a:gsLst>
                      <a:lin ang="2700000" scaled="0"/>
                    </a:gradFill>
                    <a:effectLst>
                      <a:outerShdw blurRad="76200" dist="50800" dir="5400000" algn="ctr" rotWithShape="0">
                        <a:schemeClr val="accent1">
                          <a:alpha val="20000"/>
                        </a:schemeClr>
                      </a:outerShdw>
                    </a:effectLst>
                  </a:defRPr>
                </a:lvl1pPr>
              </a:lstStyle>
              <a:p>
                <a:pPr algn="l"/>
                <a:r>
                  <a:rPr lang="en-US" sz="1800" b="1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可扩展性设计</a:t>
                </a:r>
                <a:endParaRPr lang="en-US" sz="1800" b="1" i="0" u="none">
                  <a:solidFill>
                    <a:srgbClr val="2F2F2F"/>
                  </a:solidFill>
                  <a:ea typeface="微软雅黑" panose="020B0503020204020204" charset="-122"/>
                </a:endParaRPr>
              </a:p>
            </p:txBody>
          </p:sp>
        </p:grpSp>
      </p:grpSp>
      <p:sp>
        <p:nvSpPr>
          <p:cNvPr id="2" name="标题 1" descr="76398703-853e-4dfb-a61f-6163fe6ad629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2F2F2F"/>
                </a:solidFill>
                <a:ea typeface="微软雅黑" panose="020B0503020204020204" charset="-122"/>
              </a:rPr>
              <a:t>非功能性需求：性能与安全性</a:t>
            </a:r>
            <a:endParaRPr lang="en-US" sz="2800" b="1" i="0" u="none">
              <a:solidFill>
                <a:srgbClr val="2F2F2F"/>
              </a:solidFill>
              <a:ea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148c98f2-74e6-47b2-9bbb-78a5c4d6871e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2F2F2F"/>
                </a:solidFill>
                <a:ea typeface="微软雅黑" panose="020B0503020204020204" charset="-122"/>
              </a:rPr>
              <a:t>数据库建模与实现</a:t>
            </a:r>
            <a:endParaRPr lang="en-US" sz="2800" b="1" i="0" u="none">
              <a:solidFill>
                <a:srgbClr val="2F2F2F"/>
              </a:solidFill>
              <a:ea typeface="微软雅黑" panose="020B0503020204020204" charset="-122"/>
            </a:endParaRPr>
          </a:p>
        </p:txBody>
      </p:sp>
      <p:sp>
        <p:nvSpPr>
          <p:cNvPr id="3" name="文本占位符 2" descr="f0548bd5-916f-4fdb-b600-5975fdeb51bb"/>
          <p:cNvSpPr>
            <a:spLocks noGrp="1"/>
          </p:cNvSpPr>
          <p:nvPr>
            <p:ph type="body" idx="1" hasCustomPrompt="1"/>
          </p:nvPr>
        </p:nvSpPr>
        <p:spPr/>
        <p:txBody>
          <a:bodyPr anchorCtr="0"/>
          <a:lstStyle/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lang="en-US" sz="1200" b="0" i="0" u="none">
                <a:solidFill>
                  <a:srgbClr val="2F2F2F"/>
                </a:solidFill>
                <a:ea typeface="微软雅黑" panose="020B0503020204020204" charset="-122"/>
              </a:rPr>
              <a:t>从概念模型到物理实现的完整流程</a:t>
            </a:r>
            <a:endParaRPr lang="en-US" sz="1200" b="0" i="0" u="none">
              <a:solidFill>
                <a:srgbClr val="2F2F2F"/>
              </a:solidFill>
              <a:ea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76398703-853e-4dfb-a61f-6163fe6ad629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2F2F2F"/>
                </a:solidFill>
                <a:latin typeface="Arial" panose="020B0604020202020204"/>
              </a:rPr>
              <a:t>ER图设计与转换</a:t>
            </a:r>
            <a:endParaRPr lang="en-US" sz="2800" b="1" i="0" u="none">
              <a:solidFill>
                <a:srgbClr val="2F2F2F"/>
              </a:solidFill>
              <a:latin typeface="Arial" panose="020B0604020202020204"/>
            </a:endParaRPr>
          </a:p>
        </p:txBody>
      </p:sp>
      <p:pic>
        <p:nvPicPr>
          <p:cNvPr id="15" name="图片 1" descr="IMG_25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32305" y="1028700"/>
            <a:ext cx="7684135" cy="54800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76398703-853e-4dfb-a61f-6163fe6ad629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2F2F2F"/>
                </a:solidFill>
                <a:latin typeface="Arial" panose="020B0604020202020204"/>
              </a:rPr>
              <a:t>ER图设计与转换</a:t>
            </a:r>
            <a:endParaRPr lang="en-US" sz="2800" b="1" i="0" u="none">
              <a:solidFill>
                <a:srgbClr val="2F2F2F"/>
              </a:solidFill>
              <a:latin typeface="Arial" panose="020B0604020202020204"/>
            </a:endParaRPr>
          </a:p>
        </p:txBody>
      </p:sp>
      <p:graphicFrame>
        <p:nvGraphicFramePr>
          <p:cNvPr id="16" name="表格 15"/>
          <p:cNvGraphicFramePr/>
          <p:nvPr/>
        </p:nvGraphicFramePr>
        <p:xfrm>
          <a:off x="546100" y="1215581"/>
          <a:ext cx="10972800" cy="3695700"/>
        </p:xfrm>
        <a:graphic>
          <a:graphicData uri="http://schemas.openxmlformats.org/drawingml/2006/table">
            <a:tbl>
              <a:tblPr/>
              <a:tblGrid>
                <a:gridCol w="789940"/>
                <a:gridCol w="749300"/>
                <a:gridCol w="1173480"/>
                <a:gridCol w="1358265"/>
                <a:gridCol w="1393190"/>
                <a:gridCol w="1097915"/>
                <a:gridCol w="1060450"/>
                <a:gridCol w="787400"/>
                <a:gridCol w="873125"/>
                <a:gridCol w="1689735"/>
              </a:tblGrid>
              <a:tr h="0">
                <a:tc>
                  <a:txBody>
                    <a:bodyPr/>
                    <a:p>
                      <a:pPr algn="l" fontAlgn="ctr"/>
                      <a:r>
                        <a:rPr lang="zh-CN" altLang="en-US" sz="2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表名</a:t>
                      </a:r>
                      <a:endParaRPr lang="zh-CN" altLang="en-US" sz="20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2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属性</a:t>
                      </a:r>
                      <a:r>
                        <a:rPr lang="en-US" altLang="zh-CN" sz="2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lang="en-US" altLang="zh-CN" sz="20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2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属性</a:t>
                      </a:r>
                      <a:r>
                        <a:rPr lang="en-US" altLang="zh-CN" sz="2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  <a:endParaRPr lang="en-US" altLang="zh-CN" sz="20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2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属性</a:t>
                      </a:r>
                      <a:r>
                        <a:rPr lang="en-US" altLang="zh-CN" sz="2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</a:t>
                      </a:r>
                      <a:endParaRPr lang="en-US" altLang="zh-CN" sz="20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2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属性</a:t>
                      </a:r>
                      <a:r>
                        <a:rPr lang="en-US" altLang="zh-CN" sz="2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</a:t>
                      </a:r>
                      <a:endParaRPr lang="en-US" altLang="zh-CN" sz="20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2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属性</a:t>
                      </a:r>
                      <a:r>
                        <a:rPr lang="en-US" altLang="zh-CN" sz="2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</a:t>
                      </a:r>
                      <a:endParaRPr lang="en-US" altLang="zh-CN" sz="20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2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属性</a:t>
                      </a:r>
                      <a:r>
                        <a:rPr lang="en-US" altLang="zh-CN" sz="2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6</a:t>
                      </a:r>
                      <a:endParaRPr lang="en-US" altLang="zh-CN" sz="20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2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属性</a:t>
                      </a:r>
                      <a:r>
                        <a:rPr lang="en-US" altLang="zh-CN" sz="2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7</a:t>
                      </a:r>
                      <a:endParaRPr lang="en-US" altLang="zh-CN" sz="20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2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属性</a:t>
                      </a:r>
                      <a:r>
                        <a:rPr lang="en-US" altLang="zh-CN" sz="2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8</a:t>
                      </a:r>
                      <a:endParaRPr lang="en-US" altLang="zh-CN" sz="20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2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属性</a:t>
                      </a:r>
                      <a:r>
                        <a:rPr lang="en-US" altLang="zh-CN" sz="2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9</a:t>
                      </a:r>
                      <a:endParaRPr lang="en-US" altLang="zh-CN" sz="20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68910">
                <a:tc>
                  <a:txBody>
                    <a:bodyPr/>
                    <a:p>
                      <a:pPr algn="l" fontAlgn="ctr"/>
                      <a:r>
                        <a:rPr lang="en-US" altLang="zh-CN" sz="2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User</a:t>
                      </a:r>
                      <a:endParaRPr lang="en-US" altLang="zh-CN" sz="20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2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Uno(ID)</a:t>
                      </a:r>
                      <a:endParaRPr lang="en-US" altLang="zh-CN" sz="20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2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Uname(</a:t>
                      </a:r>
                      <a:r>
                        <a:rPr lang="zh-CN" altLang="en-US" sz="2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姓名</a:t>
                      </a:r>
                      <a:r>
                        <a:rPr lang="en-US" altLang="zh-CN" sz="2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)</a:t>
                      </a:r>
                      <a:endParaRPr lang="en-US" altLang="zh-CN" sz="20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2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Upassword</a:t>
                      </a:r>
                      <a:r>
                        <a:rPr lang="zh-CN" altLang="en-US" sz="2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（密码）</a:t>
                      </a:r>
                      <a:endParaRPr lang="zh-CN" altLang="en-US" sz="20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2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Uemail</a:t>
                      </a:r>
                      <a:r>
                        <a:rPr lang="zh-CN" altLang="en-US" sz="2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（邮箱）</a:t>
                      </a:r>
                      <a:endParaRPr lang="zh-CN" altLang="en-US" sz="20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2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Urole(</a:t>
                      </a:r>
                      <a:r>
                        <a:rPr lang="zh-CN" altLang="en-US" sz="2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角色，暂留</a:t>
                      </a:r>
                      <a:r>
                        <a:rPr lang="en-US" altLang="zh-CN" sz="2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)</a:t>
                      </a:r>
                      <a:endParaRPr lang="en-US" altLang="zh-CN" sz="20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2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Ugender</a:t>
                      </a:r>
                      <a:r>
                        <a:rPr lang="zh-CN" altLang="en-US" sz="2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（性别）</a:t>
                      </a:r>
                      <a:endParaRPr lang="zh-CN" altLang="en-US" sz="20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2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Umajor</a:t>
                      </a:r>
                      <a:r>
                        <a:rPr lang="zh-CN" altLang="en-US" sz="2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（专业）</a:t>
                      </a:r>
                      <a:endParaRPr lang="zh-CN" altLang="en-US" sz="20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2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Uphone</a:t>
                      </a:r>
                      <a:r>
                        <a:rPr lang="zh-CN" altLang="en-US" sz="2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（电话）</a:t>
                      </a:r>
                      <a:endParaRPr lang="zh-CN" altLang="en-US" sz="20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2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Uavatar</a:t>
                      </a:r>
                      <a:r>
                        <a:rPr lang="zh-CN" altLang="en-US" sz="2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（头像</a:t>
                      </a:r>
                      <a:r>
                        <a:rPr lang="en-US" altLang="zh-CN" sz="2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URL</a:t>
                      </a:r>
                      <a:r>
                        <a:rPr lang="zh-CN" altLang="en-US" sz="2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）</a:t>
                      </a:r>
                      <a:endParaRPr lang="zh-CN" altLang="en-US" sz="20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algn="l" fontAlgn="ctr"/>
                      <a:r>
                        <a:rPr lang="en-US" altLang="zh-CN" sz="2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Course</a:t>
                      </a:r>
                      <a:endParaRPr lang="en-US" altLang="zh-CN" sz="20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2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Cno(ID)</a:t>
                      </a:r>
                      <a:endParaRPr lang="en-US" altLang="zh-CN" sz="20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2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Cname</a:t>
                      </a:r>
                      <a:r>
                        <a:rPr lang="zh-CN" altLang="en-US" sz="2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（课程名）</a:t>
                      </a:r>
                      <a:endParaRPr lang="zh-CN" altLang="en-US" sz="20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2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Cmajor</a:t>
                      </a:r>
                      <a:r>
                        <a:rPr lang="zh-CN" altLang="en-US" sz="2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（所属学院）</a:t>
                      </a:r>
                      <a:endParaRPr lang="zh-CN" altLang="en-US" sz="20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2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Ccredit</a:t>
                      </a:r>
                      <a:r>
                        <a:rPr lang="zh-CN" altLang="en-US" sz="2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（学分）</a:t>
                      </a:r>
                      <a:endParaRPr lang="zh-CN" altLang="en-US" sz="20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2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Ctype</a:t>
                      </a:r>
                      <a:r>
                        <a:rPr lang="zh-CN" altLang="en-US" sz="2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（必修</a:t>
                      </a:r>
                      <a:r>
                        <a:rPr lang="en-US" altLang="zh-CN" sz="2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/</a:t>
                      </a:r>
                      <a:r>
                        <a:rPr lang="zh-CN" altLang="en-US" sz="2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选修）</a:t>
                      </a:r>
                      <a:endParaRPr lang="zh-CN" altLang="en-US" sz="20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2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Uno</a:t>
                      </a:r>
                      <a:r>
                        <a:rPr lang="zh-CN" altLang="en-US" sz="2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（授课老师）</a:t>
                      </a:r>
                      <a:endParaRPr lang="zh-CN" altLang="en-US" sz="20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20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20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20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17805">
                <a:tc>
                  <a:txBody>
                    <a:bodyPr/>
                    <a:p>
                      <a:pPr algn="l" fontAlgn="ctr"/>
                      <a:r>
                        <a:rPr lang="en-US" altLang="zh-CN" sz="2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Work</a:t>
                      </a:r>
                      <a:endParaRPr lang="en-US" altLang="zh-CN" sz="20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2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Wno</a:t>
                      </a:r>
                      <a:r>
                        <a:rPr lang="zh-CN" altLang="en-US" sz="2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（</a:t>
                      </a:r>
                      <a:r>
                        <a:rPr lang="en-US" altLang="zh-CN" sz="2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ID</a:t>
                      </a:r>
                      <a:r>
                        <a:rPr lang="zh-CN" altLang="en-US" sz="2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）</a:t>
                      </a:r>
                      <a:endParaRPr lang="zh-CN" altLang="en-US" sz="20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2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Wtitle</a:t>
                      </a:r>
                      <a:r>
                        <a:rPr lang="zh-CN" altLang="en-US" sz="2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（作业标题）</a:t>
                      </a:r>
                      <a:endParaRPr lang="zh-CN" altLang="en-US" sz="20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2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Cno</a:t>
                      </a:r>
                      <a:r>
                        <a:rPr lang="zh-CN" altLang="en-US" sz="2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（外键，</a:t>
                      </a:r>
                      <a:r>
                        <a:rPr lang="en-US" altLang="zh-CN" sz="2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from course</a:t>
                      </a:r>
                      <a:r>
                        <a:rPr lang="zh-CN" altLang="en-US" sz="2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）</a:t>
                      </a:r>
                      <a:endParaRPr lang="zh-CN" altLang="en-US" sz="20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2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Wprogress</a:t>
                      </a:r>
                      <a:r>
                        <a:rPr lang="zh-CN" altLang="en-US" sz="2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（有多少人做了）</a:t>
                      </a:r>
                      <a:endParaRPr lang="zh-CN" altLang="en-US" sz="20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2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Wstart</a:t>
                      </a:r>
                      <a:r>
                        <a:rPr lang="zh-CN" altLang="en-US" sz="2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（开始时间）</a:t>
                      </a:r>
                      <a:endParaRPr lang="zh-CN" altLang="en-US" sz="20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2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Wover</a:t>
                      </a:r>
                      <a:r>
                        <a:rPr lang="zh-CN" altLang="en-US" sz="2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（结束时间）</a:t>
                      </a:r>
                      <a:endParaRPr lang="zh-CN" altLang="en-US" sz="20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20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20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20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algn="l" fontAlgn="ctr"/>
                      <a:r>
                        <a:rPr lang="en-US" altLang="zh-CN" sz="2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Write</a:t>
                      </a:r>
                      <a:endParaRPr lang="en-US" altLang="zh-CN" sz="20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2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Wno(ID)</a:t>
                      </a:r>
                      <a:endParaRPr lang="en-US" altLang="zh-CN" sz="20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2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Uno(ID)</a:t>
                      </a:r>
                      <a:endParaRPr lang="en-US" altLang="zh-CN" sz="20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2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State(</a:t>
                      </a:r>
                      <a:r>
                        <a:rPr lang="zh-CN" altLang="en-US" sz="2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学生是否提交作业</a:t>
                      </a:r>
                      <a:r>
                        <a:rPr lang="en-US" altLang="zh-CN" sz="20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)</a:t>
                      </a:r>
                      <a:endParaRPr lang="en-US" altLang="zh-CN" sz="20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20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20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20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20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20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20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76398703-853e-4dfb-a61f-6163fe6ad629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2F2F2F"/>
                </a:solidFill>
                <a:latin typeface="Arial" panose="020B0604020202020204"/>
              </a:rPr>
              <a:t>ER图设计与转换</a:t>
            </a:r>
            <a:endParaRPr lang="en-US" sz="2800" b="1" i="0" u="none">
              <a:solidFill>
                <a:srgbClr val="2F2F2F"/>
              </a:solidFill>
              <a:latin typeface="Arial" panose="020B0604020202020204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19760" y="1268095"/>
            <a:ext cx="10739120" cy="1714500"/>
          </a:xfrm>
          <a:prstGeom prst="rect">
            <a:avLst/>
          </a:prstGeom>
        </p:spPr>
        <p:txBody>
          <a:bodyPr>
            <a:noAutofit/>
          </a:bodyPr>
          <a:p>
            <a:pPr marL="0" indent="0">
              <a:spcBef>
                <a:spcPct val="0"/>
              </a:spcBef>
              <a:spcAft>
                <a:spcPts val="900"/>
              </a:spcAft>
            </a:pPr>
            <a:r>
              <a:rPr lang="en-US" altLang="zh-CN" sz="2000" b="0" i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-apple-system"/>
                <a:cs typeface="+mj-lt"/>
              </a:rPr>
              <a:t>User</a:t>
            </a:r>
            <a:r>
              <a:rPr lang="zh-CN" altLang="en-US" sz="2000" b="0" i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-apple-system"/>
                <a:cs typeface="+mj-lt"/>
              </a:rPr>
              <a:t>：</a:t>
            </a:r>
            <a:r>
              <a:rPr lang="en-US" altLang="zh-CN" sz="2000" b="0" i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-apple-system"/>
                <a:cs typeface="+mj-lt"/>
              </a:rPr>
              <a:t>Uno → { Uname, Upassword, Uemail, Urole, Ugender, Umajor, Uphone, Uavatar }</a:t>
            </a:r>
            <a:endParaRPr lang="en-US" altLang="zh-CN" sz="2000" b="0" i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  <a:ea typeface="-apple-system"/>
              <a:cs typeface="+mj-lt"/>
            </a:endParaRPr>
          </a:p>
          <a:p>
            <a:pPr marL="0" indent="0">
              <a:spcBef>
                <a:spcPct val="0"/>
              </a:spcBef>
              <a:spcAft>
                <a:spcPts val="900"/>
              </a:spcAft>
            </a:pPr>
            <a:r>
              <a:rPr lang="en-US" altLang="zh-CN" sz="2000" b="0" i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-apple-system"/>
                <a:cs typeface="+mj-lt"/>
              </a:rPr>
              <a:t>Course</a:t>
            </a:r>
            <a:r>
              <a:rPr lang="zh-CN" altLang="en-US" sz="2000" b="0" i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-apple-system"/>
                <a:cs typeface="+mj-lt"/>
              </a:rPr>
              <a:t>：</a:t>
            </a:r>
            <a:r>
              <a:rPr lang="en-US" altLang="zh-CN" sz="2000" b="0" i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-apple-system"/>
                <a:cs typeface="+mj-lt"/>
              </a:rPr>
              <a:t>Cno → { Cname, Cmajor, Ccredit, Ctype, Uno }</a:t>
            </a:r>
            <a:endParaRPr lang="en-US" altLang="zh-CN" sz="2000" b="0" i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  <a:ea typeface="-apple-system"/>
              <a:cs typeface="+mj-lt"/>
            </a:endParaRPr>
          </a:p>
          <a:p>
            <a:pPr marL="0" indent="0">
              <a:spcBef>
                <a:spcPct val="0"/>
              </a:spcBef>
              <a:spcAft>
                <a:spcPts val="900"/>
              </a:spcAft>
            </a:pPr>
            <a:r>
              <a:rPr lang="en-US" altLang="zh-CN" sz="2000" b="0" i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-apple-system"/>
                <a:cs typeface="+mj-lt"/>
              </a:rPr>
              <a:t>Work</a:t>
            </a:r>
            <a:r>
              <a:rPr lang="zh-CN" altLang="en-US" sz="2000" b="0" i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-apple-system"/>
                <a:cs typeface="+mj-lt"/>
              </a:rPr>
              <a:t>：</a:t>
            </a:r>
            <a:r>
              <a:rPr lang="en-US" altLang="zh-CN" sz="2000" b="0" i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-apple-system"/>
                <a:cs typeface="+mj-lt"/>
              </a:rPr>
              <a:t>Wno → { Wtitle, Cno, Wprogress, Wstart, Wover }</a:t>
            </a:r>
            <a:endParaRPr lang="en-US" altLang="zh-CN" sz="2000" b="0" i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  <a:ea typeface="-apple-system"/>
              <a:cs typeface="+mj-lt"/>
            </a:endParaRPr>
          </a:p>
          <a:p>
            <a:pPr marL="0" indent="0">
              <a:spcBef>
                <a:spcPct val="0"/>
              </a:spcBef>
              <a:spcAft>
                <a:spcPts val="900"/>
              </a:spcAft>
            </a:pPr>
            <a:r>
              <a:rPr lang="en-US" altLang="zh-CN" sz="2000" b="0" i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-apple-system"/>
                <a:cs typeface="+mj-lt"/>
              </a:rPr>
              <a:t>Write</a:t>
            </a:r>
            <a:r>
              <a:rPr lang="zh-CN" altLang="en-US" sz="2000" b="0" i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-apple-system"/>
                <a:cs typeface="+mj-lt"/>
              </a:rPr>
              <a:t>：</a:t>
            </a:r>
            <a:r>
              <a:rPr lang="en-US" altLang="zh-CN" sz="2000" b="0" i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-apple-system"/>
                <a:cs typeface="+mj-lt"/>
              </a:rPr>
              <a:t>(Wno, Uno) → State</a:t>
            </a:r>
            <a:endParaRPr lang="en-US" altLang="zh-CN" sz="2000" b="0" i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  <a:ea typeface="-apple-system"/>
              <a:cs typeface="+mj-lt"/>
            </a:endParaRPr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76398703-853e-4dfb-a61f-6163fe6ad629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2F2F2F"/>
                </a:solidFill>
                <a:ea typeface="微软雅黑" panose="020B0503020204020204" charset="-122"/>
              </a:rPr>
              <a:t>物理设计与应用系统设计</a:t>
            </a:r>
            <a:endParaRPr lang="en-US" sz="2800" b="1" i="0" u="none">
              <a:solidFill>
                <a:srgbClr val="2F2F2F"/>
              </a:solidFill>
              <a:ea typeface="微软雅黑" panose="020B0503020204020204" charset="-122"/>
            </a:endParaRPr>
          </a:p>
        </p:txBody>
      </p:sp>
      <p:graphicFrame>
        <p:nvGraphicFramePr>
          <p:cNvPr id="3" name="表格 2"/>
          <p:cNvGraphicFramePr/>
          <p:nvPr/>
        </p:nvGraphicFramePr>
        <p:xfrm>
          <a:off x="735330" y="1106805"/>
          <a:ext cx="5217795" cy="624840"/>
        </p:xfrm>
        <a:graphic>
          <a:graphicData uri="http://schemas.openxmlformats.org/drawingml/2006/table">
            <a:tbl>
              <a:tblPr/>
              <a:tblGrid>
                <a:gridCol w="1690370"/>
                <a:gridCol w="3527425"/>
              </a:tblGrid>
              <a:tr h="241935">
                <a:tc>
                  <a:txBody>
                    <a:bodyPr/>
                    <a:p>
                      <a:pPr algn="l" fontAlgn="ctr"/>
                      <a:r>
                        <a:rPr lang="zh-CN" altLang="en-US" sz="20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游客</a:t>
                      </a:r>
                      <a:endParaRPr lang="zh-CN" altLang="en-US" sz="20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20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登录</a:t>
                      </a:r>
                      <a:endParaRPr lang="zh-CN" altLang="en-US" sz="20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1300">
                <a:tc>
                  <a:txBody>
                    <a:bodyPr/>
                    <a:p>
                      <a:pPr algn="l" fontAlgn="ctr"/>
                      <a:endParaRPr sz="20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20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注册</a:t>
                      </a:r>
                      <a:endParaRPr lang="zh-CN" altLang="en-US" sz="20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364490" y="1809750"/>
            <a:ext cx="5959475" cy="51269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1500"/>
              <a:t>BEGIN</a:t>
            </a:r>
            <a:endParaRPr lang="en-US" altLang="zh-CN" sz="1500"/>
          </a:p>
          <a:p>
            <a:r>
              <a:rPr lang="en-US" altLang="zh-CN" sz="1500"/>
              <a:t>    DECLARE EXIT HANDLER FOR 1062  </a:t>
            </a:r>
            <a:endParaRPr lang="en-US" altLang="zh-CN" sz="1500"/>
          </a:p>
          <a:p>
            <a:r>
              <a:rPr lang="en-US" altLang="zh-CN" sz="1500"/>
              <a:t>    BEGIN</a:t>
            </a:r>
            <a:endParaRPr lang="en-US" altLang="zh-CN" sz="1500"/>
          </a:p>
          <a:p>
            <a:r>
              <a:rPr lang="en-US" altLang="zh-CN" sz="1500"/>
              <a:t>        ROLLBACK;</a:t>
            </a:r>
            <a:endParaRPr lang="en-US" altLang="zh-CN" sz="1500"/>
          </a:p>
          <a:p>
            <a:r>
              <a:rPr lang="en-US" altLang="zh-CN" sz="1500"/>
              <a:t>        </a:t>
            </a:r>
            <a:endParaRPr lang="en-US" altLang="zh-CN" sz="1500"/>
          </a:p>
          <a:p>
            <a:r>
              <a:rPr lang="en-US" altLang="zh-CN" sz="1500"/>
              <a:t>        IF EXISTS (SELECT 1 FROM `User` WHERE Uno = p_id) THEN</a:t>
            </a:r>
            <a:endParaRPr lang="en-US" altLang="zh-CN" sz="1500"/>
          </a:p>
          <a:p>
            <a:r>
              <a:rPr lang="en-US" altLang="zh-CN" sz="1500"/>
              <a:t>            SELECT 'ERROR:UNO_EXISTS' AS result_type, NULL AS user_id, NULL AS user_role;</a:t>
            </a:r>
            <a:endParaRPr lang="en-US" altLang="zh-CN" sz="1500"/>
          </a:p>
          <a:p>
            <a:r>
              <a:rPr lang="en-US" altLang="zh-CN" sz="1500"/>
              <a:t>        ELSE</a:t>
            </a:r>
            <a:endParaRPr lang="en-US" altLang="zh-CN" sz="1500"/>
          </a:p>
          <a:p>
            <a:r>
              <a:rPr lang="en-US" altLang="zh-CN" sz="1500"/>
              <a:t>            SELECT 'ERROR:EMAIL_EXISTS' AS result_type, NULL AS user_id, NULL AS user_role;</a:t>
            </a:r>
            <a:endParaRPr lang="en-US" altLang="zh-CN" sz="1500"/>
          </a:p>
          <a:p>
            <a:r>
              <a:rPr lang="en-US" altLang="zh-CN" sz="1500"/>
              <a:t>        END IF;</a:t>
            </a:r>
            <a:endParaRPr lang="en-US" altLang="zh-CN" sz="1500"/>
          </a:p>
          <a:p>
            <a:r>
              <a:rPr lang="en-US" altLang="zh-CN" sz="1500"/>
              <a:t>    END;</a:t>
            </a:r>
            <a:endParaRPr lang="en-US" altLang="zh-CN" sz="1500"/>
          </a:p>
          <a:p>
            <a:r>
              <a:rPr lang="en-US" altLang="zh-CN" sz="1500"/>
              <a:t>    </a:t>
            </a:r>
            <a:endParaRPr lang="en-US" altLang="zh-CN" sz="1500"/>
          </a:p>
          <a:p>
            <a:r>
              <a:rPr lang="en-US" altLang="zh-CN" sz="1500"/>
              <a:t>    DECLARE EXIT HANDLER FOR SQLEXCEPTION</a:t>
            </a:r>
            <a:endParaRPr lang="en-US" altLang="zh-CN" sz="1500"/>
          </a:p>
          <a:p>
            <a:r>
              <a:rPr lang="en-US" altLang="zh-CN" sz="1500"/>
              <a:t>    BEGIN</a:t>
            </a:r>
            <a:endParaRPr lang="en-US" altLang="zh-CN" sz="1500"/>
          </a:p>
          <a:p>
            <a:r>
              <a:rPr lang="en-US" altLang="zh-CN" sz="1500"/>
              <a:t>        ROLLBACK;</a:t>
            </a:r>
            <a:endParaRPr lang="en-US" altLang="zh-CN" sz="1500"/>
          </a:p>
          <a:p>
            <a:r>
              <a:rPr lang="en-US" altLang="zh-CN" sz="1500"/>
              <a:t>        SELECT 'ERROR:SYSTEM_ERROR' AS result_type, NULL AS user_id, NULL AS user_role;</a:t>
            </a:r>
            <a:endParaRPr lang="en-US" altLang="zh-CN" sz="1500"/>
          </a:p>
          <a:p>
            <a:r>
              <a:rPr lang="en-US" altLang="zh-CN" sz="1500"/>
              <a:t>    END;</a:t>
            </a:r>
            <a:endParaRPr lang="en-US" altLang="zh-CN" sz="1500"/>
          </a:p>
          <a:p>
            <a:r>
              <a:rPr lang="en-US" altLang="zh-CN" sz="1500"/>
              <a:t>    </a:t>
            </a:r>
            <a:endParaRPr lang="en-US" altLang="zh-CN" sz="1500"/>
          </a:p>
          <a:p>
            <a:r>
              <a:rPr lang="en-US" altLang="zh-CN" sz="1500"/>
              <a:t>    </a:t>
            </a:r>
            <a:endParaRPr lang="zh-CN" altLang="en-US" sz="1500"/>
          </a:p>
        </p:txBody>
      </p:sp>
      <p:sp>
        <p:nvSpPr>
          <p:cNvPr id="6" name="文本框 5"/>
          <p:cNvSpPr txBox="1"/>
          <p:nvPr/>
        </p:nvSpPr>
        <p:spPr>
          <a:xfrm>
            <a:off x="6633845" y="1809750"/>
            <a:ext cx="4988560" cy="37846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500">
                <a:sym typeface="+mn-ea"/>
              </a:rPr>
              <a:t>START TRANSACTION;</a:t>
            </a:r>
            <a:endParaRPr lang="en-US" altLang="zh-CN" sz="1500"/>
          </a:p>
          <a:p>
            <a:r>
              <a:rPr lang="en-US" altLang="zh-CN" sz="1500">
                <a:sym typeface="+mn-ea"/>
              </a:rPr>
              <a:t>    </a:t>
            </a:r>
            <a:endParaRPr lang="en-US" altLang="zh-CN" sz="1500"/>
          </a:p>
          <a:p>
            <a:r>
              <a:rPr lang="en-US" altLang="zh-CN" sz="1500">
                <a:sym typeface="+mn-ea"/>
              </a:rPr>
              <a:t>   </a:t>
            </a:r>
            <a:endParaRPr lang="en-US" altLang="zh-CN" sz="1500"/>
          </a:p>
          <a:p>
            <a:r>
              <a:rPr lang="en-US" altLang="zh-CN" sz="1500">
                <a:sym typeface="+mn-ea"/>
              </a:rPr>
              <a:t>    INSERT INTO `User` (</a:t>
            </a:r>
            <a:endParaRPr lang="en-US" altLang="zh-CN" sz="1500"/>
          </a:p>
          <a:p>
            <a:r>
              <a:rPr lang="en-US" altLang="zh-CN" sz="1500">
                <a:sym typeface="+mn-ea"/>
              </a:rPr>
              <a:t>        Uno, Uname, Upassword, Uemail, Urole</a:t>
            </a:r>
            <a:endParaRPr lang="en-US" altLang="zh-CN" sz="1500"/>
          </a:p>
          <a:p>
            <a:r>
              <a:rPr lang="en-US" altLang="zh-CN" sz="1500">
                <a:sym typeface="+mn-ea"/>
              </a:rPr>
              <a:t>    ) VALUES (</a:t>
            </a:r>
            <a:endParaRPr lang="en-US" altLang="zh-CN" sz="1500"/>
          </a:p>
          <a:p>
            <a:r>
              <a:rPr lang="en-US" altLang="zh-CN" sz="1500">
                <a:sym typeface="+mn-ea"/>
              </a:rPr>
              <a:t>        p_id, p_username, SHA2(p_password, 256), </a:t>
            </a:r>
            <a:endParaRPr lang="en-US" altLang="zh-CN" sz="1500"/>
          </a:p>
          <a:p>
            <a:r>
              <a:rPr lang="en-US" altLang="zh-CN" sz="1500">
                <a:sym typeface="+mn-ea"/>
              </a:rPr>
              <a:t>        p_email, p_role</a:t>
            </a:r>
            <a:endParaRPr lang="en-US" altLang="zh-CN" sz="1500"/>
          </a:p>
          <a:p>
            <a:r>
              <a:rPr lang="en-US" altLang="zh-CN" sz="1500">
                <a:sym typeface="+mn-ea"/>
              </a:rPr>
              <a:t>    );</a:t>
            </a:r>
            <a:endParaRPr lang="en-US" altLang="zh-CN" sz="1500"/>
          </a:p>
          <a:p>
            <a:r>
              <a:rPr lang="en-US" altLang="zh-CN" sz="1500">
                <a:sym typeface="+mn-ea"/>
              </a:rPr>
              <a:t>    </a:t>
            </a:r>
            <a:endParaRPr lang="en-US" altLang="zh-CN" sz="1500"/>
          </a:p>
          <a:p>
            <a:r>
              <a:rPr lang="en-US" altLang="zh-CN" sz="1500">
                <a:sym typeface="+mn-ea"/>
              </a:rPr>
              <a:t>    COMMIT;</a:t>
            </a:r>
            <a:endParaRPr lang="en-US" altLang="zh-CN" sz="1500"/>
          </a:p>
          <a:p>
            <a:r>
              <a:rPr lang="en-US" altLang="zh-CN" sz="1500">
                <a:sym typeface="+mn-ea"/>
              </a:rPr>
              <a:t>    SELECT 'SUCCESS' AS result_type, p_id AS user_id, p_role AS user_role;</a:t>
            </a:r>
            <a:endParaRPr lang="en-US" altLang="zh-CN" sz="1500"/>
          </a:p>
          <a:p>
            <a:r>
              <a:rPr lang="en-US" altLang="zh-CN" sz="1500">
                <a:sym typeface="+mn-ea"/>
              </a:rPr>
              <a:t>END</a:t>
            </a:r>
            <a:endParaRPr lang="en-US" altLang="zh-CN" sz="1500"/>
          </a:p>
          <a:p>
            <a:r>
              <a:rPr lang="en-US" altLang="zh-CN" sz="1500">
                <a:sym typeface="+mn-ea"/>
              </a:rPr>
              <a:t>$$</a:t>
            </a:r>
            <a:endParaRPr lang="en-US" altLang="zh-CN" sz="1500"/>
          </a:p>
          <a:p>
            <a:r>
              <a:rPr lang="en-US" altLang="zh-CN" sz="1500">
                <a:sym typeface="+mn-ea"/>
              </a:rPr>
              <a:t>DELIMITER ;</a:t>
            </a:r>
            <a:endParaRPr lang="en-US" altLang="zh-CN" sz="1500">
              <a:sym typeface="+mn-ea"/>
            </a:endParaRPr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148c98f2-74e6-47b2-9bbb-78a5c4d6871e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2F2F2F"/>
                </a:solidFill>
                <a:ea typeface="微软雅黑" panose="020B0503020204020204" charset="-122"/>
              </a:rPr>
              <a:t>前端设计与技术栈选择</a:t>
            </a:r>
            <a:endParaRPr lang="en-US" sz="2800" b="1" i="0" u="none">
              <a:solidFill>
                <a:srgbClr val="2F2F2F"/>
              </a:solidFill>
              <a:ea typeface="微软雅黑" panose="020B0503020204020204" charset="-122"/>
            </a:endParaRPr>
          </a:p>
        </p:txBody>
      </p:sp>
      <p:sp>
        <p:nvSpPr>
          <p:cNvPr id="3" name="文本占位符 2" descr="f0548bd5-916f-4fdb-b600-5975fdeb51bb"/>
          <p:cNvSpPr>
            <a:spLocks noGrp="1"/>
          </p:cNvSpPr>
          <p:nvPr>
            <p:ph type="body" idx="1" hasCustomPrompt="1"/>
          </p:nvPr>
        </p:nvSpPr>
        <p:spPr/>
        <p:txBody>
          <a:bodyPr anchorCtr="0"/>
          <a:lstStyle/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lang="en-US" sz="1200" b="0" i="0" u="none">
                <a:solidFill>
                  <a:srgbClr val="2F2F2F"/>
                </a:solidFill>
                <a:ea typeface="微软雅黑" panose="020B0503020204020204" charset="-122"/>
              </a:rPr>
              <a:t>打造用户友好的前端界面</a:t>
            </a:r>
            <a:endParaRPr lang="en-US" sz="1200" b="0" i="0" u="none">
              <a:solidFill>
                <a:srgbClr val="2F2F2F"/>
              </a:solidFill>
              <a:ea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ṥḻïḋê" descr="d27b687f-b954-4e5a-b37a-160bdec03b70"/>
          <p:cNvSpPr/>
          <p:nvPr>
            <p:custDataLst>
              <p:tags r:id="rId1"/>
            </p:custDataLst>
          </p:nvPr>
        </p:nvSpPr>
        <p:spPr>
          <a:xfrm>
            <a:off x="0" y="3602990"/>
            <a:ext cx="12192000" cy="2489835"/>
          </a:xfrm>
          <a:prstGeom prst="roundRect">
            <a:avLst>
              <a:gd name="adj" fmla="val 750"/>
            </a:avLst>
          </a:prstGeom>
          <a:solidFill>
            <a:schemeClr val="tx2">
              <a:alpha val="15000"/>
            </a:schemeClr>
          </a:solidFill>
        </p:spPr>
        <p:txBody>
          <a:bodyPr wrap="square" lIns="91440" tIns="45720" rIns="91440" bIns="45720" rtlCol="0" anchor="ctr" anchorCtr="0">
            <a:normAutofit/>
          </a:bodyPr>
          <a:lstStyle/>
          <a:p>
            <a:pPr algn="ctr">
              <a:lnSpc>
                <a:spcPct val="150000"/>
              </a:lnSpc>
            </a:pPr>
          </a:p>
        </p:txBody>
      </p:sp>
      <p:cxnSp>
        <p:nvCxnSpPr>
          <p:cNvPr id="20" name="iṧľíḑè" descr="5a439b1e-561f-4956-a8f7-02d52c73820b"/>
          <p:cNvCxnSpPr/>
          <p:nvPr>
            <p:custDataLst>
              <p:tags r:id="rId2"/>
            </p:custDataLst>
          </p:nvPr>
        </p:nvCxnSpPr>
        <p:spPr>
          <a:xfrm>
            <a:off x="3395980" y="4272915"/>
            <a:ext cx="0" cy="1671955"/>
          </a:xfrm>
          <a:prstGeom prst="line">
            <a:avLst/>
          </a:prstGeom>
          <a:ln w="12700" cap="rnd">
            <a:solidFill>
              <a:schemeClr val="tx2">
                <a:alpha val="50000"/>
              </a:schemeClr>
            </a:solidFill>
            <a:round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ï$ļïḓe" descr="90362434-8a72-43af-ad18-16519bc5affb"/>
          <p:cNvCxnSpPr/>
          <p:nvPr>
            <p:custDataLst>
              <p:tags r:id="rId3"/>
            </p:custDataLst>
          </p:nvPr>
        </p:nvCxnSpPr>
        <p:spPr>
          <a:xfrm>
            <a:off x="6094095" y="4272915"/>
            <a:ext cx="0" cy="1671955"/>
          </a:xfrm>
          <a:prstGeom prst="line">
            <a:avLst/>
          </a:prstGeom>
          <a:ln w="12700" cap="rnd">
            <a:solidFill>
              <a:schemeClr val="tx2">
                <a:alpha val="50000"/>
              </a:schemeClr>
            </a:solidFill>
            <a:round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iṧļîḋê" descr="c35ea990-cf53-4ee2-8c80-08eca2ea5963"/>
          <p:cNvCxnSpPr/>
          <p:nvPr>
            <p:custDataLst>
              <p:tags r:id="rId4"/>
            </p:custDataLst>
          </p:nvPr>
        </p:nvCxnSpPr>
        <p:spPr>
          <a:xfrm>
            <a:off x="8792845" y="4272915"/>
            <a:ext cx="0" cy="1671955"/>
          </a:xfrm>
          <a:prstGeom prst="line">
            <a:avLst/>
          </a:prstGeom>
          <a:ln w="12700" cap="rnd">
            <a:solidFill>
              <a:schemeClr val="tx2">
                <a:alpha val="50000"/>
              </a:schemeClr>
            </a:solidFill>
            <a:round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4" name="组合 43" descr="00c6c078-aaf6-46e2-868b-1c947153197e"/>
          <p:cNvGrpSpPr/>
          <p:nvPr>
            <p:custDataLst>
              <p:tags r:id="rId5"/>
            </p:custDataLst>
          </p:nvPr>
        </p:nvGrpSpPr>
        <p:grpSpPr>
          <a:xfrm rot="0">
            <a:off x="275590" y="1128395"/>
            <a:ext cx="8516620" cy="2919095"/>
            <a:chOff x="275766" y="1179092"/>
            <a:chExt cx="8516921" cy="2919197"/>
          </a:xfrm>
        </p:grpSpPr>
        <p:sp>
          <p:nvSpPr>
            <p:cNvPr id="27" name="Text3" descr="591ace7c-4eab-427d-930f-d799eecc586f"/>
            <p:cNvSpPr/>
            <p:nvPr>
              <p:custDataLst>
                <p:tags r:id="rId6"/>
              </p:custDataLst>
            </p:nvPr>
          </p:nvSpPr>
          <p:spPr bwMode="auto">
            <a:xfrm>
              <a:off x="410391" y="1970330"/>
              <a:ext cx="8382296" cy="21279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t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l">
                <a:lnSpc>
                  <a:spcPct val="120000"/>
                </a:lnSpc>
              </a:pPr>
              <a:r>
                <a:rPr lang="zh-CN" altLang="en-US" b="0" i="0" u="none">
                  <a:solidFill>
                    <a:srgbClr val="2F2F2F"/>
                  </a:solidFill>
                  <a:ea typeface="微软雅黑" panose="020B0503020204020204" charset="-122"/>
                </a:rPr>
                <a:t>前端使用</a:t>
              </a:r>
              <a:r>
                <a:rPr lang="en-US" altLang="zh-CN" b="0" i="0" u="none">
                  <a:solidFill>
                    <a:srgbClr val="2F2F2F"/>
                  </a:solidFill>
                  <a:ea typeface="微软雅黑" panose="020B0503020204020204" charset="-122"/>
                </a:rPr>
                <a:t>html</a:t>
              </a:r>
              <a:r>
                <a:rPr lang="zh-CN" altLang="en-US" b="0" i="0" u="none">
                  <a:solidFill>
                    <a:srgbClr val="2F2F2F"/>
                  </a:solidFill>
                  <a:ea typeface="微软雅黑" panose="020B0503020204020204" charset="-122"/>
                </a:rPr>
                <a:t>和</a:t>
              </a:r>
              <a:r>
                <a:rPr lang="en-US" altLang="zh-CN" b="0" i="0" u="none">
                  <a:solidFill>
                    <a:srgbClr val="2F2F2F"/>
                  </a:solidFill>
                  <a:ea typeface="微软雅黑" panose="020B0503020204020204" charset="-122"/>
                </a:rPr>
                <a:t>vue</a:t>
              </a:r>
              <a:r>
                <a:rPr lang="zh-CN" altLang="en-US" b="0" i="0" u="none">
                  <a:solidFill>
                    <a:srgbClr val="2F2F2F"/>
                  </a:solidFill>
                  <a:ea typeface="微软雅黑" panose="020B0503020204020204" charset="-122"/>
                </a:rPr>
                <a:t>，向后端</a:t>
              </a:r>
              <a:r>
                <a:rPr lang="en-US" altLang="zh-CN" b="0" i="0" u="none">
                  <a:solidFill>
                    <a:srgbClr val="2F2F2F"/>
                  </a:solidFill>
                  <a:ea typeface="微软雅黑" panose="020B0503020204020204" charset="-122"/>
                </a:rPr>
                <a:t>app.py</a:t>
              </a:r>
              <a:r>
                <a:rPr lang="zh-CN" altLang="en-US" b="0" i="0" u="none">
                  <a:solidFill>
                    <a:srgbClr val="2F2F2F"/>
                  </a:solidFill>
                  <a:ea typeface="微软雅黑" panose="020B0503020204020204" charset="-122"/>
                </a:rPr>
                <a:t>文件请求，</a:t>
              </a:r>
              <a:r>
                <a:rPr lang="en-US" altLang="zh-CN" b="0" i="0" u="none">
                  <a:solidFill>
                    <a:srgbClr val="2F2F2F"/>
                  </a:solidFill>
                  <a:ea typeface="微软雅黑" panose="020B0503020204020204" charset="-122"/>
                </a:rPr>
                <a:t>app.py</a:t>
              </a:r>
              <a:r>
                <a:rPr lang="zh-CN" altLang="en-US" b="0" i="0" u="none">
                  <a:solidFill>
                    <a:srgbClr val="2F2F2F"/>
                  </a:solidFill>
                  <a:ea typeface="微软雅黑" panose="020B0503020204020204" charset="-122"/>
                </a:rPr>
                <a:t>从</a:t>
              </a:r>
              <a:r>
                <a:rPr lang="en-US" altLang="zh-CN" b="0" i="0" u="none">
                  <a:solidFill>
                    <a:srgbClr val="2F2F2F"/>
                  </a:solidFill>
                  <a:ea typeface="微软雅黑" panose="020B0503020204020204" charset="-122"/>
                </a:rPr>
                <a:t>sql.py</a:t>
              </a:r>
              <a:r>
                <a:rPr lang="zh-CN" altLang="en-US" b="0" i="0" u="none">
                  <a:solidFill>
                    <a:srgbClr val="2F2F2F"/>
                  </a:solidFill>
                  <a:ea typeface="微软雅黑" panose="020B0503020204020204" charset="-122"/>
                </a:rPr>
                <a:t>文件请求数据，</a:t>
              </a:r>
              <a:r>
                <a:rPr lang="en-US" altLang="zh-CN" b="0" i="0" u="none">
                  <a:solidFill>
                    <a:srgbClr val="2F2F2F"/>
                  </a:solidFill>
                  <a:ea typeface="微软雅黑" panose="020B0503020204020204" charset="-122"/>
                </a:rPr>
                <a:t>sql.py</a:t>
              </a:r>
              <a:r>
                <a:rPr lang="zh-CN" altLang="en-US" b="0" i="0" u="none">
                  <a:solidFill>
                    <a:srgbClr val="2F2F2F"/>
                  </a:solidFill>
                  <a:ea typeface="微软雅黑" panose="020B0503020204020204" charset="-122"/>
                </a:rPr>
                <a:t>文件连接数据库执行事务；</a:t>
              </a:r>
              <a:r>
                <a:rPr lang="en-US" b="0" i="0" u="none">
                  <a:solidFill>
                    <a:srgbClr val="2F2F2F"/>
                  </a:solidFill>
                  <a:ea typeface="微软雅黑" panose="020B0503020204020204" charset="-122"/>
                </a:rPr>
                <a:t>。</a:t>
              </a:r>
              <a:endParaRPr lang="en-US" b="0" i="0" u="none">
                <a:solidFill>
                  <a:srgbClr val="2F2F2F"/>
                </a:solidFill>
                <a:ea typeface="微软雅黑" panose="020B0503020204020204" charset="-122"/>
              </a:endParaRPr>
            </a:p>
          </p:txBody>
        </p:sp>
        <p:sp>
          <p:nvSpPr>
            <p:cNvPr id="28" name="Bullet3" descr="45a91750-c65c-4ed5-be40-2551baa508dc"/>
            <p:cNvSpPr txBox="1"/>
            <p:nvPr>
              <p:custDataLst>
                <p:tags r:id="rId7"/>
              </p:custDataLst>
            </p:nvPr>
          </p:nvSpPr>
          <p:spPr bwMode="auto">
            <a:xfrm>
              <a:off x="275766" y="1179092"/>
              <a:ext cx="2276152" cy="546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b" anchorCtr="1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en-US" sz="1800" b="1" i="0" u="none">
                  <a:solidFill>
                    <a:srgbClr val="2F2F2F"/>
                  </a:solidFill>
                  <a:ea typeface="微软雅黑" panose="020B0503020204020204" charset="-122"/>
                </a:rPr>
                <a:t>技术栈选择</a:t>
              </a:r>
              <a:endParaRPr lang="en-US" sz="1800" b="1" i="0" u="none">
                <a:solidFill>
                  <a:srgbClr val="2F2F2F"/>
                </a:solidFill>
                <a:ea typeface="微软雅黑" panose="020B0503020204020204" charset="-122"/>
              </a:endParaRPr>
            </a:p>
          </p:txBody>
        </p:sp>
      </p:grpSp>
      <p:sp>
        <p:nvSpPr>
          <p:cNvPr id="2" name="标题 1" descr="76398703-853e-4dfb-a61f-6163fe6ad629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2F2F2F"/>
                </a:solidFill>
                <a:ea typeface="微软雅黑" panose="020B0503020204020204" charset="-122"/>
              </a:rPr>
              <a:t>前端设计原则与技术栈</a:t>
            </a:r>
            <a:endParaRPr lang="en-US" sz="2800" b="1" i="0" u="none">
              <a:solidFill>
                <a:srgbClr val="2F2F2F"/>
              </a:solidFill>
              <a:ea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8BB1146-E542-4D4E-B8E9-6919A11DDD48}" type="slidenum">
              <a:rPr lang="en-US" smtClean="0"/>
            </a:fld>
            <a:endParaRPr lang="en-US"/>
          </a:p>
        </p:txBody>
      </p:sp>
      <p:pic>
        <p:nvPicPr>
          <p:cNvPr id="5" name="图片 4"/>
          <p:cNvPicPr/>
          <p:nvPr/>
        </p:nvPicPr>
        <p:blipFill>
          <a:blip r:embed="rId1"/>
          <a:stretch>
            <a:fillRect/>
          </a:stretch>
        </p:blipFill>
        <p:spPr>
          <a:xfrm>
            <a:off x="342265" y="734060"/>
            <a:ext cx="11670030" cy="523748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8BB1146-E542-4D4E-B8E9-6919A11DDD48}" type="slidenum">
              <a:rPr lang="en-US" smtClean="0"/>
            </a:fld>
            <a:endParaRPr lang="en-US"/>
          </a:p>
        </p:txBody>
      </p:sp>
      <p:pic>
        <p:nvPicPr>
          <p:cNvPr id="5" name="图片 4"/>
          <p:cNvPicPr/>
          <p:nvPr/>
        </p:nvPicPr>
        <p:blipFill>
          <a:blip r:embed="rId1"/>
          <a:stretch>
            <a:fillRect/>
          </a:stretch>
        </p:blipFill>
        <p:spPr>
          <a:xfrm>
            <a:off x="1188085" y="758190"/>
            <a:ext cx="9816465" cy="476250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8BB1146-E542-4D4E-B8E9-6919A11DDD48}" type="slidenum">
              <a:rPr lang="en-US" smtClean="0"/>
            </a:fld>
            <a:endParaRPr lang="en-US"/>
          </a:p>
        </p:txBody>
      </p:sp>
      <p:pic>
        <p:nvPicPr>
          <p:cNvPr id="5" name="图片 4"/>
          <p:cNvPicPr/>
          <p:nvPr/>
        </p:nvPicPr>
        <p:blipFill>
          <a:blip r:embed="rId1"/>
          <a:stretch>
            <a:fillRect/>
          </a:stretch>
        </p:blipFill>
        <p:spPr>
          <a:xfrm>
            <a:off x="411480" y="128270"/>
            <a:ext cx="11529695" cy="628205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8BB1146-E542-4D4E-B8E9-6919A11DDD48}" type="slidenum">
              <a:rPr lang="en-US" smtClean="0"/>
            </a:fld>
            <a:endParaRPr lang="en-US"/>
          </a:p>
        </p:txBody>
      </p:sp>
      <p:pic>
        <p:nvPicPr>
          <p:cNvPr id="5" name="图片 4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271463"/>
            <a:ext cx="12192000" cy="631507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709aed0f-b971-4916-bdb3-e43b58d0d02e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r">
              <a:lnSpc>
                <a:spcPct val="100000"/>
              </a:lnSpc>
              <a:spcBef>
                <a:spcPct val="0"/>
              </a:spcBef>
            </a:pPr>
            <a:r>
              <a:rPr lang="en-US" sz="6000" b="1" i="0" u="none">
                <a:solidFill>
                  <a:srgbClr val="2F2F2F"/>
                </a:solidFill>
                <a:ea typeface="微软雅黑" panose="020B0503020204020204" charset="-122"/>
              </a:rPr>
              <a:t>谢谢观看</a:t>
            </a:r>
            <a:endParaRPr lang="en-US" sz="6000" b="1" i="0" u="none">
              <a:solidFill>
                <a:srgbClr val="2F2F2F"/>
              </a:solidFill>
              <a:ea typeface="微软雅黑" panose="020B0503020204020204" charset="-122"/>
            </a:endParaRPr>
          </a:p>
        </p:txBody>
      </p:sp>
      <p:sp>
        <p:nvSpPr>
          <p:cNvPr id="4" name="文本占位符 3" descr="db54ef33-49f8-4847-a76f-a28497a72036"/>
          <p:cNvSpPr>
            <a:spLocks noGrp="1"/>
          </p:cNvSpPr>
          <p:nvPr>
            <p:ph type="body" sz="quarter" idx="13" hasCustomPrompt="1"/>
          </p:nvPr>
        </p:nvSpPr>
        <p:spPr/>
        <p:txBody>
          <a:bodyPr anchorCtr="0"/>
          <a:lstStyle/>
          <a:p>
            <a:pPr algn="r">
              <a:lnSpc>
                <a:spcPct val="100000"/>
              </a:lnSpc>
              <a:spcBef>
                <a:spcPct val="0"/>
              </a:spcBef>
            </a:pPr>
            <a:r>
              <a:rPr lang="en-US" sz="1200" b="0" i="0" u="none">
                <a:solidFill>
                  <a:srgbClr val="2F2F2F"/>
                </a:solidFill>
                <a:ea typeface="微软雅黑" panose="020B0503020204020204" charset="-122"/>
              </a:rPr>
              <a:t>报告人名称</a:t>
            </a:r>
            <a:endParaRPr lang="en-US" sz="1200" b="0" i="0" u="none">
              <a:solidFill>
                <a:srgbClr val="2F2F2F"/>
              </a:solidFill>
              <a:ea typeface="微软雅黑" panose="020B0503020204020204" charset="-122"/>
            </a:endParaRPr>
          </a:p>
        </p:txBody>
      </p:sp>
      <p:sp>
        <p:nvSpPr>
          <p:cNvPr id="5" name="文本占位符 4" descr="0fee92be-2db6-47b8-827f-d33c22f85726"/>
          <p:cNvSpPr>
            <a:spLocks noGrp="1"/>
          </p:cNvSpPr>
          <p:nvPr>
            <p:ph type="body" sz="quarter" idx="14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>
                <a:latin typeface="微软雅黑" panose="020B0503020204020204" charset="-122"/>
              </a:rPr>
              <a:t>20xx.xx.xx</a:t>
            </a:r>
            <a:endParaRPr lang="en-US">
              <a:latin typeface="微软雅黑" panose="020B0503020204020204" charset="-122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0756900" y="6413500"/>
            <a:ext cx="1371600" cy="381000"/>
          </a:xfrm>
          <a:prstGeom prst="roundRect">
            <a:avLst/>
          </a:prstGeom>
          <a:solidFill>
            <a:srgbClr val="FFFFFF"/>
          </a:solidFill>
        </p:spPr>
        <p:txBody>
          <a:bodyPr wrap="none" rtlCol="0" anchor="ctr"/>
          <a:lstStyle/>
          <a:p>
            <a:pPr algn="ctr">
              <a:defRPr/>
            </a:pPr>
            <a:r>
              <a:rPr lang="en-US" sz="1200">
                <a:solidFill>
                  <a:srgbClr val="000000"/>
                </a:solidFill>
              </a:rPr>
              <a:t>内容由千问AI生成</a:t>
            </a:r>
            <a:endParaRPr lang="zh-CN"/>
          </a:p>
        </p:txBody>
      </p:sp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KSO_WM_DIAGRAM_VIRTUALLY_FRAME" val="{&quot;height&quot;:394.7611023622047,&quot;left&quot;:0,&quot;top&quot;:84.98889763779529,&quot;width&quot;:960}"/>
</p:tagLst>
</file>

<file path=ppt/tags/tag2.xml><?xml version="1.0" encoding="utf-8"?>
<p:tagLst xmlns:p="http://schemas.openxmlformats.org/presentationml/2006/main">
  <p:tag name="KSO_WM_DIAGRAM_VIRTUALLY_FRAME" val="{&quot;height&quot;:394.7611023622047,&quot;left&quot;:0,&quot;top&quot;:84.98889763779529,&quot;width&quot;:960}"/>
</p:tagLst>
</file>

<file path=ppt/tags/tag3.xml><?xml version="1.0" encoding="utf-8"?>
<p:tagLst xmlns:p="http://schemas.openxmlformats.org/presentationml/2006/main">
  <p:tag name="KSO_WM_DIAGRAM_VIRTUALLY_FRAME" val="{&quot;height&quot;:394.7611023622047,&quot;left&quot;:0,&quot;top&quot;:84.98889763779529,&quot;width&quot;:960}"/>
</p:tagLst>
</file>

<file path=ppt/tags/tag4.xml><?xml version="1.0" encoding="utf-8"?>
<p:tagLst xmlns:p="http://schemas.openxmlformats.org/presentationml/2006/main">
  <p:tag name="KSO_WM_DIAGRAM_VIRTUALLY_FRAME" val="{&quot;height&quot;:394.7611023622047,&quot;left&quot;:0,&quot;top&quot;:84.98889763779529,&quot;width&quot;:960}"/>
</p:tagLst>
</file>

<file path=ppt/tags/tag5.xml><?xml version="1.0" encoding="utf-8"?>
<p:tagLst xmlns:p="http://schemas.openxmlformats.org/presentationml/2006/main">
  <p:tag name="KSO_WM_DIAGRAM_VIRTUALLY_FRAME" val="{&quot;height&quot;:394.7611023622047,&quot;left&quot;:0,&quot;top&quot;:84.98889763779529,&quot;width&quot;:960}"/>
</p:tagLst>
</file>

<file path=ppt/tags/tag6.xml><?xml version="1.0" encoding="utf-8"?>
<p:tagLst xmlns:p="http://schemas.openxmlformats.org/presentationml/2006/main">
  <p:tag name="KSO_WM_DIAGRAM_VIRTUALLY_FRAME" val="{&quot;height&quot;:394.7611023622047,&quot;left&quot;:0,&quot;top&quot;:84.98889763779529,&quot;width&quot;:960}"/>
</p:tagLst>
</file>

<file path=ppt/tags/tag7.xml><?xml version="1.0" encoding="utf-8"?>
<p:tagLst xmlns:p="http://schemas.openxmlformats.org/presentationml/2006/main">
  <p:tag name="KSO_WM_DIAGRAM_VIRTUALLY_FRAME" val="{&quot;height&quot;:394.7611023622047,&quot;left&quot;:0,&quot;top&quot;:84.98889763779529,&quot;width&quot;:960}"/>
</p:tagLst>
</file>

<file path=ppt/tags/tag8.xml><?xml version="1.0" encoding="utf-8"?>
<p:tagLst xmlns:p="http://schemas.openxmlformats.org/presentationml/2006/main">
  <p:tag name="AS_NET" val="8.0.0"/>
  <p:tag name="AS_OS" val="Microsoft Windows NT 10.0.22631.0"/>
  <p:tag name="AS_RELEASE_DATE" val="2023.10.14"/>
  <p:tag name="AS_TITLE" val="Aspose.Slides for .NET6"/>
  <p:tag name="AS_VERSION" val="23.10"/>
  <p:tag name="ISLIDE.GUIDESSETTING" val="{&quot;Id&quot;:&quot;GuidesStyle_Normal&quot;,&quot;Name&quot;:&quot;GuidesStyle_Normal&quot;,&quot;Kind&quot;:0,&quot;OldGuidesSetting&quot;:{&quot;HeaderHeight&quot;:15.0,&quot;FooterHeight&quot;:9.0,&quot;SideMargin&quot;:5.5,&quot;TopMargin&quot;:0.0,&quot;BottomMargin&quot;:0.0,&quot;IntervalMargin&quot;:1.5}}"/>
  <p:tag name="ISLIDE.THEME" val="0447bcd0-2100-4022-a6ba-60bb1aa6db7a"/>
</p:tagLst>
</file>

<file path=ppt/theme/theme1.xml><?xml version="1.0" encoding="utf-8"?>
<a:theme xmlns:a="http://schemas.openxmlformats.org/drawingml/2006/main" name="Designed by iSlide">
  <a:themeElements>
    <a:clrScheme name="iSlide">
      <a:dk1>
        <a:srgbClr val="2F2F2F"/>
      </a:dk1>
      <a:lt1>
        <a:srgbClr val="FFFFFF"/>
      </a:lt1>
      <a:dk2>
        <a:srgbClr val="778495"/>
      </a:dk2>
      <a:lt2>
        <a:srgbClr val="F0F0F0"/>
      </a:lt2>
      <a:accent1>
        <a:srgbClr val="4775E7"/>
      </a:accent1>
      <a:accent2>
        <a:srgbClr val="1154BE"/>
      </a:accent2>
      <a:accent3>
        <a:srgbClr val="8D9FCB"/>
      </a:accent3>
      <a:accent4>
        <a:srgbClr val="ACA49D"/>
      </a:accent4>
      <a:accent5>
        <a:srgbClr val="CCC7BF"/>
      </a:accent5>
      <a:accent6>
        <a:srgbClr val="E9E4DB"/>
      </a:accent6>
      <a:hlink>
        <a:srgbClr val="F84D4D"/>
      </a:hlink>
      <a:folHlink>
        <a:srgbClr val="979797"/>
      </a:folHlink>
    </a:clrScheme>
    <a:fontScheme name="iSlide">
      <a:majorFont>
        <a:latin typeface="Arial"/>
        <a:ea typeface="微软雅黑"/>
        <a:cs typeface="Arial"/>
      </a:majorFont>
      <a:minorFont>
        <a:latin typeface="Arial"/>
        <a:ea typeface="微软雅黑"/>
        <a:cs typeface="Arial"/>
      </a:minorFont>
    </a:fontScheme>
    <a:fmtScheme name="iSlid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Calibri Light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Calibri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iSlide#0447bcd0-2100-4022-a6ba-60bb1aa6db7a</Template>
  <TotalTime>0</TotalTime>
  <Words>1942</Words>
  <Application>WPS 演示</Application>
  <PresentationFormat>Widescreen</PresentationFormat>
  <Paragraphs>267</Paragraphs>
  <Slides>17</Slides>
  <Notes>7</Notes>
  <HiddenSlides>7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8" baseType="lpstr">
      <vt:lpstr>Arial</vt:lpstr>
      <vt:lpstr>宋体</vt:lpstr>
      <vt:lpstr>Wingdings</vt:lpstr>
      <vt:lpstr>微软雅黑</vt:lpstr>
      <vt:lpstr>Arial</vt:lpstr>
      <vt:lpstr>-apple-system</vt:lpstr>
      <vt:lpstr>Mushin</vt:lpstr>
      <vt:lpstr>Arial Unicode MS</vt:lpstr>
      <vt:lpstr>Calibri</vt:lpstr>
      <vt:lpstr>等线</vt:lpstr>
      <vt:lpstr>Designed by iSlide</vt:lpstr>
      <vt:lpstr>数据库设计</vt:lpstr>
      <vt:lpstr>目录</vt:lpstr>
      <vt:lpstr>功能性需求与非功能性需求</vt:lpstr>
      <vt:lpstr>功能性需求概述</vt:lpstr>
      <vt:lpstr>非功能性需求：性能与安全性</vt:lpstr>
      <vt:lpstr>数据库建模与实现</vt:lpstr>
      <vt:lpstr>ER图设计与转换</vt:lpstr>
      <vt:lpstr>ER图设计与转换</vt:lpstr>
      <vt:lpstr>ER图设计与转换</vt:lpstr>
      <vt:lpstr>物理设计与应用系统设计</vt:lpstr>
      <vt:lpstr>前端设计与技术栈选择</vt:lpstr>
      <vt:lpstr>前端设计原则与技术栈</vt:lpstr>
      <vt:lpstr>PowerPoint 演示文稿</vt:lpstr>
      <vt:lpstr>PowerPoint 演示文稿</vt:lpstr>
      <vt:lpstr>PowerPoint 演示文稿</vt:lpstr>
      <vt:lpstr>PowerPoint 演示文稿</vt:lpstr>
      <vt:lpstr>谢谢观看</vt:lpstr>
    </vt:vector>
  </TitlesOfParts>
  <Company>iSlide</Company>
  <LinksUpToDate>false</LinksUpToDate>
  <SharedDoc>false</SharedDoc>
  <HyperlinksChanged>false</HyperlinksChanged>
  <AppVersion>14.0000</AppVersion>
  <Manager>iSlide</Manager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iSlide</dc:creator>
  <cp:lastModifiedBy>WPS_1339357032</cp:lastModifiedBy>
  <cp:revision>22</cp:revision>
  <cp:lastPrinted>2023-06-15T16:00:00Z</cp:lastPrinted>
  <dcterms:created xsi:type="dcterms:W3CDTF">2023-06-15T16:00:00Z</dcterms:created>
  <dcterms:modified xsi:type="dcterms:W3CDTF">2025-12-19T08:07:08Z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HEME">
    <vt:lpwstr>0447bcd0-2100-4022-a6ba-60bb1aa6db7a</vt:lpwstr>
  </property>
  <property fmtid="{D5CDD505-2E9C-101B-9397-08002B2CF9AE}" pid="3" name="ICV">
    <vt:lpwstr>D065E975F7EA4717980160824AA2D9E3_12</vt:lpwstr>
  </property>
  <property fmtid="{D5CDD505-2E9C-101B-9397-08002B2CF9AE}" pid="4" name="KSOProductBuildVer">
    <vt:lpwstr>2052-12.1.0.24034</vt:lpwstr>
  </property>
</Properties>
</file>